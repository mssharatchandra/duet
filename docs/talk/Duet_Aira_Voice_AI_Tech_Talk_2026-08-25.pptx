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5d87969a0374c44" /><Relationship Type="http://schemas.openxmlformats.org/officeDocument/2006/relationships/extended-properties" Target="/docProps/app.xml" Id="R1f21262c48e84e1f" /><Relationship Type="http://schemas.openxmlformats.org/officeDocument/2006/relationships/officeDocument" Target="/ppt/presentation.xml" Id="R74651f818ef5489c" /></Relationships>
</file>

<file path=ppt/presentation.xml><?xml version="1.0" encoding="utf-8"?>
<p:presentation xmlns:p="http://schemas.openxmlformats.org/presentationml/2006/main">
  <p:sldMasterIdLst>
    <p:sldMasterId xmlns:r="http://schemas.openxmlformats.org/officeDocument/2006/relationships" id="2147483648" r:id="R6c1142c73acd4c58"/>
  </p:sldMasterIdLst>
  <p:notesMasterIdLst>
    <p:notesMasterId xmlns:r="http://schemas.openxmlformats.org/officeDocument/2006/relationships" r:id="Rdb13e2dc2dba4a13"/>
  </p:notesMasterIdLst>
  <p:sldIdLst>
    <p:sldId xmlns:r="http://schemas.openxmlformats.org/officeDocument/2006/relationships" id="256" r:id="Rc7b92b36f09d4d0e"/>
    <p:sldId xmlns:r="http://schemas.openxmlformats.org/officeDocument/2006/relationships" id="257" r:id="R1dbc5ff8a86e44a6"/>
    <p:sldId xmlns:r="http://schemas.openxmlformats.org/officeDocument/2006/relationships" id="258" r:id="Rdf2d20e3101248bc"/>
    <p:sldId xmlns:r="http://schemas.openxmlformats.org/officeDocument/2006/relationships" id="259" r:id="R8cd454de1d39460b"/>
    <p:sldId xmlns:r="http://schemas.openxmlformats.org/officeDocument/2006/relationships" id="260" r:id="Ra6f5132a92674629"/>
    <p:sldId xmlns:r="http://schemas.openxmlformats.org/officeDocument/2006/relationships" id="261" r:id="R3faac9d18c7141dc"/>
    <p:sldId xmlns:r="http://schemas.openxmlformats.org/officeDocument/2006/relationships" id="262" r:id="R6a79c7a4911c4245"/>
    <p:sldId xmlns:r="http://schemas.openxmlformats.org/officeDocument/2006/relationships" id="263" r:id="Rbc4ab3b1b3c649d4"/>
    <p:sldId xmlns:r="http://schemas.openxmlformats.org/officeDocument/2006/relationships" id="264" r:id="Rd03cafacbb724f38"/>
    <p:sldId xmlns:r="http://schemas.openxmlformats.org/officeDocument/2006/relationships" id="265" r:id="R0e86260ed0324b0e"/>
    <p:sldId xmlns:r="http://schemas.openxmlformats.org/officeDocument/2006/relationships" id="266" r:id="R248359c0aac045f3"/>
    <p:sldId xmlns:r="http://schemas.openxmlformats.org/officeDocument/2006/relationships" id="267" r:id="R2e1b35da01674017"/>
    <p:sldId xmlns:r="http://schemas.openxmlformats.org/officeDocument/2006/relationships" id="268" r:id="Rfbb9a943c9aa4fda"/>
    <p:sldId xmlns:r="http://schemas.openxmlformats.org/officeDocument/2006/relationships" id="269" r:id="R25bf8063f9c34003"/>
    <p:sldId xmlns:r="http://schemas.openxmlformats.org/officeDocument/2006/relationships" id="270" r:id="Rc9c2e03f176c4699"/>
    <p:sldId xmlns:r="http://schemas.openxmlformats.org/officeDocument/2006/relationships" id="271" r:id="R547c79a6e7a245d8"/>
    <p:sldId xmlns:r="http://schemas.openxmlformats.org/officeDocument/2006/relationships" id="272" r:id="R03023d68f6154086"/>
    <p:sldId xmlns:r="http://schemas.openxmlformats.org/officeDocument/2006/relationships" id="273" r:id="R251c2492fe7f4ae3"/>
    <p:sldId xmlns:r="http://schemas.openxmlformats.org/officeDocument/2006/relationships" id="274" r:id="Rf88305a4c1ea457c"/>
    <p:sldId xmlns:r="http://schemas.openxmlformats.org/officeDocument/2006/relationships" id="275" r:id="R8105f33d67cc495f"/>
    <p:sldId xmlns:r="http://schemas.openxmlformats.org/officeDocument/2006/relationships" id="276" r:id="R9f6f5032def7445b"/>
    <p:sldId xmlns:r="http://schemas.openxmlformats.org/officeDocument/2006/relationships" id="277" r:id="R0c9fec4dd6764a23"/>
    <p:sldId xmlns:r="http://schemas.openxmlformats.org/officeDocument/2006/relationships" id="278" r:id="R058ba754c6374794"/>
    <p:sldId xmlns:r="http://schemas.openxmlformats.org/officeDocument/2006/relationships" id="279" r:id="R2b2933abed514e88"/>
    <p:sldId xmlns:r="http://schemas.openxmlformats.org/officeDocument/2006/relationships" id="280" r:id="Rfe61d1ff6378402c"/>
    <p:sldId xmlns:r="http://schemas.openxmlformats.org/officeDocument/2006/relationships" id="281" r:id="Reb46722f38344b8e"/>
    <p:sldId xmlns:r="http://schemas.openxmlformats.org/officeDocument/2006/relationships" id="282" r:id="R093825ce85b74ed3"/>
    <p:sldId xmlns:r="http://schemas.openxmlformats.org/officeDocument/2006/relationships" id="283" r:id="R63b5a26887314b89"/>
    <p:sldId xmlns:r="http://schemas.openxmlformats.org/officeDocument/2006/relationships" id="284" r:id="Rfb219da4cad94628"/>
    <p:sldId xmlns:r="http://schemas.openxmlformats.org/officeDocument/2006/relationships" id="285" r:id="R00d136679de642b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b6d75f24e9c49e3" /><Relationship Type="http://schemas.openxmlformats.org/officeDocument/2006/relationships/slideMaster" Target="/ppt/slideMasters/slideMaster1.xml" Id="R6c1142c73acd4c58" /><Relationship Type="http://schemas.openxmlformats.org/officeDocument/2006/relationships/notesMaster" Target="/ppt/notesMasters/notesMaster1.xml" Id="Rdb13e2dc2dba4a13" /><Relationship Type="http://schemas.openxmlformats.org/officeDocument/2006/relationships/presProps" Target="/ppt/presProps.xml" Id="R35417583b7da4421" /><Relationship Type="http://schemas.openxmlformats.org/officeDocument/2006/relationships/tableStyles" Target="/ppt/tableStyles.xml" Id="R94d43f232d9d4f09" /><Relationship Type="http://schemas.openxmlformats.org/officeDocument/2006/relationships/slide" Target="/ppt/slides/slide1.xml" Id="Rc7b92b36f09d4d0e" /><Relationship Type="http://schemas.openxmlformats.org/officeDocument/2006/relationships/slide" Target="/ppt/slides/slide2.xml" Id="R1dbc5ff8a86e44a6" /><Relationship Type="http://schemas.openxmlformats.org/officeDocument/2006/relationships/slide" Target="/ppt/slides/slide3.xml" Id="Rdf2d20e3101248bc" /><Relationship Type="http://schemas.openxmlformats.org/officeDocument/2006/relationships/slide" Target="/ppt/slides/slide4.xml" Id="R8cd454de1d39460b" /><Relationship Type="http://schemas.openxmlformats.org/officeDocument/2006/relationships/slide" Target="/ppt/slides/slide5.xml" Id="Ra6f5132a92674629" /><Relationship Type="http://schemas.openxmlformats.org/officeDocument/2006/relationships/slide" Target="/ppt/slides/slide6.xml" Id="R3faac9d18c7141dc" /><Relationship Type="http://schemas.openxmlformats.org/officeDocument/2006/relationships/slide" Target="/ppt/slides/slide7.xml" Id="R6a79c7a4911c4245" /><Relationship Type="http://schemas.openxmlformats.org/officeDocument/2006/relationships/slide" Target="/ppt/slides/slide8.xml" Id="Rbc4ab3b1b3c649d4" /><Relationship Type="http://schemas.openxmlformats.org/officeDocument/2006/relationships/slide" Target="/ppt/slides/slide9.xml" Id="Rd03cafacbb724f38" /><Relationship Type="http://schemas.openxmlformats.org/officeDocument/2006/relationships/slide" Target="/ppt/slides/slide10.xml" Id="R0e86260ed0324b0e" /><Relationship Type="http://schemas.openxmlformats.org/officeDocument/2006/relationships/slide" Target="/ppt/slides/slide11.xml" Id="R248359c0aac045f3" /><Relationship Type="http://schemas.openxmlformats.org/officeDocument/2006/relationships/slide" Target="/ppt/slides/slide12.xml" Id="R2e1b35da01674017" /><Relationship Type="http://schemas.openxmlformats.org/officeDocument/2006/relationships/slide" Target="/ppt/slides/slide13.xml" Id="Rfbb9a943c9aa4fda" /><Relationship Type="http://schemas.openxmlformats.org/officeDocument/2006/relationships/slide" Target="/ppt/slides/slide14.xml" Id="R25bf8063f9c34003" /><Relationship Type="http://schemas.openxmlformats.org/officeDocument/2006/relationships/slide" Target="/ppt/slides/slide15.xml" Id="Rc9c2e03f176c4699" /><Relationship Type="http://schemas.openxmlformats.org/officeDocument/2006/relationships/slide" Target="/ppt/slides/slide16.xml" Id="R547c79a6e7a245d8" /><Relationship Type="http://schemas.openxmlformats.org/officeDocument/2006/relationships/slide" Target="/ppt/slides/slide17.xml" Id="R03023d68f6154086" /><Relationship Type="http://schemas.openxmlformats.org/officeDocument/2006/relationships/slide" Target="/ppt/slides/slide18.xml" Id="R251c2492fe7f4ae3" /><Relationship Type="http://schemas.openxmlformats.org/officeDocument/2006/relationships/slide" Target="/ppt/slides/slide19.xml" Id="Rf88305a4c1ea457c" /><Relationship Type="http://schemas.openxmlformats.org/officeDocument/2006/relationships/slide" Target="/ppt/slides/slide20.xml" Id="R8105f33d67cc495f" /><Relationship Type="http://schemas.openxmlformats.org/officeDocument/2006/relationships/slide" Target="/ppt/slides/slide21.xml" Id="R9f6f5032def7445b" /><Relationship Type="http://schemas.openxmlformats.org/officeDocument/2006/relationships/slide" Target="/ppt/slides/slide22.xml" Id="R0c9fec4dd6764a23" /><Relationship Type="http://schemas.openxmlformats.org/officeDocument/2006/relationships/slide" Target="/ppt/slides/slide23.xml" Id="R058ba754c6374794" /><Relationship Type="http://schemas.openxmlformats.org/officeDocument/2006/relationships/slide" Target="/ppt/slides/slide24.xml" Id="R2b2933abed514e88" /><Relationship Type="http://schemas.openxmlformats.org/officeDocument/2006/relationships/slide" Target="/ppt/slides/slide25.xml" Id="Rfe61d1ff6378402c" /><Relationship Type="http://schemas.openxmlformats.org/officeDocument/2006/relationships/slide" Target="/ppt/slides/slide26.xml" Id="Reb46722f38344b8e" /><Relationship Type="http://schemas.openxmlformats.org/officeDocument/2006/relationships/slide" Target="/ppt/slides/slide27.xml" Id="R093825ce85b74ed3" /><Relationship Type="http://schemas.openxmlformats.org/officeDocument/2006/relationships/slide" Target="/ppt/slides/slide28.xml" Id="R63b5a26887314b89" /><Relationship Type="http://schemas.openxmlformats.org/officeDocument/2006/relationships/slide" Target="/ppt/slides/slide29.xml" Id="Rfb219da4cad94628" /><Relationship Type="http://schemas.openxmlformats.org/officeDocument/2006/relationships/slide" Target="/ppt/slides/slide30.xml" Id="R00d136679de642b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d58376cbba4dc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c408bcfd8524dd5" /><Relationship Type="http://schemas.openxmlformats.org/officeDocument/2006/relationships/notesMaster" Target="/ppt/notesMasters/notesMaster1.xml" Id="Rfe43fb941d08481d" /></Relationships>
</file>

<file path=ppt/notesSlides/_rels/notesSlide2.xml.rels>&#65279;<?xml version="1.0" encoding="utf-8"?><Relationships xmlns="http://schemas.openxmlformats.org/package/2006/relationships"><Relationship Type="http://schemas.openxmlformats.org/officeDocument/2006/relationships/slide" Target="/ppt/slides/slide2.xml" Id="R301648c9bca44f7a" /><Relationship Type="http://schemas.openxmlformats.org/officeDocument/2006/relationships/notesMaster" Target="/ppt/notesMasters/notesMaster1.xml" Id="Rb68d943fd46749a5" /></Relationships>
</file>

<file path=ppt/notesSlides/_rels/notesSlide3.xml.rels>&#65279;<?xml version="1.0" encoding="utf-8"?><Relationships xmlns="http://schemas.openxmlformats.org/package/2006/relationships"><Relationship Type="http://schemas.openxmlformats.org/officeDocument/2006/relationships/slide" Target="/ppt/slides/slide3.xml" Id="R14b370c1582d48d0" /><Relationship Type="http://schemas.openxmlformats.org/officeDocument/2006/relationships/notesMaster" Target="/ppt/notesMasters/notesMaster1.xml" Id="R29a26733438a44fc" /></Relationships>
</file>

<file path=ppt/notesSlides/_rels/notesSlide4.xml.rels>&#65279;<?xml version="1.0" encoding="utf-8"?><Relationships xmlns="http://schemas.openxmlformats.org/package/2006/relationships"><Relationship Type="http://schemas.openxmlformats.org/officeDocument/2006/relationships/slide" Target="/ppt/slides/slide4.xml" Id="R85b6b7458b524b93" /><Relationship Type="http://schemas.openxmlformats.org/officeDocument/2006/relationships/notesMaster" Target="/ppt/notesMasters/notesMaster1.xml" Id="R6e3854f9c5ba41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3f5a5442cd1244a4" /><Relationship Type="http://schemas.openxmlformats.org/officeDocument/2006/relationships/notesMaster" Target="/ppt/notesMasters/notesMaster1.xml" Id="R3f69149104734065" /></Relationships>
</file>

<file path=ppt/notesSlides/_rels/notesSlide6.xml.rels>&#65279;<?xml version="1.0" encoding="utf-8"?><Relationships xmlns="http://schemas.openxmlformats.org/package/2006/relationships"><Relationship Type="http://schemas.openxmlformats.org/officeDocument/2006/relationships/slide" Target="/ppt/slides/slide6.xml" Id="Rc5609ea4db864ce0" /><Relationship Type="http://schemas.openxmlformats.org/officeDocument/2006/relationships/notesMaster" Target="/ppt/notesMasters/notesMaster1.xml" Id="R493adc52a1e049af" /></Relationships>
</file>

<file path=ppt/notesSlides/_rels/notesSlide7.xml.rels>&#65279;<?xml version="1.0" encoding="utf-8"?><Relationships xmlns="http://schemas.openxmlformats.org/package/2006/relationships"><Relationship Type="http://schemas.openxmlformats.org/officeDocument/2006/relationships/slide" Target="/ppt/slides/slide7.xml" Id="R8946d45b30384346" /><Relationship Type="http://schemas.openxmlformats.org/officeDocument/2006/relationships/notesMaster" Target="/ppt/notesMasters/notesMaster1.xml" Id="Ra12a7ca033444b9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327d922d8b4404f" /><Relationship Type="http://schemas.openxmlformats.org/officeDocument/2006/relationships/notesMaster" Target="/ppt/notesMasters/notesMaster1.xml" Id="Ra5ab5af0576940d7" /></Relationships>
</file>

<file path=ppt/notesSlides/_rels/notesSlide9.xml.rels>&#65279;<?xml version="1.0" encoding="utf-8"?><Relationships xmlns="http://schemas.openxmlformats.org/package/2006/relationships"><Relationship Type="http://schemas.openxmlformats.org/officeDocument/2006/relationships/slide" Target="/ppt/slides/slide9.xml" Id="R3ad3ef2120c64b1f" /><Relationship Type="http://schemas.openxmlformats.org/officeDocument/2006/relationships/notesMaster" Target="/ppt/notesMasters/notesMaster1.xml" Id="R6649757262c346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d3af07390454cdd" /><Relationship Type="http://schemas.openxmlformats.org/officeDocument/2006/relationships/notesMaster" Target="/ppt/notesMasters/notesMaster1.xml" Id="Rbf3628b14a79418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04d9fb808d24045" /><Relationship Type="http://schemas.openxmlformats.org/officeDocument/2006/relationships/notesMaster" Target="/ppt/notesMasters/notesMaster1.xml" Id="Rdc491f97bbe143b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5f082472b484ed7" /><Relationship Type="http://schemas.openxmlformats.org/officeDocument/2006/relationships/notesMaster" Target="/ppt/notesMasters/notesMaster1.xml" Id="R72b373801e8f4cb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c6132cf8fb14fbb" /><Relationship Type="http://schemas.openxmlformats.org/officeDocument/2006/relationships/notesMaster" Target="/ppt/notesMasters/notesMaster1.xml" Id="Rb790c739a0d54b1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851e7fd308c469c" /><Relationship Type="http://schemas.openxmlformats.org/officeDocument/2006/relationships/notesMaster" Target="/ppt/notesMasters/notesMaster1.xml" Id="R93d087668ac6469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fdf76b9ea5f4a23" /><Relationship Type="http://schemas.openxmlformats.org/officeDocument/2006/relationships/notesMaster" Target="/ppt/notesMasters/notesMaster1.xml" Id="R1b79a8ed09fb426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7bbc38abbe44d81" /><Relationship Type="http://schemas.openxmlformats.org/officeDocument/2006/relationships/notesMaster" Target="/ppt/notesMasters/notesMaster1.xml" Id="R1300f16c948941a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da2ddc800ed41f4" /><Relationship Type="http://schemas.openxmlformats.org/officeDocument/2006/relationships/notesMaster" Target="/ppt/notesMasters/notesMaster1.xml" Id="Ra43ab09344ed4c0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6188fa5fa7b4104" /><Relationship Type="http://schemas.openxmlformats.org/officeDocument/2006/relationships/notesMaster" Target="/ppt/notesMasters/notesMaster1.xml" Id="R1edbf17bc240417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d1b1f5162df46be" /><Relationship Type="http://schemas.openxmlformats.org/officeDocument/2006/relationships/notesMaster" Target="/ppt/notesMasters/notesMaster1.xml" Id="Ra340a62e9b6d4b8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6fc478693b04c9a" /><Relationship Type="http://schemas.openxmlformats.org/officeDocument/2006/relationships/notesMaster" Target="/ppt/notesMasters/notesMaster1.xml" Id="Re67aea6c0e89452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c03e58a10924150" /><Relationship Type="http://schemas.openxmlformats.org/officeDocument/2006/relationships/notesMaster" Target="/ppt/notesMasters/notesMaster1.xml" Id="R168ae40d54ec44c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44d16cc4be64de8" /><Relationship Type="http://schemas.openxmlformats.org/officeDocument/2006/relationships/notesMaster" Target="/ppt/notesMasters/notesMaster1.xml" Id="R922d8feb2408450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cbba979297841f8" /><Relationship Type="http://schemas.openxmlformats.org/officeDocument/2006/relationships/notesMaster" Target="/ppt/notesMasters/notesMaster1.xml" Id="R86d5266c5e9a4e7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69f2b78fd064c8f" /><Relationship Type="http://schemas.openxmlformats.org/officeDocument/2006/relationships/notesMaster" Target="/ppt/notesMasters/notesMaster1.xml" Id="Ref7c49812ccb4a9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c49ff0624e34725" /><Relationship Type="http://schemas.openxmlformats.org/officeDocument/2006/relationships/notesMaster" Target="/ppt/notesMasters/notesMaster1.xml" Id="Rd1d010ae489b486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86fa835604247fa" /><Relationship Type="http://schemas.openxmlformats.org/officeDocument/2006/relationships/notesMaster" Target="/ppt/notesMasters/notesMaster1.xml" Id="R664632c8aa4e495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a6e81be3e03488f" /><Relationship Type="http://schemas.openxmlformats.org/officeDocument/2006/relationships/notesMaster" Target="/ppt/notesMasters/notesMaster1.xml" Id="Rb3edb3a86b3140d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fefced06f664cd7" /><Relationship Type="http://schemas.openxmlformats.org/officeDocument/2006/relationships/notesMaster" Target="/ppt/notesMasters/notesMaster1.xml" Id="Rd079c606088e40c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b81775dc26e42b0" /><Relationship Type="http://schemas.openxmlformats.org/officeDocument/2006/relationships/notesMaster" Target="/ppt/notesMasters/notesMaster1.xml" Id="R115e597f69674f8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d6946ccf35141ba" /><Relationship Type="http://schemas.openxmlformats.org/officeDocument/2006/relationships/notesMaster" Target="/ppt/notesMasters/notesMaster1.xml" Id="R14ad322bdb494b1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 When a trace reveals a failure pattern—an interruption miss, stale answer or action error—we turn that pattern into a new eval scenario and regression test.</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point is not a single headline number: this trace links response timing, three playback cancellations, two accepted actions and 11 caller turns, making the conversation diagnosable and improvable.</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 If the workflow scales to millions of historical inquiries, the agent creates coverage and triage—not a replacement for the human conversation where trust and negotiation matter.</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46e5a37e5fa45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bd7fb7be9a647cc" /><Relationship Type="http://schemas.openxmlformats.org/officeDocument/2006/relationships/slideLayout" Target="/ppt/slideLayouts/slideLayout1.xml" Id="R007244bae1b4436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07244bae1b443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c0ba727a0be4547" /><Relationship Type="http://schemas.openxmlformats.org/officeDocument/2006/relationships/image" Target="/ppt/media/image.jpeg" Id="Ra666ffec10214768" /><Relationship Type="http://schemas.openxmlformats.org/officeDocument/2006/relationships/notesSlide" Target="/ppt/notesSlides/notesSlide1.xml" Id="Re955cd8739ec447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94ba969dfa94220" /><Relationship Type="http://schemas.openxmlformats.org/officeDocument/2006/relationships/image" Target="/ppt/media/image2.jpeg" Id="R384721568d954ff0" /><Relationship Type="http://schemas.openxmlformats.org/officeDocument/2006/relationships/notesSlide" Target="/ppt/notesSlides/notesSlide2.xml" Id="R3941c4306e6e47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54b086c6c5540d3" /><Relationship Type="http://schemas.openxmlformats.org/officeDocument/2006/relationships/image" Target="/ppt/media/image3.jpeg" Id="R4b293565706e4c07" /><Relationship Type="http://schemas.openxmlformats.org/officeDocument/2006/relationships/notesSlide" Target="/ppt/notesSlides/notesSlide3.xml" Id="R16f4e1f655ac46a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e6d3b9297144ad" /><Relationship Type="http://schemas.openxmlformats.org/officeDocument/2006/relationships/image" Target="/ppt/media/image4.jpeg" Id="Ra832d1a328ec4988" /><Relationship Type="http://schemas.openxmlformats.org/officeDocument/2006/relationships/notesSlide" Target="/ppt/notesSlides/notesSlide4.xml" Id="R4165ff940b524f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ea86f15b9404a9e" /><Relationship Type="http://schemas.openxmlformats.org/officeDocument/2006/relationships/image" Target="/ppt/media/image5.jpeg" Id="Rcb37d750a5214a53" /><Relationship Type="http://schemas.openxmlformats.org/officeDocument/2006/relationships/notesSlide" Target="/ppt/notesSlides/notesSlide5.xml" Id="R3c05dd9020474be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f6c4d079819472c" /><Relationship Type="http://schemas.openxmlformats.org/officeDocument/2006/relationships/image" Target="/ppt/media/image6.jpeg" Id="R1328a2594a4444f4" /><Relationship Type="http://schemas.openxmlformats.org/officeDocument/2006/relationships/notesSlide" Target="/ppt/notesSlides/notesSlide6.xml" Id="R54db1459f2d0442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374ddb4eeba480d" /><Relationship Type="http://schemas.openxmlformats.org/officeDocument/2006/relationships/image" Target="/ppt/media/image7.jpeg" Id="R1d0fb4a4df284d1e" /><Relationship Type="http://schemas.openxmlformats.org/officeDocument/2006/relationships/notesSlide" Target="/ppt/notesSlides/notesSlide7.xml" Id="R894dc4b24d0543c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c9097d2d1074da4" /><Relationship Type="http://schemas.openxmlformats.org/officeDocument/2006/relationships/image" Target="/ppt/media/image8.jpeg" Id="R545ed2ba6f4948e3" /><Relationship Type="http://schemas.openxmlformats.org/officeDocument/2006/relationships/notesSlide" Target="/ppt/notesSlides/notesSlide8.xml" Id="R4f66b23ddfd8421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1bf77b4113e4547" /><Relationship Type="http://schemas.openxmlformats.org/officeDocument/2006/relationships/image" Target="/ppt/media/image9.jpeg" Id="R1a3eb39aa4ad4d53" /><Relationship Type="http://schemas.openxmlformats.org/officeDocument/2006/relationships/notesSlide" Target="/ppt/notesSlides/notesSlide9.xml" Id="Re727218ca69148c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fb844cb66c646fb" /><Relationship Type="http://schemas.openxmlformats.org/officeDocument/2006/relationships/image" Target="/ppt/media/image10.jpeg" Id="R7e81a44b2efa4879" /><Relationship Type="http://schemas.openxmlformats.org/officeDocument/2006/relationships/notesSlide" Target="/ppt/notesSlides/notesSlide10.xml" Id="R3809681f729549e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e969f8fc3fd4c44" /><Relationship Type="http://schemas.openxmlformats.org/officeDocument/2006/relationships/image" Target="/ppt/media/image11.jpeg" Id="R2ff8b9ef55634464" /><Relationship Type="http://schemas.openxmlformats.org/officeDocument/2006/relationships/notesSlide" Target="/ppt/notesSlides/notesSlide11.xml" Id="Re19ecc654b45416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31f570ce3994471" /><Relationship Type="http://schemas.openxmlformats.org/officeDocument/2006/relationships/image" Target="/ppt/media/image12.jpeg" Id="R4dcff9f95cb642cb" /><Relationship Type="http://schemas.openxmlformats.org/officeDocument/2006/relationships/notesSlide" Target="/ppt/notesSlides/notesSlide12.xml" Id="Rf8f701c7709a431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9f6026e17084433" /><Relationship Type="http://schemas.openxmlformats.org/officeDocument/2006/relationships/image" Target="/ppt/media/image13.jpeg" Id="R805e65e8f7064296" /><Relationship Type="http://schemas.openxmlformats.org/officeDocument/2006/relationships/notesSlide" Target="/ppt/notesSlides/notesSlide13.xml" Id="Rcd569a5e6a5a482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647ab27ca144c55" /><Relationship Type="http://schemas.openxmlformats.org/officeDocument/2006/relationships/image" Target="/ppt/media/image14.jpeg" Id="R2d508a9f878a4a82" /><Relationship Type="http://schemas.openxmlformats.org/officeDocument/2006/relationships/notesSlide" Target="/ppt/notesSlides/notesSlide14.xml" Id="Re049a9b626bd409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96b10e0fca946f4" /><Relationship Type="http://schemas.openxmlformats.org/officeDocument/2006/relationships/image" Target="/ppt/media/image15.jpeg" Id="R4b12a7c20a7b48fc" /><Relationship Type="http://schemas.openxmlformats.org/officeDocument/2006/relationships/notesSlide" Target="/ppt/notesSlides/notesSlide15.xml" Id="R0e6d66244e66417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399467e01774303" /><Relationship Type="http://schemas.openxmlformats.org/officeDocument/2006/relationships/image" Target="/ppt/media/image16.jpeg" Id="R4c3fae533e094f1b" /><Relationship Type="http://schemas.openxmlformats.org/officeDocument/2006/relationships/notesSlide" Target="/ppt/notesSlides/notesSlide16.xml" Id="Redfc3d4f60f340b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468e6482eb346ff" /><Relationship Type="http://schemas.openxmlformats.org/officeDocument/2006/relationships/image" Target="/ppt/media/image17.jpeg" Id="R672403c7374e4f5a" /><Relationship Type="http://schemas.openxmlformats.org/officeDocument/2006/relationships/notesSlide" Target="/ppt/notesSlides/notesSlide17.xml" Id="Rc05a1fd114ab439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154eb8da2af4263" /><Relationship Type="http://schemas.openxmlformats.org/officeDocument/2006/relationships/image" Target="/ppt/media/image18.jpeg" Id="Rc7ba1ecb51f14b70" /><Relationship Type="http://schemas.openxmlformats.org/officeDocument/2006/relationships/notesSlide" Target="/ppt/notesSlides/notesSlide18.xml" Id="R62350e59d4db4e3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db5397ba3c54961" /><Relationship Type="http://schemas.openxmlformats.org/officeDocument/2006/relationships/image" Target="/ppt/media/image19.jpeg" Id="Ra05eca4655704dc2" /><Relationship Type="http://schemas.openxmlformats.org/officeDocument/2006/relationships/notesSlide" Target="/ppt/notesSlides/notesSlide19.xml" Id="R9184a5558e024d5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8bb9d6c49c1454d" /><Relationship Type="http://schemas.openxmlformats.org/officeDocument/2006/relationships/image" Target="/ppt/media/image20.jpeg" Id="R33e113c809e24543" /><Relationship Type="http://schemas.openxmlformats.org/officeDocument/2006/relationships/notesSlide" Target="/ppt/notesSlides/notesSlide20.xml" Id="R007b25115c364ad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d4e25cda033408a" /><Relationship Type="http://schemas.openxmlformats.org/officeDocument/2006/relationships/image" Target="/ppt/media/image21.jpeg" Id="R00be1c13c63a44ce" /><Relationship Type="http://schemas.openxmlformats.org/officeDocument/2006/relationships/notesSlide" Target="/ppt/notesSlides/notesSlide21.xml" Id="R76497f974dc64b7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e14be0bbf704163" /><Relationship Type="http://schemas.openxmlformats.org/officeDocument/2006/relationships/image" Target="/ppt/media/image22.jpeg" Id="Rc32ab898c4cd400e" /><Relationship Type="http://schemas.openxmlformats.org/officeDocument/2006/relationships/notesSlide" Target="/ppt/notesSlides/notesSlide22.xml" Id="R424c6acc73664af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2cfdca76ec74de7" /><Relationship Type="http://schemas.openxmlformats.org/officeDocument/2006/relationships/image" Target="/ppt/media/image23.jpeg" Id="Rdf6f40e21b0c4cce" /><Relationship Type="http://schemas.openxmlformats.org/officeDocument/2006/relationships/notesSlide" Target="/ppt/notesSlides/notesSlide23.xml" Id="Rcc96d57920b0441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1549643b6b84863" /><Relationship Type="http://schemas.openxmlformats.org/officeDocument/2006/relationships/image" Target="/ppt/media/image24.jpeg" Id="Re7bcbac3e0524b9e" /><Relationship Type="http://schemas.openxmlformats.org/officeDocument/2006/relationships/notesSlide" Target="/ppt/notesSlides/notesSlide24.xml" Id="R62831bdba5d247d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e7542a117814fbc" /><Relationship Type="http://schemas.openxmlformats.org/officeDocument/2006/relationships/image" Target="/ppt/media/image25.jpeg" Id="Rcae5cdedbbf44b8d" /><Relationship Type="http://schemas.openxmlformats.org/officeDocument/2006/relationships/notesSlide" Target="/ppt/notesSlides/notesSlide25.xml" Id="R38fdfe489435432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9e1c7a9e2b64d8f" /><Relationship Type="http://schemas.openxmlformats.org/officeDocument/2006/relationships/image" Target="/ppt/media/image26.jpeg" Id="R98dc94082f83425e" /><Relationship Type="http://schemas.openxmlformats.org/officeDocument/2006/relationships/notesSlide" Target="/ppt/notesSlides/notesSlide26.xml" Id="Ra697cb87ec87427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6cd84d0c15942dd" /><Relationship Type="http://schemas.openxmlformats.org/officeDocument/2006/relationships/image" Target="/ppt/media/image27.jpeg" Id="Rb5bac170713c4e92" /><Relationship Type="http://schemas.openxmlformats.org/officeDocument/2006/relationships/notesSlide" Target="/ppt/notesSlides/notesSlide27.xml" Id="Rf905ec002fee4e6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78a90c1f4124222" /><Relationship Type="http://schemas.openxmlformats.org/officeDocument/2006/relationships/image" Target="/ppt/media/image28.jpeg" Id="R794d17d5aaec4835" /><Relationship Type="http://schemas.openxmlformats.org/officeDocument/2006/relationships/notesSlide" Target="/ppt/notesSlides/notesSlide28.xml" Id="R8fd6510ac20b402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9acfae743e74849" /><Relationship Type="http://schemas.openxmlformats.org/officeDocument/2006/relationships/image" Target="/ppt/media/image29.jpeg" Id="Red354819dbb6456a" /><Relationship Type="http://schemas.openxmlformats.org/officeDocument/2006/relationships/notesSlide" Target="/ppt/notesSlides/notesSlide29.xml" Id="R7bc4b936600c405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ccc28126b44419e" /><Relationship Type="http://schemas.openxmlformats.org/officeDocument/2006/relationships/image" Target="/ppt/media/image30.jpeg" Id="Rec28aad898534605" /><Relationship Type="http://schemas.openxmlformats.org/officeDocument/2006/relationships/notesSlide" Target="/ppt/notesSlides/notesSlide30.xml" Id="R3f35a78cef5f4e9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a666ffec1021476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7CC7A09-9C3C-48C2-BCD5-EDDFCFAC3E5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724FF96A-4D55-4BEA-9DAA-CD2C8BFD729F}"/>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DFF6A3D2-27CC-48C2-ADFF-1D3CCF967A74}"/>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6AE25E9F-E7D4-4657-8E83-59C3A244BD6A}"/>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D74966EA-CB1A-4261-B697-5723E741B77E}"/>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1133128F-AAF0-4C9D-A3E9-8FA74B27548D}"/>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03E078E6-7C69-4C0C-ABE1-BAF6DDE1E8B9}"/>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B7CE833E-1EFA-4A11-B9F8-8F7F4DDD231A}"/>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F44F797C-E5B2-40B0-87F2-7F86874C2610}"/>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12CDC1F4-3E39-4E21-87CA-68F214625085}"/>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28C2599A-60D8-426D-88E6-A735BED03C36}"/>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6EB7E8A7-258F-49D5-B9E9-C5B5949E7CA4}"/>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2594819F-8708-4765-B2B8-09F89B80B8AA}"/>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6619BF83-0FD8-4B24-8E94-E81134354603}"/>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5BA42310-620A-4CAA-8B20-744D7FC774FD}"/>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E0E5C8C8-DCB8-47CE-ABA1-5907DA371054}"/>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9196A3A5-4506-422B-B212-7CC6707C936F}"/>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7E846DEE-5FC0-44F3-A7E4-31E16741C784}"/>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E6F4DC01-97B9-4EB8-BC38-811FE5239775}"/>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689541D1-7D60-48F4-BD92-1C246B07C005}"/>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30198A3C-5E7F-47ED-8D9C-BF631F840E8F}"/>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611A9A92-31D7-4355-A965-7EE8C6685C25}"/>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558F465A-6F60-4EAC-9063-6B23B6C3346E}"/>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0CD578E1-E2EF-4D3A-B075-B4E10A433655}"/>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E6262A71-69AB-43C1-87DB-1F5DAF99684F}"/>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883F1245-DB4D-4EA1-8B78-11B981EC7483}"/>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8F111FF4-6CF4-4ED3-BD33-C91C77C274C2}"/>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12B94B19-6870-457E-A027-2FF4EFFD565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23731217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384721568d954ff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61C3FDD-D5F4-4FEE-81A9-570B8AF22E2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5C7C139-FA30-4F9B-8FD9-7B7EF0F6459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4C9788DA-76F3-47F0-A1B8-C1895FB0FE1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98E62E1-87BA-43C3-B719-08CA55CD8CE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169D77D7-3EC1-4648-8B4E-064B8A5FF86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4B283C5-4B74-44DD-BE71-5DDE828CEC3F}"/>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68010440-C3CA-4C91-874D-B3846E1694CF}"/>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BC2772FA-6483-4AB9-959C-82F543FFBC9B}"/>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6296D767-2FA4-47A5-BE74-A5E6713CF049}"/>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4E00B42B-2BA1-46AE-AD24-AA107C7A6DE4}"/>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C64692A9-5DBE-436A-A44A-25852015A25D}"/>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F2239237-5F27-41EC-8003-F1593F3F95E9}"/>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CAA79EC0-3A6F-4B97-A4F7-A40E4AEEDB8D}"/>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FE4744DE-20DE-4226-8C4F-9DE546EF7DE6}"/>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5E5A3000-8CF0-4882-AC5B-5DAB32B5F180}"/>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98CF4A62-F2C1-4BC3-8335-B37575B79989}"/>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5AF202E1-A9FE-4143-B4F6-EE83C581EFE5}"/>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294022BA-ECC2-4A0F-9A96-3C1D88FF8F24}"/>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FB7A16E2-83B8-42A8-A40A-76E6BE552EB1}"/>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91DB9F4E-86A3-4DD6-BB98-A9542C693799}"/>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5809B800-10E8-4171-8982-7CE3F83FD255}"/>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70F7FE40-C6A2-42A3-A370-DD6AD0B5041F}"/>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CE271134-43DA-4FB5-8A39-A306AD6261EA}"/>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017E4218-A57D-4535-A32B-F9D075F6D5C4}"/>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7162A50D-1B54-4F54-B92F-7CA5E977BBF7}"/>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22A6AF7D-A7F4-4942-8BCE-CA8EE88B7625}"/>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ED4C89FB-41D7-49C6-8DE7-9A56B02BDAE6}"/>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C5545EA8-DC99-4C4A-AE9E-98B2D2815709}"/>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82CFBE79-21B5-47C2-8414-0E10CE067C75}"/>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7C554640-91BB-4F42-A47E-7CC082052667}"/>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F5132B0E-3BCF-4E9E-93A4-5DC79DE3A562}"/>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C5944599-DB29-4178-8928-B342E8B107D5}"/>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268FE454-C76B-4484-8C21-CDA425E8EF99}"/>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5AFDB4F1-75B9-4912-BDDB-5B86B8139422}"/>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32354191-3C49-49BB-923A-67F2526DD4D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162323446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4b293565706e4c0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FD86A3F-274D-440A-A792-EA63777074B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202455-A6BE-49AB-B92E-494A204BCFA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A7926F38-7C60-406A-B459-F19E32EF544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8DFD2BF-EC2A-4DF2-91A0-E09B2AA1BD4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C3F91CAC-0F99-4B24-8BE8-49344D91BD5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BC2106B-0643-4480-A3C4-68BBF9F6B03B}"/>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A175F8F1-098B-4968-8379-44054F712CF9}"/>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B61F29CD-2B21-4AD1-AD21-EE1096DA8F32}"/>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5F07F1A6-4356-44EA-AD95-642CFD4AAC18}"/>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93A4ABD1-A9A1-4F86-A0F1-DD53A468C1B7}"/>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435F84B5-754D-41EA-99E8-68AB266F3695}"/>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EDC53EF4-5CA8-45BD-A988-8C338F855D0A}"/>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78374050-3136-4C55-9E1D-F97C82BD57FB}"/>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48126110-7394-4C73-8AD3-6A275005ED62}"/>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5083A977-88E7-401A-A5B2-00571E1451F9}"/>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6F093D81-87D6-42A2-B414-C2DF78EDAF43}"/>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78D9E35D-90F6-421E-9827-144973BC1BFC}"/>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998BCA61-8338-400E-BD1C-A8A4ED043B30}"/>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8699EE9A-0747-4032-8A81-598167FD48A0}"/>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1C38611A-2EDF-4522-971E-2956EFD7E2E2}"/>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7F0F5FA7-F8C2-49A2-8B80-3BD63E3F44AA}"/>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048821F6-63E4-4617-A743-A48E3068245F}"/>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CE2E1917-B4B7-4753-B156-A1D19844B319}"/>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3F599E55-6B3A-4C17-9387-B75D29D0AC44}"/>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2B97FAFE-731B-4A7F-9EF6-194216AAD6D7}"/>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685643E0-DBD4-4919-93FC-9EE3AE1A6C6B}"/>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118CD395-1124-442B-84A9-DF972E1D5FC8}"/>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C36CC0F0-535A-4EA2-9118-017E85A333AB}"/>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3B41CD61-A559-41E0-AD71-F3D0336136A0}"/>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BE961913-2863-44A7-BE9C-528B19EACFA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198810116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a832d1a328ec498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96F92C9-853A-4379-A85D-CBA3E2E0585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4136A54-753C-48A1-9587-8AE9F6318DB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A45BE219-F452-4EB8-9492-F13A5ED4C8F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14532FC-66A0-41EE-8860-A74CDD68EBA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63709707-B360-4CC5-9288-FE82C1E93CC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147A828-7934-40C2-8E18-B5838BE7D8FE}"/>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E17FCE64-9451-41EB-8A41-640F2FE038D9}"/>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8021FC15-0B8F-4575-B434-296E6CA25D9E}"/>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D20D5650-387A-4968-B3D2-FB0C9ED699D0}"/>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B29DD48E-C648-4590-B8AC-BE67AAF100E5}"/>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C2AC6854-A83A-4B33-8442-C2CB46397BD8}"/>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8226C41D-EB4E-4420-9F77-AFF91E86F3F8}"/>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41F9E76C-78C7-45C2-B1C4-364EFF6D4618}"/>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5AD3BCDA-B1DF-4204-930C-215A338C8957}"/>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A8098B8D-BF0A-4F66-9C41-CEC32D10B04C}"/>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BF20AE65-2A0E-49B6-9CA3-26FBE1BACD89}"/>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F5EDD814-234C-41BE-9ECA-F410C799B27E}"/>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5A39114A-25AD-48B6-9F50-76BB2844B5F2}"/>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F743955D-F4C5-4F58-9FD2-16B72681E651}"/>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55F5058D-5ED3-483B-9EB1-62B1721DBB9E}"/>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C5679E90-CC46-4145-9645-EF6FF5F9BD5F}"/>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458CAF25-55BA-495C-A54D-D59A51C2CEE6}"/>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6519058F-B914-44AE-AA47-F37B6834A467}"/>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A4952D95-9CB7-494F-B9D3-D583C1631F16}"/>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4B822C7F-C096-4895-BEEA-27E5E99FA7D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40756493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cb37d750a5214a5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D0F672B-A2BC-41B0-ABA7-6F9FFD7CCBE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BA0B598-3A46-4EE5-9C46-E14D20D6C75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96AA835F-5D6A-4937-9CD4-CD02DA17927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74E970C-503E-4E73-AD9A-5C2F2DFBE1E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1F816D2B-E5AA-4CB5-9A8C-3B3AA524427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ABA3315-6CD7-457F-83A8-E430537B07BD}"/>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20E8385E-4A26-471F-AE8B-F7D883C0F3D0}"/>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BD6AB881-B5F5-49D5-9309-68FB8620EB61}"/>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A225760B-BB0F-4883-89EF-3DDF77C850A4}"/>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D1090AEB-D3BC-4C82-B7C2-AF20F0DD827C}"/>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7EB0D30-8A4D-4F29-A96E-18903D3DABF3}"/>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079BCE0F-CDCD-4B76-B043-A73868C5B0FA}"/>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A6170E71-E337-4877-922A-C95067B8346A}"/>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E6F1197B-0960-4F61-A224-0D01EA64BF52}"/>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FE5791E7-B055-43C3-9B7B-EB96E4FE5EAB}"/>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0A4683AA-9B8A-4EC0-BDCA-EC85AA5308C5}"/>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ED1E4963-F67B-458A-BDF7-F917E1D377E0}"/>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DDE525E7-3FCC-4AF1-9A0C-2F7C4755FDC1}"/>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551F2FB4-61B6-4E46-9BA7-D1C003664E62}"/>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B8E98029-2D07-493C-8FCA-7B4BB1226062}"/>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9F2BE41F-07C3-4DEA-AACC-39D78AFE2FD0}"/>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2A09B6FE-1889-41A4-9B9D-D0E84A20F665}"/>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FB1BD8FB-22EC-423F-AB07-E4D3DFA0338F}"/>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83B07AE2-A54A-49F0-945E-42B630CFE475}"/>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68128AF3-4CEA-4246-BE98-4FEFC6B8FC3F}"/>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F62F5522-B564-456E-A1D4-B0C403140380}"/>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83EC5128-C495-40B7-BC08-33C26BB5CFA5}"/>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65C7E7B3-9E8B-4BF5-9B46-4BB4D618BE02}"/>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CD7319F1-AFAE-4E1A-8965-97AE54AB1337}"/>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BEAE80BD-DDA2-40C1-A778-BF483F5F468B}"/>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0389591B-BBF3-4387-A884-29D151A1A74E}"/>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3CB868CB-922B-49FD-8008-51548D05795E}"/>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F12AE698-A22F-4E5F-9C4D-C603DE8E3D8F}"/>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52B8FB59-A8DA-4C3D-A78F-BC50E0F31480}"/>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9BB9FE99-D593-44F2-B0DA-043F47DEFB96}"/>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8D4844DD-0B6A-4426-9155-CDA18BAFF0D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183976001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1328a2594a4444f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578FB25-02A8-4335-98D5-1CF7B339EF1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49E9057-A29B-4E2A-A91D-0EDC358B061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5AA88147-F577-49C8-87E8-1507AC7FF2D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7C413B9-C91A-4AC3-96E8-865EF1CA8C4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008797EF-B17B-4A13-806E-81DD9E6AA93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1B19122-1FFE-4FD4-8643-0D7F7D3DD98C}"/>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D33D19F5-749B-4794-A18A-77D8D64EA581}"/>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ED8E5009-60E9-483F-B58B-6CBB8465125B}"/>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A8B2DB0F-356A-4EF9-93C5-C450B986F90C}"/>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1364DD7B-5748-43A8-9E56-E0DF935D9419}"/>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7A2BD015-E5B2-4D39-BD9F-B78D9B255422}"/>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3C280EFE-D69C-4BE9-9ECA-023C350546A9}"/>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83888BF3-E854-46B4-95B3-A60E1EEC040C}"/>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A3F59782-9AC4-46C2-9845-CD2B4A9AEEC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70734340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1d0fb4a4df284d1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7DA396A-DBA8-4ECC-963A-7952DD7BD92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1DCB01D-4B7E-44F5-820B-700689034E5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3915B63A-3BE9-4F3C-BED7-633A4A87BDB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3F0920F-B83F-431B-AB13-FBA5CC82838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6DE4B296-D55E-447B-8B65-142CE069022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E723AD9-828C-40FA-A3B1-C36CFFF067CE}"/>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1046CF68-34C3-4F88-8ABD-F5883E0464BA}"/>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415BB748-46ED-4FFE-81E9-12778B020B4D}"/>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BDED9793-D8EF-405B-9CC6-A85796C125C5}"/>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E60E2D8B-FA66-4F09-936E-07434008AE90}"/>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0382E8D1-7A09-4E96-84A5-7E8254BD976F}"/>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E6E6145B-7F37-45CD-BC4E-B65A9A02256A}"/>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6CABAD11-D4AC-4B39-86DF-FAC3A1BF6F12}"/>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307974C8-8D38-4B1E-A512-70FDE90C3164}"/>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6F53FF76-13FE-442C-8B61-046C16C2C787}"/>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37991621-8B36-471E-BDE9-7FBE0C7367F0}"/>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C260F8F6-6104-4E6B-8C39-2DA054C55597}"/>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542C63E3-C363-4F55-93D0-1E883C693E5B}"/>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A8B071EF-453C-4A09-AD95-DEE9FC447405}"/>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699E4C3D-BE42-4C5F-8A4B-F30218C62D29}"/>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21B6BD59-7D16-4F33-B7E4-937A5F40A9B8}"/>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6F4CB4DA-A391-4534-9F5D-313260ADDF87}"/>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172CC497-0BDD-457C-A75D-3897E48F9CA8}"/>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50C56C64-D817-4813-9E43-78EA2843605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52425182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545ed2ba6f4948e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2437850-BD1E-4C44-BEED-A27040C648E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56E93CC-3FC1-44DF-95A8-1D7307ED769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43A7F9C0-B5F2-4DD4-871C-B8F15CCAFF8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B20D8EF-2697-43E4-A7CB-ED5FC1DEB3B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BFF581F2-0613-4A81-A3FF-27ABFD9DEED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0BB2F49-7455-4583-B7EA-9485E52BA620}"/>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F113FFFF-1A7C-45A8-97F1-0F9D1DD0065F}"/>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260C7343-EBD9-4416-8530-F4B2B97244F0}"/>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D70F7FA1-8387-45E3-BD78-C74393865532}"/>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AB744C47-D351-4BC0-8A2F-26201946EEC4}"/>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6AB9F45E-5132-49EF-A6B6-E45EDFF98A2F}"/>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D0C23140-11D1-4E90-8978-6C3E3D21153F}"/>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6CBA8304-28D4-4ECF-ADA8-B93E14E4A6DB}"/>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F1D7BD69-B78B-4D63-9829-C135A6C7F2E0}"/>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955679DA-B2E1-41B7-8C53-6A4394B7F08A}"/>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F3D10AA5-4672-473C-AB12-B8FF1AA9225C}"/>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96798FE3-7BD4-4511-A91B-7456E7DFCCDA}"/>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516A3B0F-30B1-4CCD-8555-33685B7F1CA2}"/>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CB9F0BE0-3DEC-4C55-93C3-902B60BEB889}"/>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3E8FE17F-7163-42A3-8D0E-8C2ACA236DCD}"/>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39AC5B85-13DC-4A27-BD41-67CCAF21B7CD}"/>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6865BBBC-0D30-46D8-BB44-343D1711A43B}"/>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782E2990-E812-4399-AB26-C391B17C212A}"/>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EFA87CD5-FDA4-47BD-8282-A9D6EA0B1060}"/>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486F6857-B489-4D71-B77A-04340ACF9716}"/>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059A0448-86D5-4925-9B1E-87A53D14F903}"/>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600E4369-95E7-4BC9-93C3-F9FD4F20A5E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49179746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1a3eb39aa4ad4d5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A4DB27D-A21A-4841-92B5-871D55148C1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1A6809FF-3E06-499C-8490-635600EE9F89}"/>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070C39C0-EEDC-4579-B04A-A6BA4614DB16}"/>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AD926E96-F61F-453E-ACBB-93BA6FBE5961}"/>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8699143E-FE15-4B75-B6B8-CEDCA800D6E1}"/>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D76EEFEE-418F-416E-89B0-74A552383E6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9635008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7e81a44b2efa487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A7D3A2E-116D-48BE-9C96-2969EAD9A72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DC32858-C771-4E77-885A-C4F366A9ABB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FD164BD8-FF7C-4EF5-A3AB-60A77A65871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3144C1B-865D-47A6-9E3F-ED638FDBB58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3F9A6E6B-CD27-4F4D-842D-C3D4D738428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46A9E91-C792-46C8-B584-360D4F8EA2A7}"/>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EF4CAEB5-D22F-4BBB-89BE-C56449BE1AEA}"/>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921144D-DD20-4730-95E3-65F61DCEB765}"/>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562D9E9C-DADC-49CD-9FDB-1C38FFED21F9}"/>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A8625E49-517A-45E7-92AE-D78E1582E618}"/>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89B24B95-57F6-499F-B765-D0361FE82172}"/>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F9177DC-44E3-469E-B2E6-123FC4E371DB}"/>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35827397-E139-4183-99EE-BCEA0B8D9AB8}"/>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7B2AD391-0347-43CA-A37A-FDC72F1C1E16}"/>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124F1A6D-FD63-4066-BC4C-29F7D7094A96}"/>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14C1C6B2-E302-49A6-A45C-1958250C26E2}"/>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94D89765-3C6F-4437-ABC4-E260C8B2472A}"/>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92C8D3F2-062B-4372-B302-A63522CEE754}"/>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D103EE34-2B83-4247-8AC6-26855C721395}"/>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95E159B-DE6F-4762-ABAF-9EFC5822F6D6}"/>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8D7EA067-0FDB-4A7D-8908-88CFB3BFCBF2}"/>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8B89867A-9CA8-4F64-9053-2BBB6CC9C0A8}"/>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9EF49F97-A430-42F9-B4CB-868C1E5B6174}"/>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1C465EC2-47EB-4472-9ACA-4B48B1936A24}"/>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B4AB102D-E153-4422-88ED-3C1113185F6E}"/>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38988AFA-3E18-4C0C-A4C2-C2154FB01DD1}"/>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A2114FD1-B940-40C6-947D-662F458D08AD}"/>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21E9AC17-61A3-4397-B24C-C1A0E01962C3}"/>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0B93C931-8FD0-465B-944B-E8F6A148DF28}"/>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B7917A07-0543-4333-8241-25BE908919BA}"/>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4BE8BCC7-EA82-4846-A6E9-FB3B8F2DCCDB}"/>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9B641371-5921-45E2-9985-09A4D7AD156B}"/>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DD3D2B4D-8B53-4517-9192-A5EFF148E853}"/>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AB6691D4-4DCD-44FB-8171-A0252F72AE8D}"/>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85C85A26-3AB2-45FA-BD0E-4DD7A6BE77E9}"/>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321065DD-A776-41BB-A881-887C5EDC1972}"/>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9D2FF0EA-D738-4260-87C3-ACACFA817CA4}"/>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98EFB83C-DEDF-4239-A18E-5B66F141F740}"/>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17C8148A-8FF6-4C75-A686-EC4EDE954C2C}"/>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58054ABD-CA80-4DF5-A549-1059AB69DEA3}"/>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82827355-ED49-4776-9C7A-6D603AF9A072}"/>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BEEDB03C-CB17-40EA-A77B-AC52EEE6C02E}"/>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5FDD4888-AAC2-4A01-B447-92E62DA72DE9}"/>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4CC2B889-48EE-4080-A0F7-38E0445BDB39}"/>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59F242A0-3F9E-490E-A4E0-739E521E99F9}"/>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9EE6CDAA-41E1-4E6F-9572-AD09C9091BF5}"/>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43DAD80-896D-4365-A80C-8DB27A9E172A}"/>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79CC2DBE-898C-4F75-8504-6214CFA33739}"/>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B45D47D4-D176-4CAD-A12E-C5D8559579C4}"/>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8D7F6CEA-1F6B-4763-B28B-EA9DB27A4350}"/>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F7BE3742-EE68-4D83-8DF7-E1CD6AC5F149}"/>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38F5C0A7-BD2E-4C25-9710-A490B73F3E91}"/>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30412157-3C7C-4294-A859-7029CA8FAFCE}"/>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769F9963-727D-415A-BB86-2F777C07F23D}"/>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945A4030-1844-4B32-84AF-1DF214B31FA9}"/>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DC053A2D-4113-41D6-9E05-29B33F8AAF77}"/>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3AF2F135-4A14-49BF-BF72-A93B191BDDBE}"/>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0BCE7795-BCB6-4F6B-847D-4F48302AED59}"/>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5F5A6116-80F6-4F14-A607-0732337131FA}"/>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45AF7E5F-F4A7-4C18-A1E0-A7F8E68DF978}"/>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14FF8793-6EC3-4664-A80B-772FCCE03940}"/>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D40C22C9-E311-4342-BAD8-F3B3E8C3CEF0}"/>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1B4FD275-5658-4F78-A5E6-752651983450}"/>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BBB31050-8F2C-48CF-820A-3F36019E5333}"/>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90AFBA20-AD53-45DF-ADCD-1979FF320D35}"/>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BC821679-7E7B-435A-9451-FAB2CEDBE1E6}"/>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2E1474C7-76B4-4DDF-93EE-C75EB62F2B36}"/>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48BBFDF6-D41B-4C27-988F-A4BA2F6C951D}"/>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D3811F1E-E021-4B05-B2D4-DD4BF773BDD8}"/>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C909491A-CD4B-4E0D-BECD-A6A116B9DB6E}"/>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0E1C13BC-F0C0-41F6-9E5C-5C08638C81CB}"/>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5CE24438-B210-427D-8786-4828756302C1}"/>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C5FF501D-41AA-4681-891B-B494EFF26E13}"/>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4EF5AF25-6389-4D68-B447-D9ADEADCA7FE}"/>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8BC9227C-5709-4FEB-81B1-F2F35B43DF0B}"/>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5A1AEB8A-C7D2-491D-984F-C0E0EBAB133C}"/>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842CA8AC-23F2-482B-96BC-7D2DD374B398}"/>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22EEF33D-CF27-4EF8-B52E-8A2340EC0F5E}"/>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32067059-14CC-49FE-A638-91BA859945B5}"/>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CF53E396-A096-4158-B1EC-B1B0A6CCF94B}"/>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B7147A2D-7D31-4854-A7FD-4C4EA751D20A}"/>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C4081921-0CCD-43EF-BCF2-A81B84C9F8B6}"/>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726E6D1A-1009-4C4F-9FCB-FDDA2940FB8F}"/>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D6BFB3DE-E7EF-4AA8-9D5E-5EF54BCF9589}"/>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4D0A8B83-C6FC-4D3E-B0D2-3519FEF27201}"/>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D7720E49-0286-4F01-9F9E-77B45398229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69585277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ff8b9ef5563446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9722927-A66E-4C6C-B21E-8E3126ECAFB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D46EEAB-B7E1-4B27-923E-131274EF17C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97CFED27-798D-4259-B461-380C4F32235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9D4576D-DAE1-4E90-978B-4C6CE79FFEE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2E57141D-A168-4C2D-9F8E-1A04218F019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9FA64DB-FB8D-4430-8B30-3F24E2F7B831}"/>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C8425A78-7278-4C9A-A8E6-D59A7649C90B}"/>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68A8A30D-E9A4-4702-AAF4-5D406A371450}"/>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644F7C9-0CE5-4362-AECA-8CC4C196E9B9}"/>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8FC317E2-FFE1-406F-A8D9-8354B94D3B0F}"/>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9C5E1560-1F3D-477D-A530-C7A6310BCF3F}"/>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D575887-1397-48C0-8799-D96D66760930}"/>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5380E521-C865-4F6E-A338-6BE948657592}"/>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F5BAA04B-6732-46CD-AF37-AE1F944AD926}"/>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C733729-7368-487F-B22B-C9E35F0284C7}"/>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E5B2FDBE-B452-4A27-888A-7E916F053BCA}"/>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16AE8FC7-B5DA-4DF8-B091-761BF69D9521}"/>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261CE58-E230-425E-84A9-4F2D743E902C}"/>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2A4F8F64-FA13-4D37-85BD-35A5B41D6F3E}"/>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F67C4AD6-70E3-460C-BEE2-7D3D6C95764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167197814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4dcff9f95cb642c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C53E6DC-0977-4344-B38D-F09093AEF28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4FA2AD3-EC73-4D3D-AF23-361C02E0C6B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9D91869A-D8F0-45FA-8A16-FB210D3A632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1FC7F7D-D3B8-4A3D-BC26-22789CEC2E6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36DF46F3-5443-4EA7-A38B-1CCF46CF441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E92A460-3D9F-4F41-9A63-0E387E96119B}"/>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9F404A91-5006-4DF6-BA17-7F996749AD66}"/>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0A678753-7A73-4328-866E-C3774EBE39DC}"/>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65DD28B6-3E80-4176-9FD9-03CECCE75821}"/>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A0B889CF-1CAF-47F1-956C-2CD25F69236F}"/>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29EA7515-4075-4C22-924A-BB07E2A7AFCB}"/>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90CD7385-3C18-46AC-B4BE-3A2459176F6A}"/>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64967A84-6663-493B-AF27-981728213AC2}"/>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BA0D66CE-7312-4D24-B9D9-DE154C0208F0}"/>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386B261A-1570-47E0-A4BE-A97A13E05432}"/>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450E9DAA-CBE7-4FDC-9E1C-B1D9DB8F8B03}"/>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F4C42BC6-924C-4B35-93C4-7F002A0BC39F}"/>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A837C53C-4217-401D-A902-635DEC01B9D2}"/>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CE7050F1-AEA5-4B93-98E8-CBEB8B96ACF1}"/>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EE27E29C-3427-4E15-92CE-E9C68103EDEA}"/>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DD1093E-1C5C-4DE8-9681-6CB6F711B7D4}"/>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3A9C4066-E004-4EDD-B3B6-42C26C3F279D}"/>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6224BE03-952A-460B-870B-962FF6674A75}"/>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6648DFDD-7E2A-4E4E-8CFA-194C763CD140}"/>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1627EE24-BCEB-44F6-BD54-0F9021A1EF9D}"/>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E3589023-0D19-4C81-8E16-401EC3218137}"/>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451761A-0550-407C-8387-59DDCD10FFB4}"/>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F6F25A22-6086-4504-838B-112A404FE19D}"/>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A06429CF-998C-4392-815F-D743350C9358}"/>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1B5C4DC2-BF2F-4456-9D00-0F9DAC840B9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33947154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805e65e8f706429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5A3C1D9-5DB2-4D86-A664-8F15182DFCD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6AFF271-BD6D-45AA-9867-8EF7BB4F1FE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1109C476-A51E-4397-A5F7-CC765C2589C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2B93995-1DB9-4293-9BAB-F10E3432E1F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0F389180-1840-48FF-A95D-114F1318962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7036679-025B-462B-A532-9D53134D2D4A}"/>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23488DD8-EA19-46B5-8434-8CE305B55895}"/>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13AC0A1C-E0BD-41B9-9294-F6C97C67E8A4}"/>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DF670BBB-CA05-4F0D-8C0B-9C2D1B3B4C5E}"/>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D028F2E0-5F8B-41A1-9EB7-3C0D85973EE9}"/>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CF9D6886-B243-455B-B879-42CF2B77A086}"/>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F9E7D2EC-70ED-4759-8F17-1FFBBB9A6C49}"/>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EDA4395A-38BA-48E7-ABD7-C1F1EA231B06}"/>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412E8299-5CED-48A1-A0EC-BE10679CB932}"/>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119D265E-AB94-4838-A521-B52E2ADF8B9E}"/>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A8808A2C-AC4D-4DA6-B5C8-F73CC25FE80D}"/>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A64A21C5-C816-4055-AF64-F1CAAA0E1D93}"/>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013F543C-EF02-4823-B362-F8B3620CF359}"/>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E07A3AA8-A4D3-4022-8085-4BF25E0C6E59}"/>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3DB0600F-DF3F-45D5-B39A-0E0A74F1D8F4}"/>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4C476955-E805-4388-8586-2557545FA25E}"/>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85F0653D-0028-4529-98C6-0189B9D208E0}"/>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B8499B8F-B185-415C-9918-55B75BC8E1FD}"/>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35412B4B-4D83-4D1D-95E6-A96C1015DEE0}"/>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7BB6F06A-92B8-4E1F-963E-AD6BE5F11068}"/>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BEF7716F-0899-4D65-A6FC-08565D816615}"/>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66DB6F15-8A2A-478C-9BD5-E1831A31BA47}"/>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EF713B5D-3B0E-49C3-BD53-C23AD65E1F5F}"/>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A571EA4A-1441-43FE-AF65-612664FD31A2}"/>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07AF5AE9-9678-42FD-9957-BC36730A3DE4}"/>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B7C1DDC7-C492-4988-B6CE-0912611650EE}"/>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B0FE02CE-C373-4259-BC7D-6DC17BD997E0}"/>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5949FC8D-7894-4285-BA10-EF449D451843}"/>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144A4A0B-4BE1-4C41-8062-7DD2E3358EFB}"/>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2E6AB0A2-9C64-4255-B752-B988FB2B413F}"/>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44155322-F264-411B-AC6A-4A21E8CD16D2}"/>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3C71792E-7DA2-46CD-AF08-E4AF5BA3C08A}"/>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5B870100-5146-45AD-8D42-1D8B4A62902F}"/>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37D203F6-16BD-4B8F-BD80-F546CF4D6684}"/>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181D3E7A-BEC3-465F-9B31-9333A804CE91}"/>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40F1042D-DADC-485B-AC62-1E9729A75ACC}"/>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BFEF573C-0505-499A-9F4C-18C3D7A5251A}"/>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F1DDA965-AE8F-4255-8E51-B1B982B71C00}"/>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F3263FAF-0CC3-42CF-B4A1-D64EA02B32E8}"/>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FFAF1862-14DA-4942-B74F-1C81EFD00E17}"/>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08DC9501-9CC2-413B-B9B7-0A6D1E01556E}"/>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4A48AA7B-C00A-457D-A5BE-D8434559D9E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60353680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2d508a9f878a4a8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EED7CB0-AFC3-488D-9FF0-49818767A05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A02DD71-26B1-41D7-8BA0-DDFBDBD7AC9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E3B5BE75-B0EC-4DE2-9642-90FBA8A5C45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D970BB4-DB86-4FC7-B14F-205DAC0FEFE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693A79B6-5CF0-4E22-8E69-E43878C425A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0344E91-322E-41D9-B65B-0A4F74592499}"/>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C278618A-D0C7-4AAD-887C-89E6307E37FD}"/>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2E9BA1AE-2039-4E61-9628-7684C1C68C9F}"/>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676B526C-C8D9-43DE-87C8-514B98E15FA3}"/>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C82F3301-D611-4BF2-9BAF-058D9CEBBADE}"/>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4582EBC3-91C1-4760-826B-299E616FEC75}"/>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14B5C66C-0EC3-4379-A9F3-61FA10080340}"/>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945E71AA-ED34-4A21-BD20-596C2D1E406F}"/>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6C0B08BE-AAEB-481E-9552-C4EC346821AE}"/>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E321274A-3F3F-4582-9BFF-0EAEBECE57F1}"/>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D15A2062-CCB8-4EC6-9667-9D482BB5D0CD}"/>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558AC300-9334-492D-A689-641EE01EE86F}"/>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6CD10D14-DECD-4B31-8588-5D08632830CC}"/>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FE9228AC-B617-479C-851E-0E0E58B0ACD5}"/>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73195201-4A3D-4975-97D7-8C91137E9FFC}"/>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FFF2AB9D-39AB-428E-A97A-5DDEDCB9A25F}"/>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64CC4F07-6817-48B4-9965-D192AABBF9EE}"/>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F9E60230-5448-4C19-B292-ECD16276CF8D}"/>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96B8A1E4-9C19-46A9-AA22-FA03648602BA}"/>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C0A9DE0A-7E10-4F01-9D77-4B18B7974A72}"/>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3E64A764-0D3F-4D65-A385-36CC7347F80F}"/>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95A58569-E549-4190-876B-F3DC0E020335}"/>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1D60A1FF-5003-4599-BD85-51338152B979}"/>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C379A680-37F8-450A-A762-85FD9D7D2150}"/>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C7BC73CD-1A5E-4EB3-B1CC-12E81D83D47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212051957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4b12a7c20a7b48f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472F322-0178-4AC1-91C5-BE79258EBA2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5931D5B-E95B-48DC-A765-9DB66027A3C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EFCD6B4B-4DBC-4F31-A646-D5CB0A09949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31F0A68-3AAF-42E8-B39B-0397F713847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A20BE9D2-9F63-49F1-AE8D-736B5146659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86AFA0F-4F1E-4BB7-9E1E-352E67E6621C}"/>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AE789BB0-7516-46D6-A700-803A1C9DE8C2}"/>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A329295D-D447-49CC-BAF1-1D68EAE13608}"/>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9771F5B3-08AC-4B05-9308-84250FF7322B}"/>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EF96BE4B-CC1E-48AC-B4CE-00DEFB9637BC}"/>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34A63236-EFCA-43C2-90B0-B23E2C3FE4E9}"/>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DAD8DCA4-1A1C-401E-AE5F-BE9296AED386}"/>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5548186C-8EC1-4BF8-9DDB-62384A9B591C}"/>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E14EF2B7-C2F3-4CBA-AAB2-DD7D7802ECA2}"/>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BAD4F803-7CDD-4910-8B14-88E736135C24}"/>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72460435-5353-4347-B608-86639E354755}"/>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AEED6FF9-30CB-43C5-B050-FE7F66DCBB10}"/>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77D372D5-1551-4E16-9ECF-61485A28362C}"/>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512D6ED9-9BBD-412A-B62B-B2C7439DA355}"/>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FA28F42F-EA88-41D9-9DB9-66D91762680F}"/>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02E564FD-2BE8-4F09-8020-838079B29616}"/>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FB556D4-097A-4779-AAEF-100E5FD88A01}"/>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162313D7-F205-45AF-9DF3-123FBEA46179}"/>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B3DB061C-E478-4317-9094-1A500591362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47775040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4c3fae533e094f1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3698C0D-73E3-4263-B411-98B2B4B8D2D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7AE1ECE-5806-4135-9E49-7651C0504E0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AA35BE28-2DC5-4AA8-83D2-774A99CCCCD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0DD2032-F82E-462A-A894-551496FEC1B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B14C04D2-1054-4751-8B22-C08827ADDCF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0BAB8D4-68EA-458F-9434-E3455A663BD1}"/>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6ED856A8-6D9D-44C8-A270-B5539545C225}"/>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C2AB22AE-0796-453D-AB67-BB210AE81F54}"/>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96724A94-2BA1-4B88-8F29-C8D2D333B577}"/>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C03DD971-CF1A-4811-AF2C-082DFA3DE487}"/>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18C4889C-F680-4C5C-81C9-8027078EEF22}"/>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F22395D4-A60D-42FA-8186-BB8BF9D07937}"/>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F1883626-FFA6-453C-A263-34C5E7265F82}"/>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B922931C-9E93-46F0-8EA5-54463632CB42}"/>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38804094-AF6F-481E-AA69-1966C78DB62E}"/>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335CB82A-CF6A-4EB5-A8DD-9EA321F6F9E5}"/>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0CEFE0E3-7376-49B5-AB56-B0569ADA06B2}"/>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359EC337-A04C-4A16-9A0B-6547EB8E3E41}"/>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585D9522-A872-4EB8-8F8C-652EC575C829}"/>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CF221D66-5411-4485-A828-3B43D7F4501B}"/>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7E0D114B-76C5-468F-BABE-D157B1E119E4}"/>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A30A3BB4-E1B2-4573-873E-8508EBE85E90}"/>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1648EB7-5B9B-4CBE-8F96-1C740776F3F1}"/>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6A14CAF5-D0B3-4FF0-9F5B-370CA47BDDBB}"/>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E9CF8164-7404-49E4-8A0B-F76ED8112D7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93380892"/>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72403c7374e4f5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0773060-7263-4785-AEF8-0677C727E3C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1F3313B-BDE6-4C9D-B64D-2269AFCAE4B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215C98E0-FB5E-40B0-BFF5-658412C5E7C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303D2E2-CF73-4CDE-979F-14C69018C05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925CAF58-9605-410E-9A91-D2723F514AD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AE9357A-E90B-499D-9A6D-79416CE4FB39}"/>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2B6F3B75-64D9-4B47-8D48-305B60C1427F}"/>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5134F156-DE27-46A9-AFB1-A0B651994157}"/>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DE22A122-487D-453E-B567-08EF0D428090}"/>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19C69367-5CA0-4C57-9192-934758EAE351}"/>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F9BC6CCE-5674-47BE-AAFB-CD697ED88548}"/>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88070FE1-C5A4-4ADA-9642-3CEB2F2FF293}"/>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1E96A666-17C2-4DFE-8BD1-5BDAD7FE68BA}"/>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7CA05DDC-141F-48FC-A0B8-528F2B311ADA}"/>
              </a:ext>
            </a:extLst>
          </p:cNvPr>
          <p:cNvSpPr>
            <a:spLocks xmlns:a="http://schemas.openxmlformats.org/drawingml/2006/main" noGrp="1"/>
          </p:cNvSpPr>
          <p:nvPr/>
        </p:nvSpPr>
        <p:spPr>
          <a:xfrm xmlns:a="http://schemas.openxmlformats.org/drawingml/2006/main">
            <a:off x="1524000" y="5410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In simple terms: we made the bot wait less; it interrupted people more often.</a:t>
            </a:r>
          </a:p>
        </p:txBody>
      </p:sp>
      <p:sp>
        <p:nvSpPr>
          <p:cNvPr id="16" name="">
            <a:extLst xmlns:a="http://schemas.openxmlformats.org/drawingml/2006/main">
              <a:ext uri="{FF2B5EF4-FFF2-40B4-BE49-F238E27FC236}">
                <a16:creationId xmlns:a16="http://schemas.microsoft.com/office/drawing/2014/main" id="{8C0668A8-CC72-4C73-910E-A281593EE567}"/>
              </a:ext>
            </a:extLst>
          </p:cNvPr>
          <p:cNvSpPr>
            <a:spLocks xmlns:a="http://schemas.openxmlformats.org/drawingml/2006/main" noGrp="1"/>
          </p:cNvSpPr>
          <p:nvPr/>
        </p:nvSpPr>
        <p:spPr>
          <a:xfrm xmlns:a="http://schemas.openxmlformats.org/drawingml/2006/main">
            <a:off x="1524000" y="5829300"/>
            <a:ext cx="9144000" cy="285750"/>
          </a:xfrm>
          <a:prstGeom xmlns:a="http://schemas.openxmlformats.org/drawingml/2006/main" prst="roundRect">
            <a:avLst>
              <a:gd name="adj" fmla="val 46667"/>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68C82"/>
                </a:solidFill>
                <a:latin typeface="Aptos"/>
                <a:ea typeface="Aptos"/>
                <a:cs typeface="Aptos"/>
              </a:defRPr>
            </a:pPr>
            <a:r>
              <a:rPr sz="1125" b="1">
                <a:solidFill>
                  <a:srgbClr val="268C82"/>
                </a:solidFill>
                <a:latin typeface="Aptos"/>
                <a:ea typeface="Aptos"/>
                <a:cs typeface="Aptos"/>
              </a:rPr>
              <a:t>EVAL RULE  ·  Eval the behaviour you care about—not the proxy that flatters your optimization.</a:t>
            </a:r>
          </a:p>
        </p:txBody>
      </p:sp>
      <p:sp>
        <p:nvSpPr>
          <p:cNvPr id="17" name="">
            <a:extLst xmlns:a="http://schemas.openxmlformats.org/drawingml/2006/main">
              <a:ext uri="{FF2B5EF4-FFF2-40B4-BE49-F238E27FC236}">
                <a16:creationId xmlns:a16="http://schemas.microsoft.com/office/drawing/2014/main" id="{EA02C1E4-F10F-4B99-B842-AF5FB602E20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86283252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c7ba1ecb51f14b7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CB466BF-B72D-44E4-9833-DAD85CCBA2E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A2FB98E-FBF6-462E-950C-8606808A0A4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5B4C49A4-015F-4F2F-B4E7-8BAABA0EEB2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6BE394C-4F31-486D-8F2A-2A137080D11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4EF54187-E00F-42F6-9392-E6DFED38358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9FE7537-DF75-49F7-8DEF-F45454D68C85}"/>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026093B9-55D0-4CC9-AF9D-6E85EBC967EF}"/>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BD8F5148-FDB1-410A-9BDE-0628468769B9}"/>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85437B3-5C8C-4F6C-A373-F2697EA89629}"/>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E825C140-B963-4916-881F-507E1F993C95}"/>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69C27805-DE45-4F55-8032-3979DB8D3A1C}"/>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D44AEBD5-9E97-4959-B8D8-8B9B10A9A368}"/>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06A5BF61-CB37-41F5-8041-657CFBEADA0E}"/>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2121834F-5D6B-43DF-974C-B40D3C3842BF}"/>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AAD8E4DD-F634-4E01-9FBB-C45F3D543A19}"/>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5FC65276-EB21-4AB5-AA09-687566A2E4E3}"/>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D4266381-E0B5-4193-91E6-C2268E7F5791}"/>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E2BC6027-A71A-4394-8895-1F6C5E2ECA17}"/>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03C04FEC-03C0-484D-923E-5E3605C4F1AC}"/>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AB2908B2-6403-4912-914D-08F78D46A694}"/>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3A3AB098-1075-4404-A860-2D0707040FB3}"/>
              </a:ext>
            </a:extLst>
          </p:cNvPr>
          <p:cNvSpPr>
            <a:spLocks xmlns:a="http://schemas.openxmlformats.org/drawingml/2006/main" noGrp="1"/>
          </p:cNvSpPr>
          <p:nvPr/>
        </p:nvSpPr>
        <p:spPr>
          <a:xfrm xmlns:a="http://schemas.openxmlformats.org/drawingml/2006/main">
            <a:off x="1619250" y="5619750"/>
            <a:ext cx="8953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Why: live calls reveal failures a prompt cannot. We made each one a repeatable test.</a:t>
            </a:r>
          </a:p>
        </p:txBody>
      </p:sp>
      <p:sp>
        <p:nvSpPr>
          <p:cNvPr id="23" name="">
            <a:extLst xmlns:a="http://schemas.openxmlformats.org/drawingml/2006/main">
              <a:ext uri="{FF2B5EF4-FFF2-40B4-BE49-F238E27FC236}">
                <a16:creationId xmlns:a16="http://schemas.microsoft.com/office/drawing/2014/main" id="{8EFB3F77-B987-4038-9D22-555F6AC6A6F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25725618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a05eca4655704dc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92288AB-FE71-423F-9A7D-2853D2442A0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6C259E3-E7B9-4D4D-9EC0-405CDDF1363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C5B4037F-6D60-4603-8E34-4171D4E545A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5FA4AAE-4220-458D-BD2C-92C7F80485F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B61898B4-5070-4D75-A5FA-A6CB754F62F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072E191-16AF-4CA1-A2D9-3206C9D87770}"/>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4AE905E9-8E94-4483-A98C-C87C3A525208}"/>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16FDBC00-8648-4876-BAF8-3FFEE010EF26}"/>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F0ECF55E-FDCF-4216-A84D-CA45AFDCF5DB}"/>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C466D842-50A9-4F8B-96D1-3674713CD828}"/>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3E6FEC20-2F56-4A88-99D5-E77690B35270}"/>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3DCC6151-3073-4ED1-ADF8-D91ED4A4884C}"/>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860128A9-7695-4188-BA31-21A454650CA3}"/>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31DDDEE7-F018-4994-8B89-49F3A352C67B}"/>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2DE9E963-FE7B-40DB-A11C-631E76C259DE}"/>
              </a:ext>
            </a:extLst>
          </p:cNvPr>
          <p:cNvSpPr>
            <a:spLocks xmlns:a="http://schemas.openxmlformats.org/drawingml/2006/main" noGrp="1"/>
          </p:cNvSpPr>
          <p:nvPr/>
        </p:nvSpPr>
        <p:spPr>
          <a:xfrm xmlns:a="http://schemas.openxmlformats.org/drawingml/2006/main">
            <a:off x="1428750" y="5848350"/>
            <a:ext cx="9334500" cy="3048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Why: models can be wrong. They propose; deterministic code verifies consent, facts and permissions before speech or action.</a:t>
            </a:r>
          </a:p>
        </p:txBody>
      </p:sp>
      <p:sp>
        <p:nvSpPr>
          <p:cNvPr id="17" name="">
            <a:extLst xmlns:a="http://schemas.openxmlformats.org/drawingml/2006/main">
              <a:ext uri="{FF2B5EF4-FFF2-40B4-BE49-F238E27FC236}">
                <a16:creationId xmlns:a16="http://schemas.microsoft.com/office/drawing/2014/main" id="{366010D3-3B6A-4EC9-9762-EE89DE9EC1E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96373644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33e113c809e2454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B66B42E-F198-49D9-852D-5A79AA7D29C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0E73226-1D00-4339-B763-D15781D48AD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01F8AD24-078B-4D2D-BFD1-103A21B50D4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60BB837-0E24-4D40-9FBC-09461A6C190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8AA3D5E3-F041-4913-8906-20F933EAF98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7BE7B93-4F1C-4493-BC36-D4BCA09C5C1E}"/>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508B636-485E-4324-8A2C-FC6B055001EC}"/>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8EA84C43-3969-4858-B5F0-21CB0D5C3E40}"/>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79031964-2593-4DCF-B400-BD7B60D7A8C8}"/>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747A0DE4-8B68-4781-91B7-9E3877EAB33B}"/>
              </a:ext>
            </a:extLst>
          </p:cNvPr>
          <p:cNvSpPr>
            <a:spLocks xmlns:a="http://schemas.openxmlformats.org/drawingml/2006/main" noGrp="1"/>
          </p:cNvSpPr>
          <p:nvPr/>
        </p:nvSpPr>
        <p:spPr>
          <a:xfrm xmlns:a="http://schemas.openxmlformats.org/drawingml/2006/main">
            <a:off x="110490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61AEDA45-E500-481A-827B-A5AF992F5C51}"/>
              </a:ext>
            </a:extLst>
          </p:cNvPr>
          <p:cNvSpPr>
            <a:spLocks xmlns:a="http://schemas.openxmlformats.org/drawingml/2006/main" noGrp="1"/>
          </p:cNvSpPr>
          <p:nvPr/>
        </p:nvSpPr>
        <p:spPr>
          <a:xfrm xmlns:a="http://schemas.openxmlformats.org/drawingml/2006/main">
            <a:off x="110490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759747C3-3D07-41EF-9C01-B50298FA2A25}"/>
              </a:ext>
            </a:extLst>
          </p:cNvPr>
          <p:cNvSpPr>
            <a:spLocks xmlns:a="http://schemas.openxmlformats.org/drawingml/2006/main" noGrp="1"/>
          </p:cNvSpPr>
          <p:nvPr/>
        </p:nvSpPr>
        <p:spPr>
          <a:xfrm xmlns:a="http://schemas.openxmlformats.org/drawingml/2006/main">
            <a:off x="110490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replay model + tool decisions.</a:t>
            </a:r>
          </a:p>
        </p:txBody>
      </p:sp>
      <p:sp>
        <p:nvSpPr>
          <p:cNvPr id="14" name="">
            <a:extLst xmlns:a="http://schemas.openxmlformats.org/drawingml/2006/main">
              <a:ext uri="{FF2B5EF4-FFF2-40B4-BE49-F238E27FC236}">
                <a16:creationId xmlns:a16="http://schemas.microsoft.com/office/drawing/2014/main" id="{00A782A6-527D-431F-B1FA-0156FD95756C}"/>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ADAB71F5-6680-4511-BD42-31BD78920C79}"/>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6" name="">
            <a:extLst xmlns:a="http://schemas.openxmlformats.org/drawingml/2006/main">
              <a:ext uri="{FF2B5EF4-FFF2-40B4-BE49-F238E27FC236}">
                <a16:creationId xmlns:a16="http://schemas.microsoft.com/office/drawing/2014/main" id="{AAC34B19-EE3C-4B2E-86F9-3C1581E54134}"/>
              </a:ext>
            </a:extLst>
          </p:cNvPr>
          <p:cNvSpPr>
            <a:spLocks xmlns:a="http://schemas.openxmlformats.org/drawingml/2006/main" noGrp="1"/>
          </p:cNvSpPr>
          <p:nvPr/>
        </p:nvSpPr>
        <p:spPr>
          <a:xfrm xmlns:a="http://schemas.openxmlformats.org/drawingml/2006/main">
            <a:off x="794385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94AD2003-5D46-44D7-8B0A-6AF9992BEC1B}"/>
              </a:ext>
            </a:extLst>
          </p:cNvPr>
          <p:cNvSpPr>
            <a:spLocks xmlns:a="http://schemas.openxmlformats.org/drawingml/2006/main" noGrp="1"/>
          </p:cNvSpPr>
          <p:nvPr/>
        </p:nvSpPr>
        <p:spPr>
          <a:xfrm xmlns:a="http://schemas.openxmlformats.org/drawingml/2006/main">
            <a:off x="794385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Prometheus + Grafana</a:t>
            </a:r>
          </a:p>
        </p:txBody>
      </p:sp>
      <p:sp>
        <p:nvSpPr>
          <p:cNvPr id="18" name="">
            <a:extLst xmlns:a="http://schemas.openxmlformats.org/drawingml/2006/main">
              <a:ext uri="{FF2B5EF4-FFF2-40B4-BE49-F238E27FC236}">
                <a16:creationId xmlns:a16="http://schemas.microsoft.com/office/drawing/2014/main" id="{BF4C615E-C0FE-4A9B-B61F-F2188DAF2D2E}"/>
              </a:ext>
            </a:extLst>
          </p:cNvPr>
          <p:cNvSpPr>
            <a:spLocks xmlns:a="http://schemas.openxmlformats.org/drawingml/2006/main" noGrp="1"/>
          </p:cNvSpPr>
          <p:nvPr/>
        </p:nvSpPr>
        <p:spPr>
          <a:xfrm xmlns:a="http://schemas.openxmlformats.org/drawingml/2006/main">
            <a:off x="794385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spot latency + error regressions.</a:t>
            </a:r>
          </a:p>
        </p:txBody>
      </p:sp>
      <p:sp>
        <p:nvSpPr>
          <p:cNvPr id="19" name="">
            <a:extLst xmlns:a="http://schemas.openxmlformats.org/drawingml/2006/main">
              <a:ext uri="{FF2B5EF4-FFF2-40B4-BE49-F238E27FC236}">
                <a16:creationId xmlns:a16="http://schemas.microsoft.com/office/drawing/2014/main" id="{2FC4B251-FF32-4E4C-B362-C52FAFA4EFEF}"/>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7FC55A89-82AC-451A-B77D-7EE8F3996D19}"/>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D7D6AEED-1510-4109-A4C8-19CC413EFDB7}"/>
              </a:ext>
            </a:extLst>
          </p:cNvPr>
          <p:cNvSpPr>
            <a:spLocks xmlns:a="http://schemas.openxmlformats.org/drawingml/2006/main" noGrp="1"/>
          </p:cNvSpPr>
          <p:nvPr/>
        </p:nvSpPr>
        <p:spPr>
          <a:xfrm xmlns:a="http://schemas.openxmlformats.org/drawingml/2006/main">
            <a:off x="110490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03</a:t>
            </a:r>
          </a:p>
        </p:txBody>
      </p:sp>
      <p:sp>
        <p:nvSpPr>
          <p:cNvPr id="22" name="">
            <a:extLst xmlns:a="http://schemas.openxmlformats.org/drawingml/2006/main">
              <a:ext uri="{FF2B5EF4-FFF2-40B4-BE49-F238E27FC236}">
                <a16:creationId xmlns:a16="http://schemas.microsoft.com/office/drawing/2014/main" id="{B05D3AE6-B0D4-44B7-81A4-EC515FC5586E}"/>
              </a:ext>
            </a:extLst>
          </p:cNvPr>
          <p:cNvSpPr>
            <a:spLocks xmlns:a="http://schemas.openxmlformats.org/drawingml/2006/main" noGrp="1"/>
          </p:cNvSpPr>
          <p:nvPr/>
        </p:nvSpPr>
        <p:spPr>
          <a:xfrm xmlns:a="http://schemas.openxmlformats.org/drawingml/2006/main">
            <a:off x="110490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Postgres</a:t>
            </a:r>
          </a:p>
        </p:txBody>
      </p:sp>
      <p:sp>
        <p:nvSpPr>
          <p:cNvPr id="23" name="">
            <a:extLst xmlns:a="http://schemas.openxmlformats.org/drawingml/2006/main">
              <a:ext uri="{FF2B5EF4-FFF2-40B4-BE49-F238E27FC236}">
                <a16:creationId xmlns:a16="http://schemas.microsoft.com/office/drawing/2014/main" id="{EDF248A5-73EA-407C-8C60-E6440D1D0D0C}"/>
              </a:ext>
            </a:extLst>
          </p:cNvPr>
          <p:cNvSpPr>
            <a:spLocks xmlns:a="http://schemas.openxmlformats.org/drawingml/2006/main" noGrp="1"/>
          </p:cNvSpPr>
          <p:nvPr/>
        </p:nvSpPr>
        <p:spPr>
          <a:xfrm xmlns:a="http://schemas.openxmlformats.org/drawingml/2006/main">
            <a:off x="110490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join turns, actions + outcomes.</a:t>
            </a:r>
          </a:p>
        </p:txBody>
      </p:sp>
      <p:sp>
        <p:nvSpPr>
          <p:cNvPr id="24" name="">
            <a:extLst xmlns:a="http://schemas.openxmlformats.org/drawingml/2006/main">
              <a:ext uri="{FF2B5EF4-FFF2-40B4-BE49-F238E27FC236}">
                <a16:creationId xmlns:a16="http://schemas.microsoft.com/office/drawing/2014/main" id="{C806ED15-C15A-49C5-B26F-6026B9883286}"/>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5" name="">
            <a:extLst xmlns:a="http://schemas.openxmlformats.org/drawingml/2006/main">
              <a:ext uri="{FF2B5EF4-FFF2-40B4-BE49-F238E27FC236}">
                <a16:creationId xmlns:a16="http://schemas.microsoft.com/office/drawing/2014/main" id="{934A2B12-740B-428F-A868-A969D81CCE43}"/>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6" name="">
            <a:extLst xmlns:a="http://schemas.openxmlformats.org/drawingml/2006/main">
              <a:ext uri="{FF2B5EF4-FFF2-40B4-BE49-F238E27FC236}">
                <a16:creationId xmlns:a16="http://schemas.microsoft.com/office/drawing/2014/main" id="{A391C84E-E281-465A-87E1-9E39102A959B}"/>
              </a:ext>
            </a:extLst>
          </p:cNvPr>
          <p:cNvSpPr>
            <a:spLocks xmlns:a="http://schemas.openxmlformats.org/drawingml/2006/main" noGrp="1"/>
          </p:cNvSpPr>
          <p:nvPr/>
        </p:nvSpPr>
        <p:spPr>
          <a:xfrm xmlns:a="http://schemas.openxmlformats.org/drawingml/2006/main">
            <a:off x="794385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04</a:t>
            </a:r>
          </a:p>
        </p:txBody>
      </p:sp>
      <p:sp>
        <p:nvSpPr>
          <p:cNvPr id="27" name="">
            <a:extLst xmlns:a="http://schemas.openxmlformats.org/drawingml/2006/main">
              <a:ext uri="{FF2B5EF4-FFF2-40B4-BE49-F238E27FC236}">
                <a16:creationId xmlns:a16="http://schemas.microsoft.com/office/drawing/2014/main" id="{AF8D5F34-46D8-4EF6-9D4E-029738A5B2D6}"/>
              </a:ext>
            </a:extLst>
          </p:cNvPr>
          <p:cNvSpPr>
            <a:spLocks xmlns:a="http://schemas.openxmlformats.org/drawingml/2006/main" noGrp="1"/>
          </p:cNvSpPr>
          <p:nvPr/>
        </p:nvSpPr>
        <p:spPr>
          <a:xfrm xmlns:a="http://schemas.openxmlformats.org/drawingml/2006/main">
            <a:off x="794385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JSONL / Loki</a:t>
            </a:r>
          </a:p>
        </p:txBody>
      </p:sp>
      <p:sp>
        <p:nvSpPr>
          <p:cNvPr id="28" name="">
            <a:extLst xmlns:a="http://schemas.openxmlformats.org/drawingml/2006/main">
              <a:ext uri="{FF2B5EF4-FFF2-40B4-BE49-F238E27FC236}">
                <a16:creationId xmlns:a16="http://schemas.microsoft.com/office/drawing/2014/main" id="{CAB28C5D-8BDE-401A-A6E0-1DB267B06FBA}"/>
              </a:ext>
            </a:extLst>
          </p:cNvPr>
          <p:cNvSpPr>
            <a:spLocks xmlns:a="http://schemas.openxmlformats.org/drawingml/2006/main" noGrp="1"/>
          </p:cNvSpPr>
          <p:nvPr/>
        </p:nvSpPr>
        <p:spPr>
          <a:xfrm xmlns:a="http://schemas.openxmlformats.org/drawingml/2006/main">
            <a:off x="794385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diagnose event-level failures.</a:t>
            </a:r>
          </a:p>
        </p:txBody>
      </p:sp>
      <p:sp>
        <p:nvSpPr>
          <p:cNvPr id="29" name="">
            <a:extLst xmlns:a="http://schemas.openxmlformats.org/drawingml/2006/main">
              <a:ext uri="{FF2B5EF4-FFF2-40B4-BE49-F238E27FC236}">
                <a16:creationId xmlns:a16="http://schemas.microsoft.com/office/drawing/2014/main" id="{6B961C75-4468-4385-8CDC-FBF109BCD066}"/>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104F81C1-A857-4F4B-96E2-72E2D29B0F4E}"/>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1219614B-C485-486F-921A-00A8D37965EC}"/>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433AC979-E8B2-4AF1-8F8C-529C2707B2AA}"/>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81C76FAA-41A0-43D2-8CC2-75612A10B685}"/>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12A9159E-DF2D-4A29-BF4D-D7A2CDC12CBB}"/>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9759D5F4-AA16-4840-AAD6-D8DAA3003965}"/>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52EFEBAC-66A8-4A48-BE2E-F40065041399}"/>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7" name="">
            <a:extLst xmlns:a="http://schemas.openxmlformats.org/drawingml/2006/main">
              <a:ext uri="{FF2B5EF4-FFF2-40B4-BE49-F238E27FC236}">
                <a16:creationId xmlns:a16="http://schemas.microsoft.com/office/drawing/2014/main" id="{120B74DC-5AE5-4B8F-BE2E-402AAB63EEA2}"/>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8" name="">
            <a:extLst xmlns:a="http://schemas.openxmlformats.org/drawingml/2006/main">
              <a:ext uri="{FF2B5EF4-FFF2-40B4-BE49-F238E27FC236}">
                <a16:creationId xmlns:a16="http://schemas.microsoft.com/office/drawing/2014/main" id="{0684612F-D52C-4D62-9083-536AFAECC381}"/>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9" name="">
            <a:extLst xmlns:a="http://schemas.openxmlformats.org/drawingml/2006/main">
              <a:ext uri="{FF2B5EF4-FFF2-40B4-BE49-F238E27FC236}">
                <a16:creationId xmlns:a16="http://schemas.microsoft.com/office/drawing/2014/main" id="{72572E89-9B79-4076-BC33-3B1EAB4053E2}"/>
              </a:ext>
            </a:extLst>
          </p:cNvPr>
          <p:cNvSpPr>
            <a:spLocks xmlns:a="http://schemas.openxmlformats.org/drawingml/2006/main" noGrp="1"/>
          </p:cNvSpPr>
          <p:nvPr/>
        </p:nvSpPr>
        <p:spPr>
          <a:xfrm xmlns:a="http://schemas.openxmlformats.org/drawingml/2006/main">
            <a:off x="1428750" y="5619750"/>
            <a:ext cx="9334500" cy="2667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Observability closes the loop: real failures become better eval cases before the next release.</a:t>
            </a:r>
          </a:p>
        </p:txBody>
      </p:sp>
      <p:sp>
        <p:nvSpPr>
          <p:cNvPr id="40" name="">
            <a:extLst xmlns:a="http://schemas.openxmlformats.org/drawingml/2006/main">
              <a:ext uri="{FF2B5EF4-FFF2-40B4-BE49-F238E27FC236}">
                <a16:creationId xmlns:a16="http://schemas.microsoft.com/office/drawing/2014/main" id="{B63B7BF9-77D0-43F3-AB66-8C653337EDF3}"/>
              </a:ext>
            </a:extLst>
          </p:cNvPr>
          <p:cNvSpPr>
            <a:spLocks xmlns:a="http://schemas.openxmlformats.org/drawingml/2006/main" noGrp="1"/>
          </p:cNvSpPr>
          <p:nvPr/>
        </p:nvSpPr>
        <p:spPr>
          <a:xfrm xmlns:a="http://schemas.openxmlformats.org/drawingml/2006/main">
            <a:off x="2857500" y="5962650"/>
            <a:ext cx="647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4B687A"/>
                </a:solidFill>
                <a:latin typeface="Aptos"/>
                <a:ea typeface="Aptos"/>
                <a:cs typeface="Aptos"/>
              </a:defRPr>
            </a:pPr>
            <a:r>
              <a:rPr sz="975" b="1">
                <a:solidFill>
                  <a:srgbClr val="4B687A"/>
                </a:solidFill>
                <a:latin typeface="Aptos"/>
                <a:ea typeface="Aptos"/>
                <a:cs typeface="Aptos"/>
              </a:rPr>
              <a:t>Asynchronous telemetry—never on the audio path.</a:t>
            </a:r>
          </a:p>
        </p:txBody>
      </p:sp>
      <p:sp>
        <p:nvSpPr>
          <p:cNvPr id="41" name="">
            <a:extLst xmlns:a="http://schemas.openxmlformats.org/drawingml/2006/main">
              <a:ext uri="{FF2B5EF4-FFF2-40B4-BE49-F238E27FC236}">
                <a16:creationId xmlns:a16="http://schemas.microsoft.com/office/drawing/2014/main" id="{010DE95E-E8A4-4F0C-A621-08330F2284A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1842423867"/>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00be1c13c63a44c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3965F95-046F-4C73-8C44-190F2D5EDF9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AA73DD4-9111-40EC-90FC-2E853F21642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B44757D2-4663-49BB-83DC-12C13741C7D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478D5F9-902E-4347-BE61-1449C3B29D3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a replayable live session</a:t>
            </a:r>
          </a:p>
        </p:txBody>
      </p:sp>
      <p:sp>
        <p:nvSpPr>
          <p:cNvPr id="6" name="">
            <a:extLst xmlns:a="http://schemas.openxmlformats.org/drawingml/2006/main">
              <a:ext uri="{FF2B5EF4-FFF2-40B4-BE49-F238E27FC236}">
                <a16:creationId xmlns:a16="http://schemas.microsoft.com/office/drawing/2014/main" id="{25F9992D-2CD5-40D1-AAE6-74B7A62394E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96EBE7A-814B-49B4-9492-715B126BA7D5}"/>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3AACEE7D-1229-4C27-B894-AB2BEC0B18A9}"/>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9B7648AF-60B4-459E-826E-FDC73C80C92D}"/>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9AA9C651-DF33-4448-8AB3-72D6F4BAD211}"/>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D818FEB4-840C-4C99-8BCF-FAF33765A47E}"/>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F9D2CDD-63F1-4F90-A149-4C32EE7A8055}"/>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585C1B6E-4847-490E-9EF0-22FF291D3CB9}"/>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16E014E7-5E1B-4E10-B632-2796AE8BE359}"/>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90F13B92-3C32-4EA8-9C81-C4197650C372}"/>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C5850068-BFA9-40C5-AB18-E32AC87B18DD}"/>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B57313A7-629E-42EA-A47D-50ED25C4505C}"/>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1E251C61-22D5-4509-8EBA-920BF0757395}"/>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1624847E-45F6-4E8C-8DF7-0E7D3A929C17}"/>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39D0C694-B7B9-41F1-9A50-31B34D8E2798}"/>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F5A137D0-32BD-4682-A5D8-DF2CC54001F4}"/>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C7E0A639-A60D-4A9E-8135-1038C408546C}"/>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749C5E7C-CB6B-47BB-8099-0AECD6AFB60B}"/>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1E39845E-CCE7-4C77-A7E4-6347E0917F01}"/>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2DEC4E9-1431-479D-8840-7B17B68E1D69}"/>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5941323E-9BBD-4029-A977-EEDCFC620C7F}"/>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F9AB105-DCF8-4C7D-9D85-55F931B0275D}"/>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14C4B276-5D8E-48B2-BBFF-8718A7A6F84E}"/>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64A10DF-3AF1-4B5A-9541-564BF65EB7E6}"/>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762AF133-E923-468E-A74D-1CAD11316F77}"/>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1578B929-E814-4BE9-A02E-5C40DE008FBA}"/>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3B73BF06-1A7A-467C-9135-ED225C354C37}"/>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23C20465-105D-4947-B175-B5A520606B6B}"/>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937AF393-7E8B-43F6-AE89-0365C40FDCEF}"/>
              </a:ext>
            </a:extLst>
          </p:cNvPr>
          <p:cNvSpPr>
            <a:spLocks xmlns:a="http://schemas.openxmlformats.org/drawingml/2006/main" noGrp="1"/>
          </p:cNvSpPr>
          <p:nvPr/>
        </p:nvSpPr>
        <p:spPr>
          <a:xfrm xmlns:a="http://schemas.openxmlformats.org/drawingml/2006/main">
            <a:off x="1428750" y="560070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One trace connects responsiveness, interruptions, actions and the caller’s journey.</a:t>
            </a:r>
          </a:p>
        </p:txBody>
      </p:sp>
      <p:sp>
        <p:nvSpPr>
          <p:cNvPr id="35" name="">
            <a:extLst xmlns:a="http://schemas.openxmlformats.org/drawingml/2006/main">
              <a:ext uri="{FF2B5EF4-FFF2-40B4-BE49-F238E27FC236}">
                <a16:creationId xmlns:a16="http://schemas.microsoft.com/office/drawing/2014/main" id="{76E0804E-5FB4-46EC-86FA-13518C28E8E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996033503"/>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32ab898c4cd400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BDB3258-6C17-4636-8549-78B1A924D2E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2BA4C53-9F54-4384-8E71-7A33154D219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C52837BA-DC2F-4674-9957-67F189992F2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CC65770-DD8F-4CAF-B9C6-71466B1B1DF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4DB421AA-AF39-4CB4-B29F-97D595AA9D6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71BDA7A-CE4B-4109-9F21-7374CD30B18D}"/>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C4A2CBA8-5CC3-4215-948A-634C4EAD84FF}"/>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41456CF-EB3B-40B5-8636-FEB848362342}"/>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31676B3D-43EE-4747-A7B5-534EC7488898}"/>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205B9371-711A-4325-9D14-F1783D1CB89B}"/>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1716481B-7925-41FD-B295-37849D2097FD}"/>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071FFC7-91A8-4F50-9A39-62B38C6F20BD}"/>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F834B99E-C5AB-47A8-9478-B7C50C5DEFD0}"/>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EF5CEE91-3C88-4010-8C13-F2032C13E8CC}"/>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1790EBFF-4454-4684-8B8E-DA3D7B8B6D1C}"/>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EF1DE35-CAAE-41CB-852B-0653963195B5}"/>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85E13DC6-D44B-4FE6-A239-FBB4321AF79D}"/>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54FFC70A-A75D-4DDF-9144-1D748A54AC46}"/>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A0C1B480-2AC8-4071-A318-BF53CFB437C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70676658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f6f40e21b0c4cc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62F5629-BC22-48BD-9D33-7F0F4F06DF4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DA0A6F5-87A3-42B4-8F51-5F645A214C5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49EE4DA4-2186-494C-A0BD-93AADB18924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B7D77EF-9275-4DD2-B2CA-B0421CFFFE9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62A17B67-0620-41CC-BE25-81AC2A4CCEA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BB5752B-566E-4C57-9C48-0599A12F30BE}"/>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38F4EEA7-9F1C-4EF4-A1A8-EA09B8862578}"/>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EACCB636-7F89-4D32-83C7-9D1457554590}"/>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1590B3EC-ACF1-490C-A5D4-5295340EA784}"/>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7D92411C-EF4F-470E-AD14-8C9D43DED94C}"/>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69881A0B-3E0F-4730-BE38-7D09DD42D90F}"/>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E875F451-4A09-4AB6-B62C-6E7FF6B2C71F}"/>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B43A4480-7AAA-4240-BBE7-BF9B445BA0CF}"/>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8DC874E7-9E5A-4DB0-9AB2-06B87F795B07}"/>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B3606F2-5C90-4B0B-9597-605430740AE3}"/>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62A4CB4D-DA48-4B5C-A7F9-5EFF376B8ECF}"/>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9203DD0C-A486-4A69-A1DB-63D8AB95D7AA}"/>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E4B9E8D5-E2CA-4DBB-A4FF-2065B850B6AB}"/>
              </a:ext>
            </a:extLst>
          </p:cNvPr>
          <p:cNvSpPr>
            <a:spLocks xmlns:a="http://schemas.openxmlformats.org/drawingml/2006/main" noGrp="1"/>
          </p:cNvSpPr>
          <p:nvPr/>
        </p:nvSpPr>
        <p:spPr>
          <a:xfrm xmlns:a="http://schemas.openxmlformats.org/drawingml/2006/main">
            <a:off x="1190625" y="5638800"/>
            <a:ext cx="9810750" cy="438150"/>
          </a:xfrm>
          <a:prstGeom xmlns:a="http://schemas.openxmlformats.org/drawingml/2006/main" prst="roundRect">
            <a:avLst>
              <a:gd name="adj" fmla="val 34783"/>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The moat is not only a pretty voice: noisy telephony, dialects, interruption, cost, compliance, integrations and reliability at large volumes.</a:t>
            </a:r>
          </a:p>
        </p:txBody>
      </p:sp>
      <p:sp>
        <p:nvSpPr>
          <p:cNvPr id="20" name="">
            <a:extLst xmlns:a="http://schemas.openxmlformats.org/drawingml/2006/main">
              <a:ext uri="{FF2B5EF4-FFF2-40B4-BE49-F238E27FC236}">
                <a16:creationId xmlns:a16="http://schemas.microsoft.com/office/drawing/2014/main" id="{5F113348-0C33-4596-8C37-8887860C163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1840550392"/>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e7bcbac3e0524b9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A526C35-CA85-4292-8DE9-B17B5DBEBC9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73E89B4-BDAA-44D9-9B09-63840EC1082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422D08AF-19A0-448C-BEC2-19233D8D8B1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622A7B7-5F7E-45FF-BD4A-E7859FF7E9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ASBL inquiry reactivation and qualification</a:t>
            </a:r>
          </a:p>
        </p:txBody>
      </p:sp>
      <p:sp>
        <p:nvSpPr>
          <p:cNvPr id="6" name="">
            <a:extLst xmlns:a="http://schemas.openxmlformats.org/drawingml/2006/main">
              <a:ext uri="{FF2B5EF4-FFF2-40B4-BE49-F238E27FC236}">
                <a16:creationId xmlns:a16="http://schemas.microsoft.com/office/drawing/2014/main" id="{B44D34E2-7ECE-423D-BDFF-36E95852570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B29FAA3-AB81-4BB8-989D-164B5A6603A2}"/>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FC133E66-6F97-467E-98BC-D374CBE2FDCC}"/>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4921AF40-44FA-4F09-98AD-F306ED1F86A2}"/>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2DF3280E-6240-4458-B1F3-50F462CDD46A}"/>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3029FF46-7284-4E95-806A-E1A7F4CDA6FB}"/>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1122B196-8626-4CBA-9148-3F2580F58D98}"/>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reactivation · permission · intent · FAQs · qualification · follow-up</a:t>
            </a:r>
          </a:p>
        </p:txBody>
      </p:sp>
      <p:sp>
        <p:nvSpPr>
          <p:cNvPr id="13" name="">
            <a:extLst xmlns:a="http://schemas.openxmlformats.org/drawingml/2006/main">
              <a:ext uri="{FF2B5EF4-FFF2-40B4-BE49-F238E27FC236}">
                <a16:creationId xmlns:a16="http://schemas.microsoft.com/office/drawing/2014/main" id="{817F1DC1-0AA5-4B3E-94E2-6EF5429130FC}"/>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457C2F79-1046-4059-8616-C44226DF48DF}"/>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626CE3C6-AE15-428B-98F3-1DED84439324}"/>
              </a:ext>
            </a:extLst>
          </p:cNvPr>
          <p:cNvSpPr>
            <a:spLocks xmlns:a="http://schemas.openxmlformats.org/drawingml/2006/main" noGrp="1"/>
          </p:cNvSpPr>
          <p:nvPr/>
        </p:nvSpPr>
        <p:spPr>
          <a:xfrm xmlns:a="http://schemas.openxmlformats.org/drawingml/2006/main">
            <a:off x="1190625" y="5810250"/>
            <a:ext cx="9810750" cy="28575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At millions of leads, Aira can re-engage and screen every inquiry, routing only high-intent, consented opportunities to advisors.</a:t>
            </a:r>
          </a:p>
        </p:txBody>
      </p:sp>
      <p:sp>
        <p:nvSpPr>
          <p:cNvPr id="16" name="">
            <a:extLst xmlns:a="http://schemas.openxmlformats.org/drawingml/2006/main">
              <a:ext uri="{FF2B5EF4-FFF2-40B4-BE49-F238E27FC236}">
                <a16:creationId xmlns:a16="http://schemas.microsoft.com/office/drawing/2014/main" id="{DEAF49D1-B3D6-4D99-B140-EA6DEBDB334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361416868"/>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cae5cdedbbf44b8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C238716-BE61-49C7-8BD7-9062C327603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0DE9485-0F0E-44E3-BECA-BB26FF138AA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CA32FAAF-3707-44C0-9A17-2CE234C7A44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4F4B1D0-2CE0-426D-B976-8718E7B2A8D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359059BF-D9E1-4AF5-BB19-B4AE3ADFE22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C306FF1-4D8E-4318-9EEF-ED14C050C7AC}"/>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EF1F52C-FB38-4E1E-9B28-50CA1D09D821}"/>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3F642FDD-1535-4C4F-BB2B-EFCA085F144A}"/>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E649C27C-52BD-456E-B938-2523177417F3}"/>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91164F5-44C4-41DC-9271-130AFE53E7BF}"/>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A3C06EB5-4326-491C-BBD1-3AB6B09EAE30}"/>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B628ADA2-7424-4520-A29D-8024F729EDC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6DB591E-A7EA-48D6-921B-5A30690D265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BC4011FF-F3D6-4683-AD98-33B8664D1A00}"/>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9FD55834-0FC5-46B3-8FEB-B25420B33CE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DA958AB-1396-4B59-97A6-198122D9FA35}"/>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F0B1B943-506A-4330-B45B-27DA3981E3BD}"/>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4DA2D936-BA69-44B2-B9CF-F3EBAD7E50B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C190E18-5111-419C-8A8E-45AEE1CCAE19}"/>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1E14D6BD-BED8-4564-A8FC-BF02B08BD17B}"/>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B82070CC-A7C0-4CD3-84CF-A486A19B7CF6}"/>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4814849-7F3A-4037-95BA-063AF18B24DA}"/>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313CAC0D-D809-4A17-9B81-94E3C0840B59}"/>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0F2EC983-2B9C-4120-9E7F-53C83BD80D71}"/>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1B66186-A946-4738-BFA8-8A35967B1023}"/>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2110506F-0122-4410-9D78-3D76A6FE122E}"/>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9BFB54D8-6F08-4F02-81C4-1F840006D576}"/>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C8BB38D-DD7E-4E2B-AD37-7E3FED35D62E}"/>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B4CF6DB5-CBBE-4F83-8674-FF72518C98EC}"/>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37C71ACA-7D1A-4748-813F-767C9FBE41C9}"/>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F22ED478-B092-4B68-AEC9-FAFB16DE277D}"/>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EDB3FDA2-8882-42ED-9C68-EAEC4A23D82E}"/>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B216849A-930F-4925-9241-051F3FAF0A63}"/>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7CF646D4-656A-4E4A-A63C-F1C9263833B4}"/>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1CC42F46-EDC2-4D97-82CF-C105A083D511}"/>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121872C2-3573-4868-B3C6-B4638938DB3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554159538"/>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8dc94082f83425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60FCEE3-D33C-4EE7-AC09-A58736220C0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CF68EF3-A5D6-404F-A3BE-9320C132D8D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FCA5C14C-BD53-4A94-B0F6-6A37E4133EE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283B99C-C768-4ACB-A625-656CBB52DDA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330DDCFF-E455-4B90-BFAF-80944411AE5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C3DEEC6-3F1B-4197-8F4C-C7F4447C7E14}"/>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2D882694-6B1A-47FE-BCEA-4CF74EBF45BB}"/>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65A94A34-50B0-4086-A5F2-ABE0C4D0D525}"/>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1B93E9EA-B712-49A3-9D59-B949A51B3C73}"/>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A9216000-1ED2-41FD-9A6F-3C0619F4FDAB}"/>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CD6454AA-709B-427F-BDD9-FD6814B29854}"/>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F90B3332-45D7-4D18-AC1B-AF34000E711C}"/>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7B67D0C2-25B8-4A27-AABF-CAE49F2FDBF1}"/>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AC3AFEF6-1185-4272-B6EA-769E375F8E1C}"/>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5DE4D0D2-6651-45F5-87E9-78FBFDCFB26A}"/>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EE2E4861-390A-4369-80D9-DC6A9B74980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334578766"/>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b5bac170713c4e9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491FDEB-C341-46C8-8D32-ED7E8CF8B7C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EB0075F3-E29E-4E81-929E-DAAF8FCC064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87E39277-ECB0-47EC-A825-B6C16DAA9AE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23330E01-28F6-4B49-981E-101FA36178B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D9F2FF2A-953C-400B-8FB2-E442EBDA5C2F}"/>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E3D3F43A-9DEB-494C-B797-C95EA607488F}"/>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4B957CB0-52A2-4A4E-B4BC-39A0BEF375E0}"/>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AAFE1D44-BB83-41D2-93DF-E45D94F0E135}"/>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795D3116-B91D-4F0E-B279-2BD12D2093BB}"/>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3991123C-2517-48FC-9F06-5D20C85A8E9D}"/>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E2A03352-29ED-49E0-851E-891F45D44EDB}"/>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37EF5655-0BB1-41DD-B443-8A0E91A89A37}"/>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8A5754FA-F04A-4662-9F93-213F0F98A917}"/>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A0E8AED1-383B-4D57-8F5D-E8AAA418C3BF}"/>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C14665C9-F56A-4954-83B7-B69A782C86AE}"/>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67B92581-E380-40E5-9FE6-8F0F99E35B15}"/>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0CE795C8-7972-4536-A408-541F0486AC93}"/>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5BC5A402-CDEE-473E-8C5E-91765663943A}"/>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73686060-7BA6-4709-AD86-CB35C699E77A}"/>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833E9B7F-45D0-439C-9570-C4B40EE2FCFB}"/>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BD361D2C-9BB4-4383-B5D7-ED1AC8298FE4}"/>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6B01DA4F-E2A1-4170-A446-7DCDA0C42BB0}"/>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1D45EB97-554C-472A-8F86-860782329A6D}"/>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E41080FB-A970-483E-A8C0-C0A669724E40}"/>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1740AAC-38A1-43B7-9E2F-33B4FD6A8470}"/>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A0CE1F7D-5EBF-431B-A014-1A8F23572B6A}"/>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50A9B28F-363F-444E-B1F7-E6979A34C163}"/>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0D3C814E-E0E6-47D4-B7B7-0F83A65FED79}"/>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2EB9824B-1889-4C5A-98D3-B35705E66727}"/>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7E73E2B2-1BA5-43D5-B920-B50659C2D824}"/>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D47F6C79-2E9C-4507-ACF3-44E419B5C1D0}"/>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44A19831-0791-42A8-B3C2-B2C8DC08845C}"/>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DE1B637F-C87B-41D0-8E19-7A131E304A65}"/>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07374CE0-B0EF-4534-A494-59BF96683D3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562154278"/>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794d17d5aaec483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FC31FED-324E-420C-8333-765FBC163BA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AAB2A36-E789-4469-B3EA-B79409472A6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F9922334-70F4-49C6-A57F-9665B20D6D7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DA1FBCF-FF68-4A48-B5CD-C14FD46C17F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04A0BD0D-2BD9-45AA-AB90-16DC5FA7A4E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F2D0425-B7F5-4555-AF8A-545B19F1C1DF}"/>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97080771-4098-496F-95AF-53F54E192A8B}"/>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433790BE-13EC-45C2-9494-914E7263F1BC}"/>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1FFD60C0-FF6B-4886-ACC9-340458099E3C}"/>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677A0993-71C9-4113-BB75-E73C99152A01}"/>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803A7169-C3DE-4BEF-B0A3-A569A243FEE3}"/>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B33D1F75-5579-43D5-98F0-54A3D606044F}"/>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6B1FA07A-7DC5-45E2-864D-C95B7CB94A75}"/>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44269287-62E0-4E5E-91BE-7254D7F0FA7F}"/>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8C33AF72-51D5-4D38-83A6-9D301791D8E9}"/>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33B3ADE0-98FB-4079-ADC0-4D962A5123E0}"/>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4A42794C-F94A-4027-B646-9AA33980712A}"/>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7D9D0A12-106F-486D-933C-6FF3FC9A807C}"/>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3C631CBB-18D0-4A9D-A984-6653F253AFBB}"/>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8547CED4-B4C2-4E38-B7BB-BEB1306A84B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1920948607"/>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ed354819dbb6456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971EB06-023B-4CE7-9C79-ED9CB63F338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74E0EB5-77F7-4090-89B4-6070E285B94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3CA229DE-4F4F-4144-B460-66F98C79785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E7F863E-B064-4D20-A9BC-2C544E6D3C2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BD0742C9-6A3F-4266-99CA-F94E025AA60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1AEE8D7-96F1-4FA2-B28D-315EB03C6B58}"/>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4E329372-247B-4A24-B48B-B9D1CC07C78D}"/>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D2BA5022-EEA6-48FD-BB6F-5677319C6B7D}"/>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B9D42109-71C6-455F-B60D-9C1F8ECA6DBE}"/>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6F33AB09-6292-4F49-86C5-B9AC3AEE4F9A}"/>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AD2FE088-704B-42BA-A2B1-CBB312D013C8}"/>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A91A1F1F-ADF8-40A6-969A-517A470C5385}"/>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C9E46968-613C-40E3-9D77-43050C997934}"/>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F0F60C39-C8DD-4700-B0F6-E7476B408761}"/>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4E248526-7284-4B0E-A9F5-6710ACF86A03}"/>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87E0CE2F-0D74-4709-823C-D42E5A0BDEDD}"/>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1D578A91-073E-4F11-BB08-CBE256D68A35}"/>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179F34AA-2AC8-466D-9D58-E992097AFA99}"/>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BAD926DC-9270-4BCF-A85E-9D2AB001C498}"/>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E3030581-DAD2-4BA3-9427-F856DEF620B7}"/>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8F6E6D39-74BD-454E-B46A-5204A6C5372B}"/>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4B589152-5C1C-4DC3-863E-FF63706D8C9A}"/>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F48859B3-5536-4151-91FE-37ADE70FCB3B}"/>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47ABAB68-07FC-44BB-8301-135294535DCD}"/>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5344A1B5-79FC-4A73-BEE8-5410D2CF670E}"/>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05697E8C-FABD-4C76-A260-E0C875169671}"/>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634B9B19-2DDF-4115-B112-B3514BAFEF1B}"/>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CE20DB5C-77B1-4E72-B42F-3DFCF0C3B911}"/>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1133B77F-0AE9-46B9-A6C2-8AF6CA19DCC3}"/>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ABBAD5EA-9B41-4076-966C-47CC3BB8F5B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911862595"/>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c28aad89853460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B90A6A0-753B-4BB1-9BAC-A0E54375D23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FF2D81A-520A-42EB-9012-F6C96724C90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521FC089-5478-4D03-82D8-A38F6A3A568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4EBB4EA-42B1-4B4C-B1BC-C6D73C41CC1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07230A31-1800-4D1E-89B1-8F27DBCAD12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AB3D4B1-8045-4C7D-80B4-D1C5224987D9}"/>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AFB088DF-9935-4B90-90A1-253468F60E2F}"/>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9B085F3E-CF22-4564-9C8F-6BE8D614FEBF}"/>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48B30E49-EB76-4F4E-A8E1-B3283C04C4F6}"/>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82258EEC-1659-4BFC-8465-9D66DD0E0F61}"/>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CB4DCCD9-32A9-4617-BAC0-BCBC5A12192A}"/>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CC4C9C2D-FFCC-4BEA-AA22-E39B6503F380}"/>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54093BCD-F19D-4901-9EE4-04E493CCDE8F}"/>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CCE8E55A-5189-4EE3-85BA-6C66C1FC9418}"/>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1C2F4345-957E-433C-914B-9358D908B2A0}"/>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3ABACF48-47AA-499B-88F4-632647CAE0A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930931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2026-08-25T03:41:46.9100000Z</dcterms:created>
  <dcterms:modified xsi:type="dcterms:W3CDTF">2026-08-25T03:41:46.9100000Z</dcterms:modified>
</coreProperties>
</file>