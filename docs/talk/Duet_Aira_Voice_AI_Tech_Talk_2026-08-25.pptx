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919c7a59d44d43" /><Relationship Type="http://schemas.openxmlformats.org/officeDocument/2006/relationships/extended-properties" Target="/docProps/app.xml" Id="Ref34309759394a2d" /><Relationship Type="http://schemas.openxmlformats.org/officeDocument/2006/relationships/officeDocument" Target="/ppt/presentation.xml" Id="Ra46a2a4f1b90445e" /></Relationships>
</file>

<file path=ppt/presentation.xml><?xml version="1.0" encoding="utf-8"?>
<p:presentation xmlns:p="http://schemas.openxmlformats.org/presentationml/2006/main">
  <p:sldMasterIdLst>
    <p:sldMasterId xmlns:r="http://schemas.openxmlformats.org/officeDocument/2006/relationships" id="2147483648" r:id="Rbddc7c4501484a7c"/>
  </p:sldMasterIdLst>
  <p:notesMasterIdLst>
    <p:notesMasterId xmlns:r="http://schemas.openxmlformats.org/officeDocument/2006/relationships" r:id="Rfeaf9f1d910c42cc"/>
  </p:notesMasterIdLst>
  <p:sldIdLst>
    <p:sldId xmlns:r="http://schemas.openxmlformats.org/officeDocument/2006/relationships" id="256" r:id="Re0273083e1074e01"/>
    <p:sldId xmlns:r="http://schemas.openxmlformats.org/officeDocument/2006/relationships" id="257" r:id="Rae8290d3c38045f4"/>
    <p:sldId xmlns:r="http://schemas.openxmlformats.org/officeDocument/2006/relationships" id="258" r:id="Ra95bb60ac87448a6"/>
    <p:sldId xmlns:r="http://schemas.openxmlformats.org/officeDocument/2006/relationships" id="259" r:id="Ra61dba4f48b646a7"/>
    <p:sldId xmlns:r="http://schemas.openxmlformats.org/officeDocument/2006/relationships" id="260" r:id="Ra206d34f0b7243cc"/>
    <p:sldId xmlns:r="http://schemas.openxmlformats.org/officeDocument/2006/relationships" id="261" r:id="R8f1fc800702f47be"/>
    <p:sldId xmlns:r="http://schemas.openxmlformats.org/officeDocument/2006/relationships" id="262" r:id="R7e3b887ebf074846"/>
    <p:sldId xmlns:r="http://schemas.openxmlformats.org/officeDocument/2006/relationships" id="263" r:id="R0bb829ef30cd4d4d"/>
    <p:sldId xmlns:r="http://schemas.openxmlformats.org/officeDocument/2006/relationships" id="264" r:id="Rc4731e610dee45a4"/>
    <p:sldId xmlns:r="http://schemas.openxmlformats.org/officeDocument/2006/relationships" id="265" r:id="Raf439d85517a4492"/>
    <p:sldId xmlns:r="http://schemas.openxmlformats.org/officeDocument/2006/relationships" id="266" r:id="R63e9946d5eca4d74"/>
    <p:sldId xmlns:r="http://schemas.openxmlformats.org/officeDocument/2006/relationships" id="267" r:id="R032f8be575ea4ac2"/>
    <p:sldId xmlns:r="http://schemas.openxmlformats.org/officeDocument/2006/relationships" id="268" r:id="R104a95d0aa3c4f16"/>
    <p:sldId xmlns:r="http://schemas.openxmlformats.org/officeDocument/2006/relationships" id="269" r:id="R43dc1224966e44db"/>
    <p:sldId xmlns:r="http://schemas.openxmlformats.org/officeDocument/2006/relationships" id="270" r:id="Rf91840c2ae5644ce"/>
    <p:sldId xmlns:r="http://schemas.openxmlformats.org/officeDocument/2006/relationships" id="271" r:id="Rdf0e1f86da914775"/>
    <p:sldId xmlns:r="http://schemas.openxmlformats.org/officeDocument/2006/relationships" id="272" r:id="Rd6e9bb00148940d0"/>
    <p:sldId xmlns:r="http://schemas.openxmlformats.org/officeDocument/2006/relationships" id="273" r:id="Rf0d04a1627ab47a9"/>
    <p:sldId xmlns:r="http://schemas.openxmlformats.org/officeDocument/2006/relationships" id="274" r:id="R1ea0acbbbe7143f5"/>
    <p:sldId xmlns:r="http://schemas.openxmlformats.org/officeDocument/2006/relationships" id="275" r:id="R8881b1db5b544290"/>
    <p:sldId xmlns:r="http://schemas.openxmlformats.org/officeDocument/2006/relationships" id="276" r:id="R1de311b229bf44c4"/>
    <p:sldId xmlns:r="http://schemas.openxmlformats.org/officeDocument/2006/relationships" id="277" r:id="R0b5171f6a2524417"/>
    <p:sldId xmlns:r="http://schemas.openxmlformats.org/officeDocument/2006/relationships" id="278" r:id="R4229d6cffc4a4270"/>
    <p:sldId xmlns:r="http://schemas.openxmlformats.org/officeDocument/2006/relationships" id="279" r:id="Rfdb1b3ec10a04b3f"/>
    <p:sldId xmlns:r="http://schemas.openxmlformats.org/officeDocument/2006/relationships" id="280" r:id="Rda52783bb4cf4b3a"/>
    <p:sldId xmlns:r="http://schemas.openxmlformats.org/officeDocument/2006/relationships" id="281" r:id="R5e10aeca249146ad"/>
    <p:sldId xmlns:r="http://schemas.openxmlformats.org/officeDocument/2006/relationships" id="282" r:id="Rd1c13e74b2914a6b"/>
    <p:sldId xmlns:r="http://schemas.openxmlformats.org/officeDocument/2006/relationships" id="283" r:id="R9e9690b606b741cb"/>
    <p:sldId xmlns:r="http://schemas.openxmlformats.org/officeDocument/2006/relationships" id="284" r:id="R8f06bb1b31c5499a"/>
    <p:sldId xmlns:r="http://schemas.openxmlformats.org/officeDocument/2006/relationships" id="285" r:id="R66cc7206f20946d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a0cb92ebf44d67" /><Relationship Type="http://schemas.openxmlformats.org/officeDocument/2006/relationships/slideMaster" Target="/ppt/slideMasters/slideMaster1.xml" Id="Rbddc7c4501484a7c" /><Relationship Type="http://schemas.openxmlformats.org/officeDocument/2006/relationships/notesMaster" Target="/ppt/notesMasters/notesMaster1.xml" Id="Rfeaf9f1d910c42cc" /><Relationship Type="http://schemas.openxmlformats.org/officeDocument/2006/relationships/presProps" Target="/ppt/presProps.xml" Id="R7363e5b418c54854" /><Relationship Type="http://schemas.openxmlformats.org/officeDocument/2006/relationships/tableStyles" Target="/ppt/tableStyles.xml" Id="R2c1a8f0f7ef546a9" /><Relationship Type="http://schemas.openxmlformats.org/officeDocument/2006/relationships/slide" Target="/ppt/slides/slide1.xml" Id="Re0273083e1074e01" /><Relationship Type="http://schemas.openxmlformats.org/officeDocument/2006/relationships/slide" Target="/ppt/slides/slide2.xml" Id="Rae8290d3c38045f4" /><Relationship Type="http://schemas.openxmlformats.org/officeDocument/2006/relationships/slide" Target="/ppt/slides/slide3.xml" Id="Ra95bb60ac87448a6" /><Relationship Type="http://schemas.openxmlformats.org/officeDocument/2006/relationships/slide" Target="/ppt/slides/slide4.xml" Id="Ra61dba4f48b646a7" /><Relationship Type="http://schemas.openxmlformats.org/officeDocument/2006/relationships/slide" Target="/ppt/slides/slide5.xml" Id="Ra206d34f0b7243cc" /><Relationship Type="http://schemas.openxmlformats.org/officeDocument/2006/relationships/slide" Target="/ppt/slides/slide6.xml" Id="R8f1fc800702f47be" /><Relationship Type="http://schemas.openxmlformats.org/officeDocument/2006/relationships/slide" Target="/ppt/slides/slide7.xml" Id="R7e3b887ebf074846" /><Relationship Type="http://schemas.openxmlformats.org/officeDocument/2006/relationships/slide" Target="/ppt/slides/slide8.xml" Id="R0bb829ef30cd4d4d" /><Relationship Type="http://schemas.openxmlformats.org/officeDocument/2006/relationships/slide" Target="/ppt/slides/slide9.xml" Id="Rc4731e610dee45a4" /><Relationship Type="http://schemas.openxmlformats.org/officeDocument/2006/relationships/slide" Target="/ppt/slides/slide10.xml" Id="Raf439d85517a4492" /><Relationship Type="http://schemas.openxmlformats.org/officeDocument/2006/relationships/slide" Target="/ppt/slides/slide11.xml" Id="R63e9946d5eca4d74" /><Relationship Type="http://schemas.openxmlformats.org/officeDocument/2006/relationships/slide" Target="/ppt/slides/slide12.xml" Id="R032f8be575ea4ac2" /><Relationship Type="http://schemas.openxmlformats.org/officeDocument/2006/relationships/slide" Target="/ppt/slides/slide13.xml" Id="R104a95d0aa3c4f16" /><Relationship Type="http://schemas.openxmlformats.org/officeDocument/2006/relationships/slide" Target="/ppt/slides/slide14.xml" Id="R43dc1224966e44db" /><Relationship Type="http://schemas.openxmlformats.org/officeDocument/2006/relationships/slide" Target="/ppt/slides/slide15.xml" Id="Rf91840c2ae5644ce" /><Relationship Type="http://schemas.openxmlformats.org/officeDocument/2006/relationships/slide" Target="/ppt/slides/slide16.xml" Id="Rdf0e1f86da914775" /><Relationship Type="http://schemas.openxmlformats.org/officeDocument/2006/relationships/slide" Target="/ppt/slides/slide17.xml" Id="Rd6e9bb00148940d0" /><Relationship Type="http://schemas.openxmlformats.org/officeDocument/2006/relationships/slide" Target="/ppt/slides/slide18.xml" Id="Rf0d04a1627ab47a9" /><Relationship Type="http://schemas.openxmlformats.org/officeDocument/2006/relationships/slide" Target="/ppt/slides/slide19.xml" Id="R1ea0acbbbe7143f5" /><Relationship Type="http://schemas.openxmlformats.org/officeDocument/2006/relationships/slide" Target="/ppt/slides/slide20.xml" Id="R8881b1db5b544290" /><Relationship Type="http://schemas.openxmlformats.org/officeDocument/2006/relationships/slide" Target="/ppt/slides/slide21.xml" Id="R1de311b229bf44c4" /><Relationship Type="http://schemas.openxmlformats.org/officeDocument/2006/relationships/slide" Target="/ppt/slides/slide22.xml" Id="R0b5171f6a2524417" /><Relationship Type="http://schemas.openxmlformats.org/officeDocument/2006/relationships/slide" Target="/ppt/slides/slide23.xml" Id="R4229d6cffc4a4270" /><Relationship Type="http://schemas.openxmlformats.org/officeDocument/2006/relationships/slide" Target="/ppt/slides/slide24.xml" Id="Rfdb1b3ec10a04b3f" /><Relationship Type="http://schemas.openxmlformats.org/officeDocument/2006/relationships/slide" Target="/ppt/slides/slide25.xml" Id="Rda52783bb4cf4b3a" /><Relationship Type="http://schemas.openxmlformats.org/officeDocument/2006/relationships/slide" Target="/ppt/slides/slide26.xml" Id="R5e10aeca249146ad" /><Relationship Type="http://schemas.openxmlformats.org/officeDocument/2006/relationships/slide" Target="/ppt/slides/slide27.xml" Id="Rd1c13e74b2914a6b" /><Relationship Type="http://schemas.openxmlformats.org/officeDocument/2006/relationships/slide" Target="/ppt/slides/slide28.xml" Id="R9e9690b606b741cb" /><Relationship Type="http://schemas.openxmlformats.org/officeDocument/2006/relationships/slide" Target="/ppt/slides/slide29.xml" Id="R8f06bb1b31c5499a" /><Relationship Type="http://schemas.openxmlformats.org/officeDocument/2006/relationships/slide" Target="/ppt/slides/slide30.xml" Id="R66cc7206f20946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d684729a8e4d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80581f37dd42f0" /><Relationship Type="http://schemas.openxmlformats.org/officeDocument/2006/relationships/notesMaster" Target="/ppt/notesMasters/notesMaster1.xml" Id="R76848990e11940e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4759b9543e4697" /><Relationship Type="http://schemas.openxmlformats.org/officeDocument/2006/relationships/notesMaster" Target="/ppt/notesMasters/notesMaster1.xml" Id="Rd1a1af9b2bab41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509bb6936b4254" /><Relationship Type="http://schemas.openxmlformats.org/officeDocument/2006/relationships/notesMaster" Target="/ppt/notesMasters/notesMaster1.xml" Id="Rd2ba51dfacc14e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24030e195048ef" /><Relationship Type="http://schemas.openxmlformats.org/officeDocument/2006/relationships/notesMaster" Target="/ppt/notesMasters/notesMaster1.xml" Id="R2c548720f51945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3be1fa4af742b6" /><Relationship Type="http://schemas.openxmlformats.org/officeDocument/2006/relationships/notesMaster" Target="/ppt/notesMasters/notesMaster1.xml" Id="R3d5a20472d4945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75ffdc93ea418d" /><Relationship Type="http://schemas.openxmlformats.org/officeDocument/2006/relationships/notesMaster" Target="/ppt/notesMasters/notesMaster1.xml" Id="R4ddce7125ef949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765cc7974b4f97" /><Relationship Type="http://schemas.openxmlformats.org/officeDocument/2006/relationships/notesMaster" Target="/ppt/notesMasters/notesMaster1.xml" Id="Rb67a7d47f2a143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cc59a4935e42c1" /><Relationship Type="http://schemas.openxmlformats.org/officeDocument/2006/relationships/notesMaster" Target="/ppt/notesMasters/notesMaster1.xml" Id="R1382bcf0bf824f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83db01fcdd4e32" /><Relationship Type="http://schemas.openxmlformats.org/officeDocument/2006/relationships/notesMaster" Target="/ppt/notesMasters/notesMaster1.xml" Id="Ra20dd9924d3e43e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9192285086f465d" /><Relationship Type="http://schemas.openxmlformats.org/officeDocument/2006/relationships/notesMaster" Target="/ppt/notesMasters/notesMaster1.xml" Id="R7d9999cf48814b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1c4afaaefe4a9c" /><Relationship Type="http://schemas.openxmlformats.org/officeDocument/2006/relationships/notesMaster" Target="/ppt/notesMasters/notesMaster1.xml" Id="R8066329e3f124f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8ec97e911ff4908" /><Relationship Type="http://schemas.openxmlformats.org/officeDocument/2006/relationships/notesMaster" Target="/ppt/notesMasters/notesMaster1.xml" Id="R992caf1c81dc43a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7f4ae8597a4f6c" /><Relationship Type="http://schemas.openxmlformats.org/officeDocument/2006/relationships/notesMaster" Target="/ppt/notesMasters/notesMaster1.xml" Id="Rdb23b76539d040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974eea5bbaf4fbf" /><Relationship Type="http://schemas.openxmlformats.org/officeDocument/2006/relationships/notesMaster" Target="/ppt/notesMasters/notesMaster1.xml" Id="R3f1b91d5025a459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dcfea3dc64d4c75" /><Relationship Type="http://schemas.openxmlformats.org/officeDocument/2006/relationships/notesMaster" Target="/ppt/notesMasters/notesMaster1.xml" Id="R18c45e95e0bb4bd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5e256348f1249d5" /><Relationship Type="http://schemas.openxmlformats.org/officeDocument/2006/relationships/notesMaster" Target="/ppt/notesMasters/notesMaster1.xml" Id="R0228775506364d7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8252ecd8f3a4bd6" /><Relationship Type="http://schemas.openxmlformats.org/officeDocument/2006/relationships/notesMaster" Target="/ppt/notesMasters/notesMaster1.xml" Id="R1e63101ef258474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ecdf12b6a404480" /><Relationship Type="http://schemas.openxmlformats.org/officeDocument/2006/relationships/notesMaster" Target="/ppt/notesMasters/notesMaster1.xml" Id="Rf0257af1b11a424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a6c0efd2891465d" /><Relationship Type="http://schemas.openxmlformats.org/officeDocument/2006/relationships/notesMaster" Target="/ppt/notesMasters/notesMaster1.xml" Id="R3b69137ad6a9495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bd61d70de114a0a" /><Relationship Type="http://schemas.openxmlformats.org/officeDocument/2006/relationships/notesMaster" Target="/ppt/notesMasters/notesMaster1.xml" Id="R4f761eb6c701489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367b20fa013485a" /><Relationship Type="http://schemas.openxmlformats.org/officeDocument/2006/relationships/notesMaster" Target="/ppt/notesMasters/notesMaster1.xml" Id="R7e6f477a4b08482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a61d918fe474774" /><Relationship Type="http://schemas.openxmlformats.org/officeDocument/2006/relationships/notesMaster" Target="/ppt/notesMasters/notesMaster1.xml" Id="Re255bd187429440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b9ffac19b2c4231" /><Relationship Type="http://schemas.openxmlformats.org/officeDocument/2006/relationships/notesMaster" Target="/ppt/notesMasters/notesMaster1.xml" Id="R5f49fae590a641c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3b5e338b554d93" /><Relationship Type="http://schemas.openxmlformats.org/officeDocument/2006/relationships/notesMaster" Target="/ppt/notesMasters/notesMaster1.xml" Id="R102c7f1d974244f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2af39395af04ab9" /><Relationship Type="http://schemas.openxmlformats.org/officeDocument/2006/relationships/notesMaster" Target="/ppt/notesMasters/notesMaster1.xml" Id="Ref751f7337f74f9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adbdf825f404b93" /><Relationship Type="http://schemas.openxmlformats.org/officeDocument/2006/relationships/notesMaster" Target="/ppt/notesMasters/notesMaster1.xml" Id="R86296962431d4c4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a0090e8638e4908" /><Relationship Type="http://schemas.openxmlformats.org/officeDocument/2006/relationships/notesMaster" Target="/ppt/notesMasters/notesMaster1.xml" Id="Rc06d22acf5174f0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0f9addcf3b640ec" /><Relationship Type="http://schemas.openxmlformats.org/officeDocument/2006/relationships/notesMaster" Target="/ppt/notesMasters/notesMaster1.xml" Id="Rea286cf0c3484f2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dbf54ed9162400c" /><Relationship Type="http://schemas.openxmlformats.org/officeDocument/2006/relationships/notesMaster" Target="/ppt/notesMasters/notesMaster1.xml" Id="Re3d73f201bb4444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1136e372ab24908" /><Relationship Type="http://schemas.openxmlformats.org/officeDocument/2006/relationships/notesMaster" Target="/ppt/notesMasters/notesMaster1.xml" Id="R8da6c691f7964f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0380d504ad4f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bd1f0e0f5141da" /><Relationship Type="http://schemas.openxmlformats.org/officeDocument/2006/relationships/slideLayout" Target="/ppt/slideLayouts/slideLayout1.xml" Id="R2031bdc13e954aa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31bdc13e954aa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83ee22b812949a0" /><Relationship Type="http://schemas.openxmlformats.org/officeDocument/2006/relationships/image" Target="/ppt/media/image.jpeg" Id="Rf962d46b3988437b" /><Relationship Type="http://schemas.openxmlformats.org/officeDocument/2006/relationships/notesSlide" Target="/ppt/notesSlides/notesSlide1.xml" Id="R78daf5f6634b43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c06db2b41f43cc" /><Relationship Type="http://schemas.openxmlformats.org/officeDocument/2006/relationships/image" Target="/ppt/media/image2.jpeg" Id="R4fd9520fe3014d0d" /><Relationship Type="http://schemas.openxmlformats.org/officeDocument/2006/relationships/notesSlide" Target="/ppt/notesSlides/notesSlide2.xml" Id="Rf6e9c497247244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36a4e10e864384" /><Relationship Type="http://schemas.openxmlformats.org/officeDocument/2006/relationships/image" Target="/ppt/media/image3.jpeg" Id="R4f833d8b03d449e2" /><Relationship Type="http://schemas.openxmlformats.org/officeDocument/2006/relationships/notesSlide" Target="/ppt/notesSlides/notesSlide3.xml" Id="R54bf32e14a0141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56206a922e245a3" /><Relationship Type="http://schemas.openxmlformats.org/officeDocument/2006/relationships/image" Target="/ppt/media/image4.jpeg" Id="Rfa5cf9f8a7c04c93" /><Relationship Type="http://schemas.openxmlformats.org/officeDocument/2006/relationships/notesSlide" Target="/ppt/notesSlides/notesSlide4.xml" Id="R48ca69f08e024c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878f3bbf99e4cd1" /><Relationship Type="http://schemas.openxmlformats.org/officeDocument/2006/relationships/image" Target="/ppt/media/image5.jpeg" Id="Rae860f0e690f4fb0" /><Relationship Type="http://schemas.openxmlformats.org/officeDocument/2006/relationships/notesSlide" Target="/ppt/notesSlides/notesSlide5.xml" Id="R62a274ac9ab444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ba69758df86441d" /><Relationship Type="http://schemas.openxmlformats.org/officeDocument/2006/relationships/image" Target="/ppt/media/image6.jpeg" Id="R4bf359556fd24648" /><Relationship Type="http://schemas.openxmlformats.org/officeDocument/2006/relationships/notesSlide" Target="/ppt/notesSlides/notesSlide6.xml" Id="R93aedc05dab44d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cdcd1f4c64a4f6f" /><Relationship Type="http://schemas.openxmlformats.org/officeDocument/2006/relationships/image" Target="/ppt/media/image7.jpeg" Id="R859c086d792848dc" /><Relationship Type="http://schemas.openxmlformats.org/officeDocument/2006/relationships/notesSlide" Target="/ppt/notesSlides/notesSlide7.xml" Id="Rf397a44d9fa643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92f3635dc1e4924" /><Relationship Type="http://schemas.openxmlformats.org/officeDocument/2006/relationships/image" Target="/ppt/media/image8.jpeg" Id="Re29bb4711edc48f9" /><Relationship Type="http://schemas.openxmlformats.org/officeDocument/2006/relationships/notesSlide" Target="/ppt/notesSlides/notesSlide8.xml" Id="Rbb87d10d181742d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e864e5f15d14cc9" /><Relationship Type="http://schemas.openxmlformats.org/officeDocument/2006/relationships/image" Target="/ppt/media/image9.jpeg" Id="R2a056e91bc9940ba" /><Relationship Type="http://schemas.openxmlformats.org/officeDocument/2006/relationships/notesSlide" Target="/ppt/notesSlides/notesSlide9.xml" Id="R5491cd914edf4d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bbd5ce34bac40db" /><Relationship Type="http://schemas.openxmlformats.org/officeDocument/2006/relationships/image" Target="/ppt/media/image10.jpeg" Id="R8bf9228124d04fda" /><Relationship Type="http://schemas.openxmlformats.org/officeDocument/2006/relationships/notesSlide" Target="/ppt/notesSlides/notesSlide10.xml" Id="R89c2c643731f4a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c9afb75b78841a8" /><Relationship Type="http://schemas.openxmlformats.org/officeDocument/2006/relationships/image" Target="/ppt/media/image11.jpeg" Id="R8da61725dba6449f" /><Relationship Type="http://schemas.openxmlformats.org/officeDocument/2006/relationships/notesSlide" Target="/ppt/notesSlides/notesSlide11.xml" Id="Re95b4caf1c384b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0e914d992c54893" /><Relationship Type="http://schemas.openxmlformats.org/officeDocument/2006/relationships/image" Target="/ppt/media/image12.jpeg" Id="Rcc45caad383f4487" /><Relationship Type="http://schemas.openxmlformats.org/officeDocument/2006/relationships/notesSlide" Target="/ppt/notesSlides/notesSlide12.xml" Id="R1d2a730d06a04f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6e132a2982044b2" /><Relationship Type="http://schemas.openxmlformats.org/officeDocument/2006/relationships/image" Target="/ppt/media/image13.jpeg" Id="R9c7b89a539604ac6" /><Relationship Type="http://schemas.openxmlformats.org/officeDocument/2006/relationships/notesSlide" Target="/ppt/notesSlides/notesSlide13.xml" Id="R7f814130814e4c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5e34ad9e7c4786" /><Relationship Type="http://schemas.openxmlformats.org/officeDocument/2006/relationships/image" Target="/ppt/media/image14.jpeg" Id="R467e4b9cc30b41f8" /><Relationship Type="http://schemas.openxmlformats.org/officeDocument/2006/relationships/notesSlide" Target="/ppt/notesSlides/notesSlide14.xml" Id="Rd821908b4d8849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6484844367a493d" /><Relationship Type="http://schemas.openxmlformats.org/officeDocument/2006/relationships/image" Target="/ppt/media/image15.jpeg" Id="R1108d02532824735" /><Relationship Type="http://schemas.openxmlformats.org/officeDocument/2006/relationships/notesSlide" Target="/ppt/notesSlides/notesSlide15.xml" Id="Ra3990aabea4f48d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6f4fb6031614f42" /><Relationship Type="http://schemas.openxmlformats.org/officeDocument/2006/relationships/image" Target="/ppt/media/image16.jpeg" Id="R5fd4fadd81cf4e5f" /><Relationship Type="http://schemas.openxmlformats.org/officeDocument/2006/relationships/notesSlide" Target="/ppt/notesSlides/notesSlide16.xml" Id="R82812eedcd00460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970d52015b34a86" /><Relationship Type="http://schemas.openxmlformats.org/officeDocument/2006/relationships/image" Target="/ppt/media/image17.jpeg" Id="Rff99eb2555484456" /><Relationship Type="http://schemas.openxmlformats.org/officeDocument/2006/relationships/notesSlide" Target="/ppt/notesSlides/notesSlide17.xml" Id="Rf5e4f263bca243a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40110d8286f439e" /><Relationship Type="http://schemas.openxmlformats.org/officeDocument/2006/relationships/image" Target="/ppt/media/image18.jpeg" Id="R89e10065572345b6" /><Relationship Type="http://schemas.openxmlformats.org/officeDocument/2006/relationships/notesSlide" Target="/ppt/notesSlides/notesSlide18.xml" Id="Re58f75a603ab40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48a7028e8224972" /><Relationship Type="http://schemas.openxmlformats.org/officeDocument/2006/relationships/image" Target="/ppt/media/image19.jpeg" Id="R84eafaac371b4b1d" /><Relationship Type="http://schemas.openxmlformats.org/officeDocument/2006/relationships/notesSlide" Target="/ppt/notesSlides/notesSlide19.xml" Id="R4d4bb10846c24df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2ce90cd220f443e" /><Relationship Type="http://schemas.openxmlformats.org/officeDocument/2006/relationships/image" Target="/ppt/media/image20.jpeg" Id="Rb3a6c9f253b642fc" /><Relationship Type="http://schemas.openxmlformats.org/officeDocument/2006/relationships/notesSlide" Target="/ppt/notesSlides/notesSlide20.xml" Id="R5b56e8d77cb243b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6efddda77a54868" /><Relationship Type="http://schemas.openxmlformats.org/officeDocument/2006/relationships/image" Target="/ppt/media/image21.jpeg" Id="R56f574e2aef04d08" /><Relationship Type="http://schemas.openxmlformats.org/officeDocument/2006/relationships/notesSlide" Target="/ppt/notesSlides/notesSlide21.xml" Id="R83aaa469ef2e433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bb9d4d6fe243a0" /><Relationship Type="http://schemas.openxmlformats.org/officeDocument/2006/relationships/image" Target="/ppt/media/image22.jpeg" Id="Rc8b5f002e96e445c" /><Relationship Type="http://schemas.openxmlformats.org/officeDocument/2006/relationships/notesSlide" Target="/ppt/notesSlides/notesSlide22.xml" Id="R903bd17c6dd94f3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5d284fc5a8b43be" /><Relationship Type="http://schemas.openxmlformats.org/officeDocument/2006/relationships/image" Target="/ppt/media/image23.jpeg" Id="Rcc0e199b35a747a3" /><Relationship Type="http://schemas.openxmlformats.org/officeDocument/2006/relationships/notesSlide" Target="/ppt/notesSlides/notesSlide23.xml" Id="R78add66b439a437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751833476d74046" /><Relationship Type="http://schemas.openxmlformats.org/officeDocument/2006/relationships/image" Target="/ppt/media/image24.jpeg" Id="Ra47f731668c244d4" /><Relationship Type="http://schemas.openxmlformats.org/officeDocument/2006/relationships/notesSlide" Target="/ppt/notesSlides/notesSlide24.xml" Id="R5067832c560a44a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b9aaa2878444298" /><Relationship Type="http://schemas.openxmlformats.org/officeDocument/2006/relationships/image" Target="/ppt/media/image25.jpeg" Id="R4f7d9ea18d15435a" /><Relationship Type="http://schemas.openxmlformats.org/officeDocument/2006/relationships/notesSlide" Target="/ppt/notesSlides/notesSlide25.xml" Id="R64ea5227a57e4c5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88a5dd6ef6a4272" /><Relationship Type="http://schemas.openxmlformats.org/officeDocument/2006/relationships/image" Target="/ppt/media/image26.jpeg" Id="R66abf070b59b4ba1" /><Relationship Type="http://schemas.openxmlformats.org/officeDocument/2006/relationships/notesSlide" Target="/ppt/notesSlides/notesSlide26.xml" Id="R86135da3a3d2487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bf66d0fa5104782" /><Relationship Type="http://schemas.openxmlformats.org/officeDocument/2006/relationships/image" Target="/ppt/media/image27.jpeg" Id="Ra9ae40eaf8ac44c4" /><Relationship Type="http://schemas.openxmlformats.org/officeDocument/2006/relationships/notesSlide" Target="/ppt/notesSlides/notesSlide27.xml" Id="R513f1e4710f640c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58da37c577c4f5a" /><Relationship Type="http://schemas.openxmlformats.org/officeDocument/2006/relationships/image" Target="/ppt/media/image28.jpeg" Id="Rcdebf373d06e409f" /><Relationship Type="http://schemas.openxmlformats.org/officeDocument/2006/relationships/notesSlide" Target="/ppt/notesSlides/notesSlide28.xml" Id="Rf456029dde954f0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5d1fbdafadb42d6" /><Relationship Type="http://schemas.openxmlformats.org/officeDocument/2006/relationships/image" Target="/ppt/media/image29.jpeg" Id="R3a07ce34d2b942c9" /><Relationship Type="http://schemas.openxmlformats.org/officeDocument/2006/relationships/notesSlide" Target="/ppt/notesSlides/notesSlide29.xml" Id="R7c63beec26de4b4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a16b94e97334dbc" /><Relationship Type="http://schemas.openxmlformats.org/officeDocument/2006/relationships/image" Target="/ppt/media/image30.jpeg" Id="R089c19bb01c240f2" /><Relationship Type="http://schemas.openxmlformats.org/officeDocument/2006/relationships/notesSlide" Target="/ppt/notesSlides/notesSlide30.xml" Id="Raa4b843f2e25437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f962d46b3988437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Can an AI sales agent actually listen?</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fd9520fe3014d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f833d8b03d449e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FB59277-C1B4-4DE1-930E-436948A5A5B8}"/>
              </a:ext>
            </a:extLst>
          </p:cNvPr>
          <p:cNvSpPr>
            <a:spLocks xmlns:a="http://schemas.openxmlformats.org/drawingml/2006/main" noGrp="1"/>
          </p:cNvSpPr>
          <p:nvPr/>
        </p:nvSpPr>
        <p:spPr>
          <a:xfrm xmlns:a="http://schemas.openxmlformats.org/drawingml/2006/main">
            <a:off x="4648200" y="2628900"/>
            <a:ext cx="2895600" cy="2076450"/>
          </a:xfrm>
          <a:prstGeom xmlns:a="http://schemas.openxmlformats.org/drawingml/2006/main" prst="ellipse">
            <a:avLst/>
          </a:prstGeom>
          <a:solidFill xmlns:a="http://schemas.openxmlformats.org/drawingml/2006/main">
            <a:srgbClr val="FFF8EA"/>
          </a:solidFill>
          <a:ln xmlns:a="http://schemas.openxmlformats.org/drawingml/2006/main" w="28575">
            <a:solidFill>
              <a:srgbClr val="288DC1"/>
            </a:solidFill>
            <a:prstDash val="solid"/>
          </a:ln>
        </p:spPr>
      </p:sp>
      <p:sp>
        <p:nvSpPr>
          <p:cNvPr id="8" name="">
            <a:extLst xmlns:a="http://schemas.openxmlformats.org/drawingml/2006/main">
              <a:ext uri="{FF2B5EF4-FFF2-40B4-BE49-F238E27FC236}">
                <a16:creationId xmlns:a16="http://schemas.microsoft.com/office/drawing/2014/main" id="{3F17854E-9AF3-493F-8039-7C563F555228}"/>
              </a:ext>
            </a:extLst>
          </p:cNvPr>
          <p:cNvSpPr>
            <a:spLocks xmlns:a="http://schemas.openxmlformats.org/drawingml/2006/main" noGrp="1"/>
          </p:cNvSpPr>
          <p:nvPr/>
        </p:nvSpPr>
        <p:spPr>
          <a:xfrm xmlns:a="http://schemas.openxmlformats.org/drawingml/2006/main">
            <a:off x="5048250" y="3105150"/>
            <a:ext cx="2095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102A43"/>
                </a:solidFill>
                <a:latin typeface="Aptos"/>
                <a:ea typeface="Aptos"/>
                <a:cs typeface="Aptos"/>
              </a:defRPr>
            </a:pPr>
            <a:r>
              <a:rPr sz="2100" b="1">
                <a:solidFill>
                  <a:srgbClr val="102A43"/>
                </a:solidFill>
                <a:latin typeface="Aptos"/>
                <a:ea typeface="Aptos"/>
                <a:cs typeface="Aptos"/>
              </a:rPr>
              <a:t>conversation</a:t>
            </a:r>
          </a:p>
          <a:p xmlns:a="http://schemas.openxmlformats.org/drawingml/2006/main">
            <a:pPr algn="ctr">
              <a:defRPr sz="2100" b="1">
                <a:solidFill>
                  <a:srgbClr val="102A43"/>
                </a:solidFill>
                <a:latin typeface="Aptos"/>
                <a:ea typeface="Aptos"/>
                <a:cs typeface="Aptos"/>
              </a:defRPr>
            </a:pPr>
            <a:r>
              <a:rPr sz="2100" b="1">
                <a:solidFill>
                  <a:srgbClr val="102A43"/>
                </a:solidFill>
                <a:latin typeface="Aptos"/>
                <a:ea typeface="Aptos"/>
                <a:cs typeface="Aptos"/>
              </a:rPr>
              <a:t>state</a:t>
            </a:r>
          </a:p>
        </p:txBody>
      </p:sp>
      <p:sp>
        <p:nvSpPr>
          <p:cNvPr id="9" name="">
            <a:extLst xmlns:a="http://schemas.openxmlformats.org/drawingml/2006/main">
              <a:ext uri="{FF2B5EF4-FFF2-40B4-BE49-F238E27FC236}">
                <a16:creationId xmlns:a16="http://schemas.microsoft.com/office/drawing/2014/main" id="{EC88A361-FA69-4ADE-BB4C-9C615D6AAD10}"/>
              </a:ext>
            </a:extLst>
          </p:cNvPr>
          <p:cNvSpPr>
            <a:spLocks xmlns:a="http://schemas.openxmlformats.org/drawingml/2006/main" noGrp="1"/>
          </p:cNvSpPr>
          <p:nvPr/>
        </p:nvSpPr>
        <p:spPr>
          <a:xfrm xmlns:a="http://schemas.openxmlformats.org/drawingml/2006/main">
            <a:off x="1571625" y="21431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C811154-014C-4902-BD6A-9682A2797914}"/>
              </a:ext>
            </a:extLst>
          </p:cNvPr>
          <p:cNvSpPr>
            <a:spLocks xmlns:a="http://schemas.openxmlformats.org/drawingml/2006/main" noGrp="1"/>
          </p:cNvSpPr>
          <p:nvPr/>
        </p:nvSpPr>
        <p:spPr>
          <a:xfrm xmlns:a="http://schemas.openxmlformats.org/drawingml/2006/main">
            <a:off x="1571625" y="21431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02A43"/>
                </a:solidFill>
                <a:latin typeface="Aptos"/>
                <a:ea typeface="Aptos"/>
                <a:cs typeface="Aptos"/>
              </a:defRPr>
            </a:pPr>
            <a:r>
              <a:rPr sz="1425" b="1">
                <a:solidFill>
                  <a:srgbClr val="102A43"/>
                </a:solidFill>
                <a:latin typeface="Aptos"/>
                <a:ea typeface="Aptos"/>
                <a:cs typeface="Aptos"/>
              </a:rPr>
              <a:t>Listen</a:t>
            </a:r>
          </a:p>
        </p:txBody>
      </p:sp>
      <p:sp>
        <p:nvSpPr>
          <p:cNvPr id="11" name="">
            <a:extLst xmlns:a="http://schemas.openxmlformats.org/drawingml/2006/main">
              <a:ext uri="{FF2B5EF4-FFF2-40B4-BE49-F238E27FC236}">
                <a16:creationId xmlns:a16="http://schemas.microsoft.com/office/drawing/2014/main" id="{C190C01D-8356-4E67-A1B5-089033E94395}"/>
              </a:ext>
            </a:extLst>
          </p:cNvPr>
          <p:cNvSpPr>
            <a:spLocks xmlns:a="http://schemas.openxmlformats.org/drawingml/2006/main" noGrp="1"/>
          </p:cNvSpPr>
          <p:nvPr/>
        </p:nvSpPr>
        <p:spPr>
          <a:xfrm xmlns:a="http://schemas.openxmlformats.org/drawingml/2006/main">
            <a:off x="4381500" y="19526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8206EE4E-0D50-456A-8796-3639C9D78D7B}"/>
              </a:ext>
            </a:extLst>
          </p:cNvPr>
          <p:cNvSpPr>
            <a:spLocks xmlns:a="http://schemas.openxmlformats.org/drawingml/2006/main" noGrp="1"/>
          </p:cNvSpPr>
          <p:nvPr/>
        </p:nvSpPr>
        <p:spPr>
          <a:xfrm xmlns:a="http://schemas.openxmlformats.org/drawingml/2006/main">
            <a:off x="4381500" y="19526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02A43"/>
                </a:solidFill>
                <a:latin typeface="Aptos"/>
                <a:ea typeface="Aptos"/>
                <a:cs typeface="Aptos"/>
              </a:defRPr>
            </a:pPr>
            <a:r>
              <a:rPr sz="1425" b="1">
                <a:solidFill>
                  <a:srgbClr val="102A43"/>
                </a:solidFill>
                <a:latin typeface="Aptos"/>
                <a:ea typeface="Aptos"/>
                <a:cs typeface="Aptos"/>
              </a:rPr>
              <a:t>decide</a:t>
            </a:r>
          </a:p>
        </p:txBody>
      </p:sp>
      <p:sp>
        <p:nvSpPr>
          <p:cNvPr id="13" name="">
            <a:extLst xmlns:a="http://schemas.openxmlformats.org/drawingml/2006/main">
              <a:ext uri="{FF2B5EF4-FFF2-40B4-BE49-F238E27FC236}">
                <a16:creationId xmlns:a16="http://schemas.microsoft.com/office/drawing/2014/main" id="{50278D17-BAEB-47EF-900E-00DF088DCC9C}"/>
              </a:ext>
            </a:extLst>
          </p:cNvPr>
          <p:cNvSpPr>
            <a:spLocks xmlns:a="http://schemas.openxmlformats.org/drawingml/2006/main" noGrp="1"/>
          </p:cNvSpPr>
          <p:nvPr/>
        </p:nvSpPr>
        <p:spPr>
          <a:xfrm xmlns:a="http://schemas.openxmlformats.org/drawingml/2006/main">
            <a:off x="8001000" y="21431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966340E-4736-4C85-B251-6D52020EE8A4}"/>
              </a:ext>
            </a:extLst>
          </p:cNvPr>
          <p:cNvSpPr>
            <a:spLocks xmlns:a="http://schemas.openxmlformats.org/drawingml/2006/main" noGrp="1"/>
          </p:cNvSpPr>
          <p:nvPr/>
        </p:nvSpPr>
        <p:spPr>
          <a:xfrm xmlns:a="http://schemas.openxmlformats.org/drawingml/2006/main">
            <a:off x="8001000" y="21431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02A43"/>
                </a:solidFill>
                <a:latin typeface="Aptos"/>
                <a:ea typeface="Aptos"/>
                <a:cs typeface="Aptos"/>
              </a:defRPr>
            </a:pPr>
            <a:r>
              <a:rPr sz="1425" b="1">
                <a:solidFill>
                  <a:srgbClr val="102A43"/>
                </a:solidFill>
                <a:latin typeface="Aptos"/>
                <a:ea typeface="Aptos"/>
                <a:cs typeface="Aptos"/>
              </a:rPr>
              <a:t>speak</a:t>
            </a:r>
          </a:p>
        </p:txBody>
      </p:sp>
      <p:sp>
        <p:nvSpPr>
          <p:cNvPr id="15" name="">
            <a:extLst xmlns:a="http://schemas.openxmlformats.org/drawingml/2006/main">
              <a:ext uri="{FF2B5EF4-FFF2-40B4-BE49-F238E27FC236}">
                <a16:creationId xmlns:a16="http://schemas.microsoft.com/office/drawing/2014/main" id="{7A538C5A-F47A-4837-8F4E-B152141EE0B3}"/>
              </a:ext>
            </a:extLst>
          </p:cNvPr>
          <p:cNvSpPr>
            <a:spLocks xmlns:a="http://schemas.openxmlformats.org/drawingml/2006/main" noGrp="1"/>
          </p:cNvSpPr>
          <p:nvPr/>
        </p:nvSpPr>
        <p:spPr>
          <a:xfrm xmlns:a="http://schemas.openxmlformats.org/drawingml/2006/main">
            <a:off x="8858250" y="4095750"/>
            <a:ext cx="1485900" cy="647700"/>
          </a:xfrm>
          <a:prstGeom xmlns:a="http://schemas.openxmlformats.org/drawingml/2006/main" prst="ellipse">
            <a:avLst/>
          </a:prstGeom>
          <a:solidFill xmlns:a="http://schemas.openxmlformats.org/drawingml/2006/main">
            <a:srgbClr val="D96C5F"/>
          </a:solidFill>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DFF9AA01-2067-4086-9A68-D8D4EE089D59}"/>
              </a:ext>
            </a:extLst>
          </p:cNvPr>
          <p:cNvSpPr>
            <a:spLocks xmlns:a="http://schemas.openxmlformats.org/drawingml/2006/main" noGrp="1"/>
          </p:cNvSpPr>
          <p:nvPr/>
        </p:nvSpPr>
        <p:spPr>
          <a:xfrm xmlns:a="http://schemas.openxmlformats.org/drawingml/2006/main">
            <a:off x="8858250" y="4095750"/>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02A43"/>
                </a:solidFill>
                <a:latin typeface="Aptos"/>
                <a:ea typeface="Aptos"/>
                <a:cs typeface="Aptos"/>
              </a:defRPr>
            </a:pPr>
            <a:r>
              <a:rPr sz="1425" b="1">
                <a:solidFill>
                  <a:srgbClr val="102A43"/>
                </a:solidFill>
                <a:latin typeface="Aptos"/>
                <a:ea typeface="Aptos"/>
                <a:cs typeface="Aptos"/>
              </a:rPr>
              <a:t>yield</a:t>
            </a:r>
          </a:p>
        </p:txBody>
      </p:sp>
      <p:sp>
        <p:nvSpPr>
          <p:cNvPr id="17" name="">
            <a:extLst xmlns:a="http://schemas.openxmlformats.org/drawingml/2006/main">
              <a:ext uri="{FF2B5EF4-FFF2-40B4-BE49-F238E27FC236}">
                <a16:creationId xmlns:a16="http://schemas.microsoft.com/office/drawing/2014/main" id="{393ABCDC-F933-4B33-B5A2-D3C3B88D5807}"/>
              </a:ext>
            </a:extLst>
          </p:cNvPr>
          <p:cNvSpPr>
            <a:spLocks xmlns:a="http://schemas.openxmlformats.org/drawingml/2006/main" noGrp="1"/>
          </p:cNvSpPr>
          <p:nvPr/>
        </p:nvSpPr>
        <p:spPr>
          <a:xfrm xmlns:a="http://schemas.openxmlformats.org/drawingml/2006/main">
            <a:off x="4953000" y="4953000"/>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58B566A4-45B2-48CF-BE10-1E31499E84B4}"/>
              </a:ext>
            </a:extLst>
          </p:cNvPr>
          <p:cNvSpPr>
            <a:spLocks xmlns:a="http://schemas.openxmlformats.org/drawingml/2006/main" noGrp="1"/>
          </p:cNvSpPr>
          <p:nvPr/>
        </p:nvSpPr>
        <p:spPr>
          <a:xfrm xmlns:a="http://schemas.openxmlformats.org/drawingml/2006/main">
            <a:off x="4953000" y="4953000"/>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02A43"/>
                </a:solidFill>
                <a:latin typeface="Aptos"/>
                <a:ea typeface="Aptos"/>
                <a:cs typeface="Aptos"/>
              </a:defRPr>
            </a:pPr>
            <a:r>
              <a:rPr sz="1425" b="1">
                <a:solidFill>
                  <a:srgbClr val="102A43"/>
                </a:solidFill>
                <a:latin typeface="Aptos"/>
                <a:ea typeface="Aptos"/>
                <a:cs typeface="Aptos"/>
              </a:rPr>
              <a:t>remember</a:t>
            </a:r>
          </a:p>
        </p:txBody>
      </p:sp>
      <p:sp>
        <p:nvSpPr>
          <p:cNvPr id="19" name="">
            <a:extLst xmlns:a="http://schemas.openxmlformats.org/drawingml/2006/main">
              <a:ext uri="{FF2B5EF4-FFF2-40B4-BE49-F238E27FC236}">
                <a16:creationId xmlns:a16="http://schemas.microsoft.com/office/drawing/2014/main" id="{70688C23-4F04-4DD7-8140-0E98F48B59EE}"/>
              </a:ext>
            </a:extLst>
          </p:cNvPr>
          <p:cNvSpPr>
            <a:spLocks xmlns:a="http://schemas.openxmlformats.org/drawingml/2006/main" noGrp="1"/>
          </p:cNvSpPr>
          <p:nvPr/>
        </p:nvSpPr>
        <p:spPr>
          <a:xfrm xmlns:a="http://schemas.openxmlformats.org/drawingml/2006/main">
            <a:off x="1333500" y="42386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7F2700C4-CCB7-47A7-AEFF-1681D6793878}"/>
              </a:ext>
            </a:extLst>
          </p:cNvPr>
          <p:cNvSpPr>
            <a:spLocks xmlns:a="http://schemas.openxmlformats.org/drawingml/2006/main" noGrp="1"/>
          </p:cNvSpPr>
          <p:nvPr/>
        </p:nvSpPr>
        <p:spPr>
          <a:xfrm xmlns:a="http://schemas.openxmlformats.org/drawingml/2006/main">
            <a:off x="1333500" y="42386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102A43"/>
                </a:solidFill>
                <a:latin typeface="Aptos"/>
                <a:ea typeface="Aptos"/>
                <a:cs typeface="Aptos"/>
              </a:defRPr>
            </a:pPr>
            <a:r>
              <a:rPr sz="1425" b="1">
                <a:solidFill>
                  <a:srgbClr val="102A43"/>
                </a:solidFill>
                <a:latin typeface="Aptos"/>
                <a:ea typeface="Aptos"/>
                <a:cs typeface="Aptos"/>
              </a:rPr>
              <a:t>act</a:t>
            </a:r>
          </a:p>
        </p:txBody>
      </p:sp>
      <p:sp>
        <p:nvSpPr>
          <p:cNvPr id="21" name="">
            <a:extLst xmlns:a="http://schemas.openxmlformats.org/drawingml/2006/main">
              <a:ext uri="{FF2B5EF4-FFF2-40B4-BE49-F238E27FC236}">
                <a16:creationId xmlns:a16="http://schemas.microsoft.com/office/drawing/2014/main" id="{474190E8-6342-4907-9B6C-16D1DCC76E8D}"/>
              </a:ext>
            </a:extLst>
          </p:cNvPr>
          <p:cNvSpPr>
            <a:spLocks xmlns:a="http://schemas.openxmlformats.org/drawingml/2006/main" noGrp="1"/>
          </p:cNvSpPr>
          <p:nvPr/>
        </p:nvSpPr>
        <p:spPr>
          <a:xfrm xmlns:a="http://schemas.openxmlformats.org/drawingml/2006/main">
            <a:off x="8448675" y="53530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800" b="1">
                <a:solidFill>
                  <a:srgbClr val="D96C5F"/>
                </a:solidFill>
                <a:latin typeface="Aptos"/>
                <a:ea typeface="Aptos"/>
                <a:cs typeface="Aptos"/>
              </a:defRPr>
            </a:pPr>
            <a:r>
              <a:rPr sz="1800" b="1">
                <a:solidFill>
                  <a:srgbClr val="D96C5F"/>
                </a:solidFill>
                <a:latin typeface="Aptos"/>
                <a:ea typeface="Aptos"/>
                <a:cs typeface="Aptos"/>
              </a:rPr>
              <a:t>All at once.</a:t>
            </a:r>
          </a:p>
        </p:txBody>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26887104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a5cf9f8a7c04c9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80/20 glossary</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B6ACED7-511A-499C-B3E3-244B7AAA3ADD}"/>
              </a:ext>
            </a:extLst>
          </p:cNvPr>
          <p:cNvSpPr>
            <a:spLocks xmlns:a="http://schemas.openxmlformats.org/drawingml/2006/main" noGrp="1"/>
          </p:cNvSpPr>
          <p:nvPr/>
        </p:nvSpPr>
        <p:spPr>
          <a:xfrm xmlns:a="http://schemas.openxmlformats.org/drawingml/2006/main">
            <a:off x="876300" y="19431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VAD</a:t>
            </a:r>
          </a:p>
        </p:txBody>
      </p:sp>
      <p:sp>
        <p:nvSpPr>
          <p:cNvPr id="8" name="">
            <a:extLst xmlns:a="http://schemas.openxmlformats.org/drawingml/2006/main">
              <a:ext uri="{FF2B5EF4-FFF2-40B4-BE49-F238E27FC236}">
                <a16:creationId xmlns:a16="http://schemas.microsoft.com/office/drawing/2014/main" id="{B67181BE-A9A6-446B-BBCD-A88484F24E4D}"/>
              </a:ext>
            </a:extLst>
          </p:cNvPr>
          <p:cNvSpPr>
            <a:spLocks xmlns:a="http://schemas.openxmlformats.org/drawingml/2006/main" noGrp="1"/>
          </p:cNvSpPr>
          <p:nvPr/>
        </p:nvSpPr>
        <p:spPr>
          <a:xfrm xmlns:a="http://schemas.openxmlformats.org/drawingml/2006/main">
            <a:off x="3143250" y="19431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Is someone speaking?</a:t>
            </a:r>
          </a:p>
        </p:txBody>
      </p:sp>
      <p:sp>
        <p:nvSpPr>
          <p:cNvPr id="9" name="">
            <a:extLst xmlns:a="http://schemas.openxmlformats.org/drawingml/2006/main">
              <a:ext uri="{FF2B5EF4-FFF2-40B4-BE49-F238E27FC236}">
                <a16:creationId xmlns:a16="http://schemas.microsoft.com/office/drawing/2014/main" id="{44CFDC9D-F39E-4565-9029-3941E2EF9F4F}"/>
              </a:ext>
            </a:extLst>
          </p:cNvPr>
          <p:cNvSpPr>
            <a:spLocks xmlns:a="http://schemas.openxmlformats.org/drawingml/2006/main" noGrp="1"/>
          </p:cNvSpPr>
          <p:nvPr/>
        </p:nvSpPr>
        <p:spPr>
          <a:xfrm xmlns:a="http://schemas.openxmlformats.org/drawingml/2006/main">
            <a:off x="876300" y="24955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ASR / STT</a:t>
            </a:r>
          </a:p>
        </p:txBody>
      </p:sp>
      <p:sp>
        <p:nvSpPr>
          <p:cNvPr id="10" name="">
            <a:extLst xmlns:a="http://schemas.openxmlformats.org/drawingml/2006/main">
              <a:ext uri="{FF2B5EF4-FFF2-40B4-BE49-F238E27FC236}">
                <a16:creationId xmlns:a16="http://schemas.microsoft.com/office/drawing/2014/main" id="{CCCF1DC7-BBB4-449C-83DC-5C561377171E}"/>
              </a:ext>
            </a:extLst>
          </p:cNvPr>
          <p:cNvSpPr>
            <a:spLocks xmlns:a="http://schemas.openxmlformats.org/drawingml/2006/main" noGrp="1"/>
          </p:cNvSpPr>
          <p:nvPr/>
        </p:nvSpPr>
        <p:spPr>
          <a:xfrm xmlns:a="http://schemas.openxmlformats.org/drawingml/2006/main">
            <a:off x="3143250" y="24955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What did they say?</a:t>
            </a:r>
          </a:p>
        </p:txBody>
      </p:sp>
      <p:sp>
        <p:nvSpPr>
          <p:cNvPr id="11" name="">
            <a:extLst xmlns:a="http://schemas.openxmlformats.org/drawingml/2006/main">
              <a:ext uri="{FF2B5EF4-FFF2-40B4-BE49-F238E27FC236}">
                <a16:creationId xmlns:a16="http://schemas.microsoft.com/office/drawing/2014/main" id="{8B17B3BF-E4A7-427B-9AF4-B55CA173FF2C}"/>
              </a:ext>
            </a:extLst>
          </p:cNvPr>
          <p:cNvSpPr>
            <a:spLocks xmlns:a="http://schemas.openxmlformats.org/drawingml/2006/main" noGrp="1"/>
          </p:cNvSpPr>
          <p:nvPr/>
        </p:nvSpPr>
        <p:spPr>
          <a:xfrm xmlns:a="http://schemas.openxmlformats.org/drawingml/2006/main">
            <a:off x="876300" y="30480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EOU / endpoint</a:t>
            </a:r>
          </a:p>
        </p:txBody>
      </p:sp>
      <p:sp>
        <p:nvSpPr>
          <p:cNvPr id="12" name="">
            <a:extLst xmlns:a="http://schemas.openxmlformats.org/drawingml/2006/main">
              <a:ext uri="{FF2B5EF4-FFF2-40B4-BE49-F238E27FC236}">
                <a16:creationId xmlns:a16="http://schemas.microsoft.com/office/drawing/2014/main" id="{19D04F6A-79C5-419F-B8AC-C932DE307DF4}"/>
              </a:ext>
            </a:extLst>
          </p:cNvPr>
          <p:cNvSpPr>
            <a:spLocks xmlns:a="http://schemas.openxmlformats.org/drawingml/2006/main" noGrp="1"/>
          </p:cNvSpPr>
          <p:nvPr/>
        </p:nvSpPr>
        <p:spPr>
          <a:xfrm xmlns:a="http://schemas.openxmlformats.org/drawingml/2006/main">
            <a:off x="3143250" y="30480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Are they finished?</a:t>
            </a:r>
          </a:p>
        </p:txBody>
      </p:sp>
      <p:sp>
        <p:nvSpPr>
          <p:cNvPr id="13" name="">
            <a:extLst xmlns:a="http://schemas.openxmlformats.org/drawingml/2006/main">
              <a:ext uri="{FF2B5EF4-FFF2-40B4-BE49-F238E27FC236}">
                <a16:creationId xmlns:a16="http://schemas.microsoft.com/office/drawing/2014/main" id="{4882B590-615A-4E3F-AE84-31456D63191E}"/>
              </a:ext>
            </a:extLst>
          </p:cNvPr>
          <p:cNvSpPr>
            <a:spLocks xmlns:a="http://schemas.openxmlformats.org/drawingml/2006/main" noGrp="1"/>
          </p:cNvSpPr>
          <p:nvPr/>
        </p:nvSpPr>
        <p:spPr>
          <a:xfrm xmlns:a="http://schemas.openxmlformats.org/drawingml/2006/main">
            <a:off x="876300" y="36004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LLM TTFT</a:t>
            </a:r>
          </a:p>
        </p:txBody>
      </p:sp>
      <p:sp>
        <p:nvSpPr>
          <p:cNvPr id="14" name="">
            <a:extLst xmlns:a="http://schemas.openxmlformats.org/drawingml/2006/main">
              <a:ext uri="{FF2B5EF4-FFF2-40B4-BE49-F238E27FC236}">
                <a16:creationId xmlns:a16="http://schemas.microsoft.com/office/drawing/2014/main" id="{747151BA-FD53-4E8F-9607-952DAD5AAE0F}"/>
              </a:ext>
            </a:extLst>
          </p:cNvPr>
          <p:cNvSpPr>
            <a:spLocks xmlns:a="http://schemas.openxmlformats.org/drawingml/2006/main" noGrp="1"/>
          </p:cNvSpPr>
          <p:nvPr/>
        </p:nvSpPr>
        <p:spPr>
          <a:xfrm xmlns:a="http://schemas.openxmlformats.org/drawingml/2006/main">
            <a:off x="3143250" y="36004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First thinking token</a:t>
            </a:r>
          </a:p>
        </p:txBody>
      </p:sp>
      <p:sp>
        <p:nvSpPr>
          <p:cNvPr id="15" name="">
            <a:extLst xmlns:a="http://schemas.openxmlformats.org/drawingml/2006/main">
              <a:ext uri="{FF2B5EF4-FFF2-40B4-BE49-F238E27FC236}">
                <a16:creationId xmlns:a16="http://schemas.microsoft.com/office/drawing/2014/main" id="{59F790ED-05D1-4EFF-AE01-900643A09DA5}"/>
              </a:ext>
            </a:extLst>
          </p:cNvPr>
          <p:cNvSpPr>
            <a:spLocks xmlns:a="http://schemas.openxmlformats.org/drawingml/2006/main" noGrp="1"/>
          </p:cNvSpPr>
          <p:nvPr/>
        </p:nvSpPr>
        <p:spPr>
          <a:xfrm xmlns:a="http://schemas.openxmlformats.org/drawingml/2006/main">
            <a:off x="876300" y="41529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TTS TTFB</a:t>
            </a:r>
          </a:p>
        </p:txBody>
      </p:sp>
      <p:sp>
        <p:nvSpPr>
          <p:cNvPr id="16" name="">
            <a:extLst xmlns:a="http://schemas.openxmlformats.org/drawingml/2006/main">
              <a:ext uri="{FF2B5EF4-FFF2-40B4-BE49-F238E27FC236}">
                <a16:creationId xmlns:a16="http://schemas.microsoft.com/office/drawing/2014/main" id="{FEF48323-BCEA-473A-AD0B-3D4D58FA4F64}"/>
              </a:ext>
            </a:extLst>
          </p:cNvPr>
          <p:cNvSpPr>
            <a:spLocks xmlns:a="http://schemas.openxmlformats.org/drawingml/2006/main" noGrp="1"/>
          </p:cNvSpPr>
          <p:nvPr/>
        </p:nvSpPr>
        <p:spPr>
          <a:xfrm xmlns:a="http://schemas.openxmlformats.org/drawingml/2006/main">
            <a:off x="3143250" y="41529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First playable audio</a:t>
            </a:r>
          </a:p>
        </p:txBody>
      </p:sp>
      <p:sp>
        <p:nvSpPr>
          <p:cNvPr id="17" name="">
            <a:extLst xmlns:a="http://schemas.openxmlformats.org/drawingml/2006/main">
              <a:ext uri="{FF2B5EF4-FFF2-40B4-BE49-F238E27FC236}">
                <a16:creationId xmlns:a16="http://schemas.microsoft.com/office/drawing/2014/main" id="{6A9CEAD1-4DFD-4665-A5D1-279602C2CB97}"/>
              </a:ext>
            </a:extLst>
          </p:cNvPr>
          <p:cNvSpPr>
            <a:spLocks xmlns:a="http://schemas.openxmlformats.org/drawingml/2006/main" noGrp="1"/>
          </p:cNvSpPr>
          <p:nvPr/>
        </p:nvSpPr>
        <p:spPr>
          <a:xfrm xmlns:a="http://schemas.openxmlformats.org/drawingml/2006/main">
            <a:off x="876300" y="47053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Barge-in</a:t>
            </a:r>
          </a:p>
        </p:txBody>
      </p:sp>
      <p:sp>
        <p:nvSpPr>
          <p:cNvPr id="18" name="">
            <a:extLst xmlns:a="http://schemas.openxmlformats.org/drawingml/2006/main">
              <a:ext uri="{FF2B5EF4-FFF2-40B4-BE49-F238E27FC236}">
                <a16:creationId xmlns:a16="http://schemas.microsoft.com/office/drawing/2014/main" id="{7D1D7293-5318-44A0-B996-B83A7E34BD1B}"/>
              </a:ext>
            </a:extLst>
          </p:cNvPr>
          <p:cNvSpPr>
            <a:spLocks xmlns:a="http://schemas.openxmlformats.org/drawingml/2006/main" noGrp="1"/>
          </p:cNvSpPr>
          <p:nvPr/>
        </p:nvSpPr>
        <p:spPr>
          <a:xfrm xmlns:a="http://schemas.openxmlformats.org/drawingml/2006/main">
            <a:off x="3143250" y="47053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Caller takes the floor</a:t>
            </a:r>
          </a:p>
        </p:txBody>
      </p:sp>
      <p:sp>
        <p:nvSpPr>
          <p:cNvPr id="19" name="">
            <a:extLst xmlns:a="http://schemas.openxmlformats.org/drawingml/2006/main">
              <a:ext uri="{FF2B5EF4-FFF2-40B4-BE49-F238E27FC236}">
                <a16:creationId xmlns:a16="http://schemas.microsoft.com/office/drawing/2014/main" id="{B27D8DCD-1C0C-4AE3-992F-3215858F8CE0}"/>
              </a:ext>
            </a:extLst>
          </p:cNvPr>
          <p:cNvSpPr>
            <a:spLocks xmlns:a="http://schemas.openxmlformats.org/drawingml/2006/main" noGrp="1"/>
          </p:cNvSpPr>
          <p:nvPr/>
        </p:nvSpPr>
        <p:spPr>
          <a:xfrm xmlns:a="http://schemas.openxmlformats.org/drawingml/2006/main">
            <a:off x="876300" y="52578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RTF</a:t>
            </a:r>
          </a:p>
        </p:txBody>
      </p:sp>
      <p:sp>
        <p:nvSpPr>
          <p:cNvPr id="20" name="">
            <a:extLst xmlns:a="http://schemas.openxmlformats.org/drawingml/2006/main">
              <a:ext uri="{FF2B5EF4-FFF2-40B4-BE49-F238E27FC236}">
                <a16:creationId xmlns:a16="http://schemas.microsoft.com/office/drawing/2014/main" id="{12CF11AC-7116-4683-9D23-BBF4649125B8}"/>
              </a:ext>
            </a:extLst>
          </p:cNvPr>
          <p:cNvSpPr>
            <a:spLocks xmlns:a="http://schemas.openxmlformats.org/drawingml/2006/main" noGrp="1"/>
          </p:cNvSpPr>
          <p:nvPr/>
        </p:nvSpPr>
        <p:spPr>
          <a:xfrm xmlns:a="http://schemas.openxmlformats.org/drawingml/2006/main">
            <a:off x="3143250" y="52578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575" b="0">
                <a:solidFill>
                  <a:srgbClr val="102A43"/>
                </a:solidFill>
                <a:latin typeface="Aptos"/>
                <a:ea typeface="Aptos"/>
                <a:cs typeface="Aptos"/>
              </a:defRPr>
            </a:pPr>
            <a:r>
              <a:rPr sz="1575" b="0">
                <a:solidFill>
                  <a:srgbClr val="102A43"/>
                </a:solidFill>
                <a:latin typeface="Aptos"/>
                <a:ea typeface="Aptos"/>
                <a:cs typeface="Aptos"/>
              </a:rPr>
              <a:t>Inference keeps up with real time</a:t>
            </a:r>
          </a:p>
        </p:txBody>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212854006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ae860f0e690f4fb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bf359556fd2464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EDBE88-BB61-45B7-9706-E8BC0D48F108}"/>
              </a:ext>
            </a:extLst>
          </p:cNvPr>
          <p:cNvSpPr>
            <a:spLocks xmlns:a="http://schemas.openxmlformats.org/drawingml/2006/main" noGrp="1"/>
          </p:cNvSpPr>
          <p:nvPr/>
        </p:nvSpPr>
        <p:spPr>
          <a:xfrm xmlns:a="http://schemas.openxmlformats.org/drawingml/2006/main">
            <a:off x="1524000" y="4591050"/>
            <a:ext cx="914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400" b="1">
                <a:solidFill>
                  <a:srgbClr val="102A43"/>
                </a:solidFill>
                <a:latin typeface="Aptos"/>
                <a:ea typeface="Aptos"/>
                <a:cs typeface="Aptos"/>
              </a:defRPr>
            </a:pPr>
            <a:r>
              <a:rPr sz="2400" b="1">
                <a:solidFill>
                  <a:srgbClr val="102A43"/>
                </a:solidFill>
                <a:latin typeface="Aptos"/>
                <a:ea typeface="Aptos"/>
                <a:cs typeface="Aptos"/>
              </a:rPr>
              <a:t>p50 without p95 is a demo, not an SLO.</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895544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59c086d792848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29bb4711edc48f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a056e91bc9940b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8bf9228124d04fd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da61725dba6449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c45caad383f448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c7b89a539604ac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67e4b9cc30b41f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1108d0253282473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fd4fadd81cf4e5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f99eb255548445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9e10065572345b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84eafaac371b4b1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3a6c9f253b642f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6f574e2aef04d0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8b5f002e96e445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c0e199b35a747a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a47f731668c244d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f7d9ea18d15435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6abf070b59b4ba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a9ae40eaf8ac44c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debf373d06e409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3a07ce34d2b942c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89c19bb01c240f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2026-08-24T18:52:18.2750000Z</dcterms:created>
  <dcterms:modified xsi:type="dcterms:W3CDTF">2026-08-24T18:52:18.2750000Z</dcterms:modified>
</coreProperties>
</file>