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5a55378345d48cf" /><Relationship Type="http://schemas.openxmlformats.org/officeDocument/2006/relationships/extended-properties" Target="/docProps/app.xml" Id="Rb09b1c0ed11247b2" /><Relationship Type="http://schemas.openxmlformats.org/officeDocument/2006/relationships/officeDocument" Target="/ppt/presentation.xml" Id="R994b9e6b13bf4154" /></Relationships>
</file>

<file path=ppt/presentation.xml><?xml version="1.0" encoding="utf-8"?>
<p:presentation xmlns:p="http://schemas.openxmlformats.org/presentationml/2006/main">
  <p:sldMasterIdLst>
    <p:sldMasterId xmlns:r="http://schemas.openxmlformats.org/officeDocument/2006/relationships" id="2147483648" r:id="R62e2f9486f6f4dc5"/>
  </p:sldMasterIdLst>
  <p:notesMasterIdLst>
    <p:notesMasterId xmlns:r="http://schemas.openxmlformats.org/officeDocument/2006/relationships" r:id="R32d8216551fa465f"/>
  </p:notesMasterIdLst>
  <p:sldIdLst>
    <p:sldId xmlns:r="http://schemas.openxmlformats.org/officeDocument/2006/relationships" id="256" r:id="Rcf3e90f7e5bf4420"/>
    <p:sldId xmlns:r="http://schemas.openxmlformats.org/officeDocument/2006/relationships" id="257" r:id="Ra160aa3bfc2b428b"/>
    <p:sldId xmlns:r="http://schemas.openxmlformats.org/officeDocument/2006/relationships" id="258" r:id="Rdda70160a9314925"/>
    <p:sldId xmlns:r="http://schemas.openxmlformats.org/officeDocument/2006/relationships" id="259" r:id="R683ae6cbd8dc44a9"/>
    <p:sldId xmlns:r="http://schemas.openxmlformats.org/officeDocument/2006/relationships" id="260" r:id="Rf09cfb0ebc1c4494"/>
    <p:sldId xmlns:r="http://schemas.openxmlformats.org/officeDocument/2006/relationships" id="261" r:id="R31cbb936891d49de"/>
    <p:sldId xmlns:r="http://schemas.openxmlformats.org/officeDocument/2006/relationships" id="262" r:id="Rca9ab77322f2441b"/>
    <p:sldId xmlns:r="http://schemas.openxmlformats.org/officeDocument/2006/relationships" id="263" r:id="Re1647d25e6d848c2"/>
    <p:sldId xmlns:r="http://schemas.openxmlformats.org/officeDocument/2006/relationships" id="264" r:id="R62fc1da104d04b03"/>
    <p:sldId xmlns:r="http://schemas.openxmlformats.org/officeDocument/2006/relationships" id="265" r:id="R6ae2bc138f004ab6"/>
    <p:sldId xmlns:r="http://schemas.openxmlformats.org/officeDocument/2006/relationships" id="266" r:id="R58c2bffb57d5478f"/>
    <p:sldId xmlns:r="http://schemas.openxmlformats.org/officeDocument/2006/relationships" id="267" r:id="R86ac10b9b1604e61"/>
    <p:sldId xmlns:r="http://schemas.openxmlformats.org/officeDocument/2006/relationships" id="268" r:id="Rdbc01c7af87f457a"/>
    <p:sldId xmlns:r="http://schemas.openxmlformats.org/officeDocument/2006/relationships" id="269" r:id="R4f00d675e2fc4f73"/>
    <p:sldId xmlns:r="http://schemas.openxmlformats.org/officeDocument/2006/relationships" id="270" r:id="R8175a4e217bf46f5"/>
    <p:sldId xmlns:r="http://schemas.openxmlformats.org/officeDocument/2006/relationships" id="271" r:id="Rf5225d5c9e954394"/>
    <p:sldId xmlns:r="http://schemas.openxmlformats.org/officeDocument/2006/relationships" id="272" r:id="R7a35a4ad1b734877"/>
    <p:sldId xmlns:r="http://schemas.openxmlformats.org/officeDocument/2006/relationships" id="273" r:id="R40024fb208164c2a"/>
    <p:sldId xmlns:r="http://schemas.openxmlformats.org/officeDocument/2006/relationships" id="274" r:id="R093bff1d0fc84305"/>
    <p:sldId xmlns:r="http://schemas.openxmlformats.org/officeDocument/2006/relationships" id="275" r:id="Rc3b14a2d3fac4fee"/>
    <p:sldId xmlns:r="http://schemas.openxmlformats.org/officeDocument/2006/relationships" id="276" r:id="Raba27dc7c0c34c17"/>
    <p:sldId xmlns:r="http://schemas.openxmlformats.org/officeDocument/2006/relationships" id="277" r:id="R7a5fc1381d5a4abf"/>
    <p:sldId xmlns:r="http://schemas.openxmlformats.org/officeDocument/2006/relationships" id="278" r:id="R65893980302c4714"/>
    <p:sldId xmlns:r="http://schemas.openxmlformats.org/officeDocument/2006/relationships" id="279" r:id="Rc81e6f3c6cb041aa"/>
    <p:sldId xmlns:r="http://schemas.openxmlformats.org/officeDocument/2006/relationships" id="280" r:id="R54fcab3577ca471e"/>
    <p:sldId xmlns:r="http://schemas.openxmlformats.org/officeDocument/2006/relationships" id="281" r:id="Rd61c20f43c4e4e18"/>
    <p:sldId xmlns:r="http://schemas.openxmlformats.org/officeDocument/2006/relationships" id="282" r:id="R55899d659eae479e"/>
    <p:sldId xmlns:r="http://schemas.openxmlformats.org/officeDocument/2006/relationships" id="283" r:id="Rdaf7482c34bc463b"/>
    <p:sldId xmlns:r="http://schemas.openxmlformats.org/officeDocument/2006/relationships" id="284" r:id="R4f5683fbd6bf4543"/>
    <p:sldId xmlns:r="http://schemas.openxmlformats.org/officeDocument/2006/relationships" id="285" r:id="Rc2f4bcf916434965"/>
    <p:sldId xmlns:r="http://schemas.openxmlformats.org/officeDocument/2006/relationships" id="286" r:id="Rc20fa21436074db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bb05d9944bc46e9" /><Relationship Type="http://schemas.openxmlformats.org/officeDocument/2006/relationships/slideMaster" Target="/ppt/slideMasters/slideMaster1.xml" Id="R62e2f9486f6f4dc5" /><Relationship Type="http://schemas.openxmlformats.org/officeDocument/2006/relationships/notesMaster" Target="/ppt/notesMasters/notesMaster1.xml" Id="R32d8216551fa465f" /><Relationship Type="http://schemas.openxmlformats.org/officeDocument/2006/relationships/presProps" Target="/ppt/presProps.xml" Id="Rdebdde1bc7f04097" /><Relationship Type="http://schemas.openxmlformats.org/officeDocument/2006/relationships/tableStyles" Target="/ppt/tableStyles.xml" Id="R92fb319c4d124429" /><Relationship Type="http://schemas.openxmlformats.org/officeDocument/2006/relationships/slide" Target="/ppt/slides/slide1.xml" Id="Rcf3e90f7e5bf4420" /><Relationship Type="http://schemas.openxmlformats.org/officeDocument/2006/relationships/slide" Target="/ppt/slides/slide2.xml" Id="Ra160aa3bfc2b428b" /><Relationship Type="http://schemas.openxmlformats.org/officeDocument/2006/relationships/slide" Target="/ppt/slides/slide3.xml" Id="Rdda70160a9314925" /><Relationship Type="http://schemas.openxmlformats.org/officeDocument/2006/relationships/slide" Target="/ppt/slides/slide4.xml" Id="R683ae6cbd8dc44a9" /><Relationship Type="http://schemas.openxmlformats.org/officeDocument/2006/relationships/slide" Target="/ppt/slides/slide5.xml" Id="Rf09cfb0ebc1c4494" /><Relationship Type="http://schemas.openxmlformats.org/officeDocument/2006/relationships/slide" Target="/ppt/slides/slide6.xml" Id="R31cbb936891d49de" /><Relationship Type="http://schemas.openxmlformats.org/officeDocument/2006/relationships/slide" Target="/ppt/slides/slide7.xml" Id="Rca9ab77322f2441b" /><Relationship Type="http://schemas.openxmlformats.org/officeDocument/2006/relationships/slide" Target="/ppt/slides/slide8.xml" Id="Re1647d25e6d848c2" /><Relationship Type="http://schemas.openxmlformats.org/officeDocument/2006/relationships/slide" Target="/ppt/slides/slide9.xml" Id="R62fc1da104d04b03" /><Relationship Type="http://schemas.openxmlformats.org/officeDocument/2006/relationships/slide" Target="/ppt/slides/slide10.xml" Id="R6ae2bc138f004ab6" /><Relationship Type="http://schemas.openxmlformats.org/officeDocument/2006/relationships/slide" Target="/ppt/slides/slide11.xml" Id="R58c2bffb57d5478f" /><Relationship Type="http://schemas.openxmlformats.org/officeDocument/2006/relationships/slide" Target="/ppt/slides/slide12.xml" Id="R86ac10b9b1604e61" /><Relationship Type="http://schemas.openxmlformats.org/officeDocument/2006/relationships/slide" Target="/ppt/slides/slide13.xml" Id="Rdbc01c7af87f457a" /><Relationship Type="http://schemas.openxmlformats.org/officeDocument/2006/relationships/slide" Target="/ppt/slides/slide14.xml" Id="R4f00d675e2fc4f73" /><Relationship Type="http://schemas.openxmlformats.org/officeDocument/2006/relationships/slide" Target="/ppt/slides/slide15.xml" Id="R8175a4e217bf46f5" /><Relationship Type="http://schemas.openxmlformats.org/officeDocument/2006/relationships/slide" Target="/ppt/slides/slide16.xml" Id="Rf5225d5c9e954394" /><Relationship Type="http://schemas.openxmlformats.org/officeDocument/2006/relationships/slide" Target="/ppt/slides/slide17.xml" Id="R7a35a4ad1b734877" /><Relationship Type="http://schemas.openxmlformats.org/officeDocument/2006/relationships/slide" Target="/ppt/slides/slide18.xml" Id="R40024fb208164c2a" /><Relationship Type="http://schemas.openxmlformats.org/officeDocument/2006/relationships/slide" Target="/ppt/slides/slide19.xml" Id="R093bff1d0fc84305" /><Relationship Type="http://schemas.openxmlformats.org/officeDocument/2006/relationships/slide" Target="/ppt/slides/slide20.xml" Id="Rc3b14a2d3fac4fee" /><Relationship Type="http://schemas.openxmlformats.org/officeDocument/2006/relationships/slide" Target="/ppt/slides/slide21.xml" Id="Raba27dc7c0c34c17" /><Relationship Type="http://schemas.openxmlformats.org/officeDocument/2006/relationships/slide" Target="/ppt/slides/slide22.xml" Id="R7a5fc1381d5a4abf" /><Relationship Type="http://schemas.openxmlformats.org/officeDocument/2006/relationships/slide" Target="/ppt/slides/slide23.xml" Id="R65893980302c4714" /><Relationship Type="http://schemas.openxmlformats.org/officeDocument/2006/relationships/slide" Target="/ppt/slides/slide24.xml" Id="Rc81e6f3c6cb041aa" /><Relationship Type="http://schemas.openxmlformats.org/officeDocument/2006/relationships/slide" Target="/ppt/slides/slide25.xml" Id="R54fcab3577ca471e" /><Relationship Type="http://schemas.openxmlformats.org/officeDocument/2006/relationships/slide" Target="/ppt/slides/slide26.xml" Id="Rd61c20f43c4e4e18" /><Relationship Type="http://schemas.openxmlformats.org/officeDocument/2006/relationships/slide" Target="/ppt/slides/slide27.xml" Id="R55899d659eae479e" /><Relationship Type="http://schemas.openxmlformats.org/officeDocument/2006/relationships/slide" Target="/ppt/slides/slide28.xml" Id="Rdaf7482c34bc463b" /><Relationship Type="http://schemas.openxmlformats.org/officeDocument/2006/relationships/slide" Target="/ppt/slides/slide29.xml" Id="R4f5683fbd6bf4543" /><Relationship Type="http://schemas.openxmlformats.org/officeDocument/2006/relationships/slide" Target="/ppt/slides/slide30.xml" Id="Rc2f4bcf916434965" /><Relationship Type="http://schemas.openxmlformats.org/officeDocument/2006/relationships/slide" Target="/ppt/slides/slide31.xml" Id="Rc20fa21436074db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e5f1575f3654bb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b204fa636f247ef" /><Relationship Type="http://schemas.openxmlformats.org/officeDocument/2006/relationships/notesMaster" Target="/ppt/notesMasters/notesMaster1.xml" Id="R5f6c302a94e54352" /></Relationships>
</file>

<file path=ppt/notesSlides/_rels/notesSlide2.xml.rels>&#65279;<?xml version="1.0" encoding="utf-8"?><Relationships xmlns="http://schemas.openxmlformats.org/package/2006/relationships"><Relationship Type="http://schemas.openxmlformats.org/officeDocument/2006/relationships/slide" Target="/ppt/slides/slide2.xml" Id="R68bd4b1b0dce4045" /><Relationship Type="http://schemas.openxmlformats.org/officeDocument/2006/relationships/notesMaster" Target="/ppt/notesMasters/notesMaster1.xml" Id="R0e1f87221bb34046" /></Relationships>
</file>

<file path=ppt/notesSlides/_rels/notesSlide3.xml.rels>&#65279;<?xml version="1.0" encoding="utf-8"?><Relationships xmlns="http://schemas.openxmlformats.org/package/2006/relationships"><Relationship Type="http://schemas.openxmlformats.org/officeDocument/2006/relationships/slide" Target="/ppt/slides/slide3.xml" Id="Rc1aa3d579bb74dbe" /><Relationship Type="http://schemas.openxmlformats.org/officeDocument/2006/relationships/notesMaster" Target="/ppt/notesMasters/notesMaster1.xml" Id="R27a30a6a759540dc" /></Relationships>
</file>

<file path=ppt/notesSlides/_rels/notesSlide4.xml.rels>&#65279;<?xml version="1.0" encoding="utf-8"?><Relationships xmlns="http://schemas.openxmlformats.org/package/2006/relationships"><Relationship Type="http://schemas.openxmlformats.org/officeDocument/2006/relationships/slide" Target="/ppt/slides/slide4.xml" Id="R5b21aec2090e4cda" /><Relationship Type="http://schemas.openxmlformats.org/officeDocument/2006/relationships/notesMaster" Target="/ppt/notesMasters/notesMaster1.xml" Id="Rde51d47699b04656" /></Relationships>
</file>

<file path=ppt/notesSlides/_rels/notesSlide5.xml.rels>&#65279;<?xml version="1.0" encoding="utf-8"?><Relationships xmlns="http://schemas.openxmlformats.org/package/2006/relationships"><Relationship Type="http://schemas.openxmlformats.org/officeDocument/2006/relationships/slide" Target="/ppt/slides/slide5.xml" Id="R4ef7d430b8b14d26" /><Relationship Type="http://schemas.openxmlformats.org/officeDocument/2006/relationships/notesMaster" Target="/ppt/notesMasters/notesMaster1.xml" Id="R93e0fe3485a344d4" /></Relationships>
</file>

<file path=ppt/notesSlides/_rels/notesSlide6.xml.rels>&#65279;<?xml version="1.0" encoding="utf-8"?><Relationships xmlns="http://schemas.openxmlformats.org/package/2006/relationships"><Relationship Type="http://schemas.openxmlformats.org/officeDocument/2006/relationships/slide" Target="/ppt/slides/slide6.xml" Id="R15703a0c7a7e4ffa" /><Relationship Type="http://schemas.openxmlformats.org/officeDocument/2006/relationships/notesMaster" Target="/ppt/notesMasters/notesMaster1.xml" Id="Reee42e8f0de4479e" /></Relationships>
</file>

<file path=ppt/notesSlides/_rels/notesSlide7.xml.rels>&#65279;<?xml version="1.0" encoding="utf-8"?><Relationships xmlns="http://schemas.openxmlformats.org/package/2006/relationships"><Relationship Type="http://schemas.openxmlformats.org/officeDocument/2006/relationships/slide" Target="/ppt/slides/slide7.xml" Id="Rb409d1892a2546b9" /><Relationship Type="http://schemas.openxmlformats.org/officeDocument/2006/relationships/notesMaster" Target="/ppt/notesMasters/notesMaster1.xml" Id="R155467b33532485f" /></Relationships>
</file>

<file path=ppt/notesSlides/_rels/notesSlide8.xml.rels>&#65279;<?xml version="1.0" encoding="utf-8"?><Relationships xmlns="http://schemas.openxmlformats.org/package/2006/relationships"><Relationship Type="http://schemas.openxmlformats.org/officeDocument/2006/relationships/slide" Target="/ppt/slides/slide8.xml" Id="R28b26b685d0c405b" /><Relationship Type="http://schemas.openxmlformats.org/officeDocument/2006/relationships/notesMaster" Target="/ppt/notesMasters/notesMaster1.xml" Id="Rf8c5feeecfe14ffa" /></Relationships>
</file>

<file path=ppt/notesSlides/_rels/notesSlide9.xml.rels>&#65279;<?xml version="1.0" encoding="utf-8"?><Relationships xmlns="http://schemas.openxmlformats.org/package/2006/relationships"><Relationship Type="http://schemas.openxmlformats.org/officeDocument/2006/relationships/slide" Target="/ppt/slides/slide9.xml" Id="R2ea5f4bcac2e42bf" /><Relationship Type="http://schemas.openxmlformats.org/officeDocument/2006/relationships/notesMaster" Target="/ppt/notesMasters/notesMaster1.xml" Id="R77dc25b0c17d466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e8d0d00d3434907" /><Relationship Type="http://schemas.openxmlformats.org/officeDocument/2006/relationships/notesMaster" Target="/ppt/notesMasters/notesMaster1.xml" Id="Rba41b303046e464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9e31571d889424d" /><Relationship Type="http://schemas.openxmlformats.org/officeDocument/2006/relationships/notesMaster" Target="/ppt/notesMasters/notesMaster1.xml" Id="R67df7acdc5a84bd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26e98b1c80a476f" /><Relationship Type="http://schemas.openxmlformats.org/officeDocument/2006/relationships/notesMaster" Target="/ppt/notesMasters/notesMaster1.xml" Id="R917a8969d41d45b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0ba3aee5b8845bf" /><Relationship Type="http://schemas.openxmlformats.org/officeDocument/2006/relationships/notesMaster" Target="/ppt/notesMasters/notesMaster1.xml" Id="Re2e5e2dfe056488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f3c2c1671a34b7b" /><Relationship Type="http://schemas.openxmlformats.org/officeDocument/2006/relationships/notesMaster" Target="/ppt/notesMasters/notesMaster1.xml" Id="Ref52b351b7a745e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065651b74734bb3" /><Relationship Type="http://schemas.openxmlformats.org/officeDocument/2006/relationships/notesMaster" Target="/ppt/notesMasters/notesMaster1.xml" Id="R5a79f95c92e1482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aec44e146054010" /><Relationship Type="http://schemas.openxmlformats.org/officeDocument/2006/relationships/notesMaster" Target="/ppt/notesMasters/notesMaster1.xml" Id="Reef48987ac1440a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f7b7ce0b43f4f07" /><Relationship Type="http://schemas.openxmlformats.org/officeDocument/2006/relationships/notesMaster" Target="/ppt/notesMasters/notesMaster1.xml" Id="R2e090ed8b147471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e84386f5a8e4961" /><Relationship Type="http://schemas.openxmlformats.org/officeDocument/2006/relationships/notesMaster" Target="/ppt/notesMasters/notesMaster1.xml" Id="Rf8dfde25f9fa49e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d774ae729e74971" /><Relationship Type="http://schemas.openxmlformats.org/officeDocument/2006/relationships/notesMaster" Target="/ppt/notesMasters/notesMaster1.xml" Id="R9f93f09b4ae5466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583c6150b0c4b45" /><Relationship Type="http://schemas.openxmlformats.org/officeDocument/2006/relationships/notesMaster" Target="/ppt/notesMasters/notesMaster1.xml" Id="R7e4be9e2ecfc425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da980d6389940ac" /><Relationship Type="http://schemas.openxmlformats.org/officeDocument/2006/relationships/notesMaster" Target="/ppt/notesMasters/notesMaster1.xml" Id="Rc039d0a23c00467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e06fd43b8584bf6" /><Relationship Type="http://schemas.openxmlformats.org/officeDocument/2006/relationships/notesMaster" Target="/ppt/notesMasters/notesMaster1.xml" Id="R6389cc0d0dfa4de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6dc1b33e6d64f7f" /><Relationship Type="http://schemas.openxmlformats.org/officeDocument/2006/relationships/notesMaster" Target="/ppt/notesMasters/notesMaster1.xml" Id="R059fb778bc5c487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fefe3efeb554d20" /><Relationship Type="http://schemas.openxmlformats.org/officeDocument/2006/relationships/notesMaster" Target="/ppt/notesMasters/notesMaster1.xml" Id="Ra00869d7cfc34d1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7a1d6652ad04ae8" /><Relationship Type="http://schemas.openxmlformats.org/officeDocument/2006/relationships/notesMaster" Target="/ppt/notesMasters/notesMaster1.xml" Id="Ra672821622964c1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ed9cdbe6e064425" /><Relationship Type="http://schemas.openxmlformats.org/officeDocument/2006/relationships/notesMaster" Target="/ppt/notesMasters/notesMaster1.xml" Id="R568fbdff4cdf4f1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4b83274312545c0" /><Relationship Type="http://schemas.openxmlformats.org/officeDocument/2006/relationships/notesMaster" Target="/ppt/notesMasters/notesMaster1.xml" Id="Rcd6c8da580684b3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9a065d48fb1476b" /><Relationship Type="http://schemas.openxmlformats.org/officeDocument/2006/relationships/notesMaster" Target="/ppt/notesMasters/notesMaster1.xml" Id="R5446cc7b2f764a0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6cb2b44382b48eb" /><Relationship Type="http://schemas.openxmlformats.org/officeDocument/2006/relationships/notesMaster" Target="/ppt/notesMasters/notesMaster1.xml" Id="R56dabc5a710c48e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6ab8006611b4d28" /><Relationship Type="http://schemas.openxmlformats.org/officeDocument/2006/relationships/notesMaster" Target="/ppt/notesMasters/notesMaster1.xml" Id="Rb19a5d98f667472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335c2a6f2324601" /><Relationship Type="http://schemas.openxmlformats.org/officeDocument/2006/relationships/notesMaster" Target="/ppt/notesMasters/notesMaster1.xml" Id="R5ba1f0294584441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human experience, not the architecture. Ask: can an AI sales agent actually listen?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The y-axis is deliberately an evidence scale—not a fabricated quality score: 0 means a known control failure, 1 relevant but not gated, 2 a grounded sample, and 3 the 17-scenario eval.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Gemini was selected because it combined an observed 1,120 ms plan with 132/136 grounded-policy checks and structured tool support. Re-evaluate local candidates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Local model measurements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31 ms gap from normal variance. Gemini explicit cache storage was unavailable on the free tier, and implicit caching did not engage. We recorded the negative result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 When a trace reveals a failure pattern—an interruption miss, stale answer or action error—we turn that pattern into a new eval scenario and regression test.</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point is not a single headline number: this trace links response timing, three playback cancellations, two accepted actions and 11 caller turns, making the conversation diagnosable and improvable.</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 If the workflow scales to millions of historical inquiries, the agent creates coverage and triage—not a replacement for the human conversation where trust and negotiation matter.</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“Do Not Call (DNC)” is the persisted suppression list that prevents prohibited or opted-out contacts from being called. The current app is single-session and browser-first; these are the production capabilities still needed before outbound use.</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ASBL’s hundreds of hours of historical sales calls are a differentiated learning asset only when they are used with appropriate consent, retention, access controls and legal review. They can reveal real objections, silence patterns, accents, turn-taking and qualification signals that generic benchmarks miss. The opportunity is not to declare multilingual voice solved: Telugu, Hindi, English and code-mixed calls still need their own ASR, TTS, factuality, turn-taking and trust evaluations before deployment.</a:t>
            </a:r>
          </a:p>
          <a:p xmlns:a="http://schemas.openxmlformats.org/drawingml/2006/main">
            <a:r>
              <a:t/>
            </a:r>
          </a:p>
          <a:p xmlns:a="http://schemas.openxmlformats.org/drawingml/2006/main">
            <a:r>
              <a:t>SOURCES</a:t>
            </a:r>
          </a:p>
          <a:p xmlns:a="http://schemas.openxmlformats.org/drawingml/2006/main">
            <a:r>
              <a:t>- ASBL call-recording asset ·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Thank the audience and invite questions about the live experiment, the evaluation loop, or the ASBL use case.</a:t>
            </a:r>
          </a:p>
          <a:p xmlns:a="http://schemas.openxmlformats.org/drawingml/2006/main">
            <a:r>
              <a:t/>
            </a:r>
          </a:p>
          <a:p xmlns:a="http://schemas.openxmlformats.org/drawingml/2006/main">
            <a:r>
              <a:t>SOURCES</a:t>
            </a:r>
          </a:p>
          <a:p xmlns:a="http://schemas.openxmlformats.org/drawingml/2006/main">
            <a:r>
              <a:t>- Duet · Aira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e13a3d26c1049e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e4e201597ad4d9c" /><Relationship Type="http://schemas.openxmlformats.org/officeDocument/2006/relationships/slideLayout" Target="/ppt/slideLayouts/slideLayout1.xml" Id="Rb7a040cd1f6149d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7a040cd1f6149d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f2975c823374b39" /><Relationship Type="http://schemas.openxmlformats.org/officeDocument/2006/relationships/image" Target="/ppt/media/image.jpeg" Id="R31e246ff1fcf46cb" /><Relationship Type="http://schemas.openxmlformats.org/officeDocument/2006/relationships/notesSlide" Target="/ppt/notesSlides/notesSlide1.xml" Id="R06db299943584e9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c5a89f07a1844db" /><Relationship Type="http://schemas.openxmlformats.org/officeDocument/2006/relationships/image" Target="/ppt/media/image2.jpeg" Id="Rd6458099a32f4170" /><Relationship Type="http://schemas.openxmlformats.org/officeDocument/2006/relationships/notesSlide" Target="/ppt/notesSlides/notesSlide2.xml" Id="R3140dc1e4a5347b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0de4a22126749ac" /><Relationship Type="http://schemas.openxmlformats.org/officeDocument/2006/relationships/image" Target="/ppt/media/image3.jpeg" Id="R526737d1b0504a17" /><Relationship Type="http://schemas.openxmlformats.org/officeDocument/2006/relationships/notesSlide" Target="/ppt/notesSlides/notesSlide3.xml" Id="R339a113f460a436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259d23e5d3e48b1" /><Relationship Type="http://schemas.openxmlformats.org/officeDocument/2006/relationships/image" Target="/ppt/media/image4.jpeg" Id="R2283c07edd274593" /><Relationship Type="http://schemas.openxmlformats.org/officeDocument/2006/relationships/notesSlide" Target="/ppt/notesSlides/notesSlide4.xml" Id="Ra208a35adaeb475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e5891ff595543c0" /><Relationship Type="http://schemas.openxmlformats.org/officeDocument/2006/relationships/image" Target="/ppt/media/image5.jpeg" Id="R8207e9dd97584a00" /><Relationship Type="http://schemas.openxmlformats.org/officeDocument/2006/relationships/notesSlide" Target="/ppt/notesSlides/notesSlide5.xml" Id="R5ca2a1492b414fd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35f47fcff3c43aa" /><Relationship Type="http://schemas.openxmlformats.org/officeDocument/2006/relationships/image" Target="/ppt/media/image6.jpeg" Id="Ra616cf5fef974744" /><Relationship Type="http://schemas.openxmlformats.org/officeDocument/2006/relationships/notesSlide" Target="/ppt/notesSlides/notesSlide6.xml" Id="Rb8ee35908a56467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e8e1940764b4134" /><Relationship Type="http://schemas.openxmlformats.org/officeDocument/2006/relationships/image" Target="/ppt/media/image7.jpeg" Id="Rfe44a2667d064573" /><Relationship Type="http://schemas.openxmlformats.org/officeDocument/2006/relationships/notesSlide" Target="/ppt/notesSlides/notesSlide7.xml" Id="Rab3c9d4001ec4dd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3ed66107c9e45c7" /><Relationship Type="http://schemas.openxmlformats.org/officeDocument/2006/relationships/image" Target="/ppt/media/image8.jpeg" Id="Rc901e34b633c46ae" /><Relationship Type="http://schemas.openxmlformats.org/officeDocument/2006/relationships/notesSlide" Target="/ppt/notesSlides/notesSlide8.xml" Id="R605ce7c50231488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03b64c699fe488f" /><Relationship Type="http://schemas.openxmlformats.org/officeDocument/2006/relationships/image" Target="/ppt/media/image9.jpeg" Id="R516ed3f4a9ed4dc1" /><Relationship Type="http://schemas.openxmlformats.org/officeDocument/2006/relationships/notesSlide" Target="/ppt/notesSlides/notesSlide9.xml" Id="R0bf1b1c644ed495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af143895a0a41f1" /><Relationship Type="http://schemas.openxmlformats.org/officeDocument/2006/relationships/image" Target="/ppt/media/image10.jpeg" Id="Rd26b3e7de1e54e44" /><Relationship Type="http://schemas.openxmlformats.org/officeDocument/2006/relationships/notesSlide" Target="/ppt/notesSlides/notesSlide10.xml" Id="Reb2f0d61fa4e422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e74df59f5a14f57" /><Relationship Type="http://schemas.openxmlformats.org/officeDocument/2006/relationships/image" Target="/ppt/media/image11.jpeg" Id="R35ef0131785e48da" /><Relationship Type="http://schemas.openxmlformats.org/officeDocument/2006/relationships/notesSlide" Target="/ppt/notesSlides/notesSlide11.xml" Id="Rf435daab25894b2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a8bffec74bc4cb1" /><Relationship Type="http://schemas.openxmlformats.org/officeDocument/2006/relationships/image" Target="/ppt/media/image12.jpeg" Id="Ra520c78f3b0d465e" /><Relationship Type="http://schemas.openxmlformats.org/officeDocument/2006/relationships/notesSlide" Target="/ppt/notesSlides/notesSlide12.xml" Id="Rf87ee126b251477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aa04847489c49e4" /><Relationship Type="http://schemas.openxmlformats.org/officeDocument/2006/relationships/image" Target="/ppt/media/image13.jpeg" Id="R7d1e170990654474" /><Relationship Type="http://schemas.openxmlformats.org/officeDocument/2006/relationships/notesSlide" Target="/ppt/notesSlides/notesSlide13.xml" Id="R798b2122b994439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becb3e956284214" /><Relationship Type="http://schemas.openxmlformats.org/officeDocument/2006/relationships/image" Target="/ppt/media/image14.jpeg" Id="R20a2bda46c25467c" /><Relationship Type="http://schemas.openxmlformats.org/officeDocument/2006/relationships/notesSlide" Target="/ppt/notesSlides/notesSlide14.xml" Id="Rb3f39fb710184b3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1c1f3f732b2482f" /><Relationship Type="http://schemas.openxmlformats.org/officeDocument/2006/relationships/image" Target="/ppt/media/image15.jpeg" Id="Ra9655cfafed84a8b" /><Relationship Type="http://schemas.openxmlformats.org/officeDocument/2006/relationships/notesSlide" Target="/ppt/notesSlides/notesSlide15.xml" Id="R57caabaf26ba485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06827690c8e41a1" /><Relationship Type="http://schemas.openxmlformats.org/officeDocument/2006/relationships/image" Target="/ppt/media/image16.jpeg" Id="Rc641b1060bf54d6e" /><Relationship Type="http://schemas.openxmlformats.org/officeDocument/2006/relationships/notesSlide" Target="/ppt/notesSlides/notesSlide16.xml" Id="R075f09957d424ea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2f585e9639b40ea" /><Relationship Type="http://schemas.openxmlformats.org/officeDocument/2006/relationships/image" Target="/ppt/media/image17.jpeg" Id="R5f08ae17b6f54472" /><Relationship Type="http://schemas.openxmlformats.org/officeDocument/2006/relationships/notesSlide" Target="/ppt/notesSlides/notesSlide17.xml" Id="Rcf9af853d2ab458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b277a31e9bd476a" /><Relationship Type="http://schemas.openxmlformats.org/officeDocument/2006/relationships/image" Target="/ppt/media/image18.jpeg" Id="Rb175c3f8a1684cd0" /><Relationship Type="http://schemas.openxmlformats.org/officeDocument/2006/relationships/notesSlide" Target="/ppt/notesSlides/notesSlide18.xml" Id="Rc9c47d2e898147b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5759cc958f0480f" /><Relationship Type="http://schemas.openxmlformats.org/officeDocument/2006/relationships/image" Target="/ppt/media/image19.jpeg" Id="Rca3482bfa53342e6" /><Relationship Type="http://schemas.openxmlformats.org/officeDocument/2006/relationships/notesSlide" Target="/ppt/notesSlides/notesSlide19.xml" Id="Reffabe1c98e9417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e07d4cc23294c77" /><Relationship Type="http://schemas.openxmlformats.org/officeDocument/2006/relationships/image" Target="/ppt/media/image20.jpeg" Id="Rbefbfe2046104f4c" /><Relationship Type="http://schemas.openxmlformats.org/officeDocument/2006/relationships/notesSlide" Target="/ppt/notesSlides/notesSlide20.xml" Id="Re54cd050e1384ba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c2f1c76db474e1b" /><Relationship Type="http://schemas.openxmlformats.org/officeDocument/2006/relationships/image" Target="/ppt/media/image21.jpeg" Id="R800b8c6df1e049a1" /><Relationship Type="http://schemas.openxmlformats.org/officeDocument/2006/relationships/notesSlide" Target="/ppt/notesSlides/notesSlide21.xml" Id="R7acbbbfa2a284a2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da79506436a46ea" /><Relationship Type="http://schemas.openxmlformats.org/officeDocument/2006/relationships/image" Target="/ppt/media/image22.jpeg" Id="R48b7b43cd1df47b3" /><Relationship Type="http://schemas.openxmlformats.org/officeDocument/2006/relationships/notesSlide" Target="/ppt/notesSlides/notesSlide22.xml" Id="Rae1d31d6801a480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83e29df809b4db9" /><Relationship Type="http://schemas.openxmlformats.org/officeDocument/2006/relationships/image" Target="/ppt/media/image23.jpeg" Id="R4e4a831424964126" /><Relationship Type="http://schemas.openxmlformats.org/officeDocument/2006/relationships/notesSlide" Target="/ppt/notesSlides/notesSlide23.xml" Id="Ra51c4cd9b3b844e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fa4662f97ce4528" /><Relationship Type="http://schemas.openxmlformats.org/officeDocument/2006/relationships/image" Target="/ppt/media/image24.jpeg" Id="R43758e365db948f8" /><Relationship Type="http://schemas.openxmlformats.org/officeDocument/2006/relationships/notesSlide" Target="/ppt/notesSlides/notesSlide24.xml" Id="R1ba8e8195b1340b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b9c2818049b4b43" /><Relationship Type="http://schemas.openxmlformats.org/officeDocument/2006/relationships/image" Target="/ppt/media/image25.jpeg" Id="R1f4642ace2a442f1" /><Relationship Type="http://schemas.openxmlformats.org/officeDocument/2006/relationships/notesSlide" Target="/ppt/notesSlides/notesSlide25.xml" Id="Re69c59b2eb76480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9905f133f78494e" /><Relationship Type="http://schemas.openxmlformats.org/officeDocument/2006/relationships/image" Target="/ppt/media/image26.jpeg" Id="R48e0fc9e5caf4385" /><Relationship Type="http://schemas.openxmlformats.org/officeDocument/2006/relationships/notesSlide" Target="/ppt/notesSlides/notesSlide26.xml" Id="R0f41588b4b6d41b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f88f12065e094d7e" /><Relationship Type="http://schemas.openxmlformats.org/officeDocument/2006/relationships/image" Target="/ppt/media/image27.jpeg" Id="R39d19cd367634f49" /><Relationship Type="http://schemas.openxmlformats.org/officeDocument/2006/relationships/notesSlide" Target="/ppt/notesSlides/notesSlide27.xml" Id="R7f44649023c64af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106763ff3554274" /><Relationship Type="http://schemas.openxmlformats.org/officeDocument/2006/relationships/image" Target="/ppt/media/image28.jpeg" Id="R0551bdc89445437b" /><Relationship Type="http://schemas.openxmlformats.org/officeDocument/2006/relationships/notesSlide" Target="/ppt/notesSlides/notesSlide28.xml" Id="Rb14f1ba2dec9464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face7aa2c1bd48da" /><Relationship Type="http://schemas.openxmlformats.org/officeDocument/2006/relationships/image" Target="/ppt/media/image29.jpeg" Id="R902e6d9fa0b04c85" /><Relationship Type="http://schemas.openxmlformats.org/officeDocument/2006/relationships/notesSlide" Target="/ppt/notesSlides/notesSlide29.xml" Id="R0d3f44e585a2420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712f3f34d9874805" /><Relationship Type="http://schemas.openxmlformats.org/officeDocument/2006/relationships/image" Target="/ppt/media/image30.jpeg" Id="Rd15e2d2cc2764c3d" /><Relationship Type="http://schemas.openxmlformats.org/officeDocument/2006/relationships/notesSlide" Target="/ppt/notesSlides/notesSlide30.xml" Id="R103ab3463331414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971a02a0e754147" /><Relationship Type="http://schemas.openxmlformats.org/officeDocument/2006/relationships/image" Target="/ppt/media/image31.jpeg" Id="R39ae2fc2be3945e3" /><Relationship Type="http://schemas.openxmlformats.org/officeDocument/2006/relationships/notesSlide" Target="/ppt/notesSlides/notesSlide31.xml" Id="Ra40b5cd6c6554836"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31e246ff1fcf46c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BA716A4-45B4-4CC4-90B1-5E0D7187B04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1341DDD9-6AE9-46FD-B102-B4291B0FD7A2}"/>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6A3C3373-2853-4FD5-B7CC-C9F3E4948E9B}"/>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30EC6387-76D6-4F9C-90AB-BE491C752943}"/>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B5BE7730-3899-4180-90C4-D7F161F0A7AD}"/>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F48F61D0-778C-48C0-A489-0993C36D5377}"/>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F3A62051-EDC7-46FF-93E8-CBBD732AF4BA}"/>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2FEC6CA6-C5B4-4AAA-8CE2-49C3C7B96264}"/>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BD760BDB-95B5-4372-B6BC-05008CB45F80}"/>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9C2163BD-0B6D-4E51-B88C-E93A841A28C0}"/>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2DB20745-5D70-4BFD-8026-1A3B61C762F8}"/>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B8FAED21-C839-477B-9FB9-45E4A15A57FB}"/>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8B25AF4D-036F-4070-8689-E201F1DE59BE}"/>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F1E860C1-F076-45EA-B5E7-39A18A95C856}"/>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EE966112-DBC1-4F86-B64C-DA1004CA076E}"/>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01AC8078-8600-4C6D-8B00-CEA36E257CCE}"/>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7427B8D2-4176-4577-924F-AAFBC12FFFC6}"/>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9DFBB565-C5E2-45E6-9F89-CF678346F0ED}"/>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5034E5FA-9A4A-4C2A-A378-6FE6A38F4DA7}"/>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7B7A3754-290B-48B1-8846-4EFC804D2B4E}"/>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F6ECA058-BD4C-4892-8A83-37AC093BC0A8}"/>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6C142944-D952-4E37-98BE-A0CA5398BDB6}"/>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60AABB08-541A-40C7-9B44-ED86CEE0236E}"/>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3B612A76-C86F-4259-8E3B-B4623E5571AA}"/>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64201E49-1B06-4E2A-9176-365FC44F0DBB}"/>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4B682101-B60A-4299-B887-650F2A0D545B}"/>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384A48F4-7A26-43BF-B224-42EE4B5AA41E}"/>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981BB0BD-EF23-48A6-851E-3B1432B9A02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1345579478"/>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d6458099a32f417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8DA532E-4EE8-4F6D-9D90-473045BADBF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3F11ED8-D9A5-46EB-AD7D-9A822700D75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0B968B10-8A73-41C9-B317-A59190DDB01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71E030B-17E3-4758-96CC-6D95EBFF328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2E7638D5-8701-4AC4-AD8F-3D1BED4DBA3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4A9EF00-70FD-4D80-925A-E0E283BC201E}"/>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ONE SHARED STATE</a:t>
            </a:r>
          </a:p>
        </p:txBody>
      </p:sp>
      <p:sp>
        <p:nvSpPr>
          <p:cNvPr id="8" name="">
            <a:extLst xmlns:a="http://schemas.openxmlformats.org/drawingml/2006/main">
              <a:ext uri="{FF2B5EF4-FFF2-40B4-BE49-F238E27FC236}">
                <a16:creationId xmlns:a16="http://schemas.microsoft.com/office/drawing/2014/main" id="{D283B7FB-3FDF-44FF-82AD-23C9FFEAABD6}"/>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8F3F6"/>
          </a:solidFill>
          <a:ln xmlns:a="http://schemas.openxmlformats.org/drawingml/2006/main" w="9525">
            <a:solidFill>
              <a:srgbClr val="8EBBD0"/>
            </a:solidFill>
            <a:prstDash val="solid"/>
          </a:ln>
        </p:spPr>
      </p:sp>
      <p:sp>
        <p:nvSpPr>
          <p:cNvPr id="9" name="">
            <a:extLst xmlns:a="http://schemas.openxmlformats.org/drawingml/2006/main">
              <a:ext uri="{FF2B5EF4-FFF2-40B4-BE49-F238E27FC236}">
                <a16:creationId xmlns:a16="http://schemas.microsoft.com/office/drawing/2014/main" id="{0710CDBE-CE1C-482A-A38F-6209AFE9AFA5}"/>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conversation state</a:t>
            </a:r>
          </a:p>
        </p:txBody>
      </p:sp>
      <p:sp>
        <p:nvSpPr>
          <p:cNvPr id="10" name="">
            <a:extLst xmlns:a="http://schemas.openxmlformats.org/drawingml/2006/main">
              <a:ext uri="{FF2B5EF4-FFF2-40B4-BE49-F238E27FC236}">
                <a16:creationId xmlns:a16="http://schemas.microsoft.com/office/drawing/2014/main" id="{F0CDD11C-9A80-469A-8631-2567E5C4E8D2}"/>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11" name="">
            <a:extLst xmlns:a="http://schemas.openxmlformats.org/drawingml/2006/main">
              <a:ext uri="{FF2B5EF4-FFF2-40B4-BE49-F238E27FC236}">
                <a16:creationId xmlns:a16="http://schemas.microsoft.com/office/drawing/2014/main" id="{40192F01-838B-4144-A591-A7F7CCF411E5}"/>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2" name="">
            <a:extLst xmlns:a="http://schemas.openxmlformats.org/drawingml/2006/main">
              <a:ext uri="{FF2B5EF4-FFF2-40B4-BE49-F238E27FC236}">
                <a16:creationId xmlns:a16="http://schemas.microsoft.com/office/drawing/2014/main" id="{E1B3D5C7-E266-4CB8-ADE6-FC34129E15BC}"/>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01</a:t>
            </a:r>
          </a:p>
        </p:txBody>
      </p:sp>
      <p:sp>
        <p:nvSpPr>
          <p:cNvPr id="13" name="">
            <a:extLst xmlns:a="http://schemas.openxmlformats.org/drawingml/2006/main">
              <a:ext uri="{FF2B5EF4-FFF2-40B4-BE49-F238E27FC236}">
                <a16:creationId xmlns:a16="http://schemas.microsoft.com/office/drawing/2014/main" id="{AE479386-3318-4D80-A57A-F38A90AEDB37}"/>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Listen</a:t>
            </a:r>
          </a:p>
        </p:txBody>
      </p:sp>
      <p:sp>
        <p:nvSpPr>
          <p:cNvPr id="14" name="">
            <a:extLst xmlns:a="http://schemas.openxmlformats.org/drawingml/2006/main">
              <a:ext uri="{FF2B5EF4-FFF2-40B4-BE49-F238E27FC236}">
                <a16:creationId xmlns:a16="http://schemas.microsoft.com/office/drawing/2014/main" id="{71305C9B-AE71-4269-8A55-CFA9A4564A86}"/>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15" name="">
            <a:extLst xmlns:a="http://schemas.openxmlformats.org/drawingml/2006/main">
              <a:ext uri="{FF2B5EF4-FFF2-40B4-BE49-F238E27FC236}">
                <a16:creationId xmlns:a16="http://schemas.microsoft.com/office/drawing/2014/main" id="{526F3570-4A84-4369-B63B-B9617590F82D}"/>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6" name="">
            <a:extLst xmlns:a="http://schemas.openxmlformats.org/drawingml/2006/main">
              <a:ext uri="{FF2B5EF4-FFF2-40B4-BE49-F238E27FC236}">
                <a16:creationId xmlns:a16="http://schemas.microsoft.com/office/drawing/2014/main" id="{1C8EEF26-C2F8-473B-A0D4-27A285F6660D}"/>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23082E51-90B2-4FEC-9C4C-907FD3E5227A}"/>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Decide</a:t>
            </a:r>
          </a:p>
        </p:txBody>
      </p:sp>
      <p:sp>
        <p:nvSpPr>
          <p:cNvPr id="18" name="">
            <a:extLst xmlns:a="http://schemas.openxmlformats.org/drawingml/2006/main">
              <a:ext uri="{FF2B5EF4-FFF2-40B4-BE49-F238E27FC236}">
                <a16:creationId xmlns:a16="http://schemas.microsoft.com/office/drawing/2014/main" id="{34AB2979-E4F2-43E8-B093-F5E6447387D0}"/>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19" name="">
            <a:extLst xmlns:a="http://schemas.openxmlformats.org/drawingml/2006/main">
              <a:ext uri="{FF2B5EF4-FFF2-40B4-BE49-F238E27FC236}">
                <a16:creationId xmlns:a16="http://schemas.microsoft.com/office/drawing/2014/main" id="{48E076EB-EC12-4874-9043-A7EFC13BAD31}"/>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0" name="">
            <a:extLst xmlns:a="http://schemas.openxmlformats.org/drawingml/2006/main">
              <a:ext uri="{FF2B5EF4-FFF2-40B4-BE49-F238E27FC236}">
                <a16:creationId xmlns:a16="http://schemas.microsoft.com/office/drawing/2014/main" id="{35B6EC24-1F46-45F0-9B41-1982E3BD5832}"/>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68C82"/>
                </a:solidFill>
                <a:latin typeface="Aptos"/>
                <a:ea typeface="Aptos"/>
                <a:cs typeface="Aptos"/>
              </a:defRPr>
            </a:pPr>
            <a:r>
              <a:rPr sz="825" b="1">
                <a:solidFill>
                  <a:srgbClr val="268C82"/>
                </a:solidFill>
                <a:latin typeface="Aptos"/>
                <a:ea typeface="Aptos"/>
                <a:cs typeface="Aptos"/>
              </a:rPr>
              <a:t>03</a:t>
            </a:r>
          </a:p>
        </p:txBody>
      </p:sp>
      <p:sp>
        <p:nvSpPr>
          <p:cNvPr id="21" name="">
            <a:extLst xmlns:a="http://schemas.openxmlformats.org/drawingml/2006/main">
              <a:ext uri="{FF2B5EF4-FFF2-40B4-BE49-F238E27FC236}">
                <a16:creationId xmlns:a16="http://schemas.microsoft.com/office/drawing/2014/main" id="{37A61C1C-95CB-4E99-A375-9EE46BE819CC}"/>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Speak</a:t>
            </a:r>
          </a:p>
        </p:txBody>
      </p:sp>
      <p:sp>
        <p:nvSpPr>
          <p:cNvPr id="22" name="">
            <a:extLst xmlns:a="http://schemas.openxmlformats.org/drawingml/2006/main">
              <a:ext uri="{FF2B5EF4-FFF2-40B4-BE49-F238E27FC236}">
                <a16:creationId xmlns:a16="http://schemas.microsoft.com/office/drawing/2014/main" id="{6D9342D5-7A8F-4E58-9E4D-355F9D7F39A1}"/>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23" name="">
            <a:extLst xmlns:a="http://schemas.openxmlformats.org/drawingml/2006/main">
              <a:ext uri="{FF2B5EF4-FFF2-40B4-BE49-F238E27FC236}">
                <a16:creationId xmlns:a16="http://schemas.microsoft.com/office/drawing/2014/main" id="{AD1A4441-BC98-4C23-B84C-34409BBA5A8F}"/>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4" name="">
            <a:extLst xmlns:a="http://schemas.openxmlformats.org/drawingml/2006/main">
              <a:ext uri="{FF2B5EF4-FFF2-40B4-BE49-F238E27FC236}">
                <a16:creationId xmlns:a16="http://schemas.microsoft.com/office/drawing/2014/main" id="{95D8C55A-AB9D-4A92-94B0-C07D5129B649}"/>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5" name="">
            <a:extLst xmlns:a="http://schemas.openxmlformats.org/drawingml/2006/main">
              <a:ext uri="{FF2B5EF4-FFF2-40B4-BE49-F238E27FC236}">
                <a16:creationId xmlns:a16="http://schemas.microsoft.com/office/drawing/2014/main" id="{7C32F7A9-1B31-4A25-85F7-92055F644EFD}"/>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CONTINUOUS CAPABILITIES</a:t>
            </a:r>
          </a:p>
        </p:txBody>
      </p:sp>
      <p:sp>
        <p:nvSpPr>
          <p:cNvPr id="26" name="">
            <a:extLst xmlns:a="http://schemas.openxmlformats.org/drawingml/2006/main">
              <a:ext uri="{FF2B5EF4-FFF2-40B4-BE49-F238E27FC236}">
                <a16:creationId xmlns:a16="http://schemas.microsoft.com/office/drawing/2014/main" id="{5055DDF4-6CF8-4DEC-99B4-29F1753C675D}"/>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27" name="">
            <a:extLst xmlns:a="http://schemas.openxmlformats.org/drawingml/2006/main">
              <a:ext uri="{FF2B5EF4-FFF2-40B4-BE49-F238E27FC236}">
                <a16:creationId xmlns:a16="http://schemas.microsoft.com/office/drawing/2014/main" id="{CE7C7BF6-77E4-4B67-997C-B073F0873C92}"/>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0D063FC4-5815-49FD-9E8A-4FCF04626473}"/>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88DC1"/>
                </a:solidFill>
                <a:latin typeface="Aptos"/>
                <a:ea typeface="Aptos"/>
                <a:cs typeface="Aptos"/>
              </a:defRPr>
            </a:pPr>
            <a:r>
              <a:rPr sz="1275" b="1">
                <a:solidFill>
                  <a:srgbClr val="288DC1"/>
                </a:solidFill>
                <a:latin typeface="Aptos"/>
                <a:ea typeface="Aptos"/>
                <a:cs typeface="Aptos"/>
              </a:rPr>
              <a:t>Remember</a:t>
            </a:r>
          </a:p>
        </p:txBody>
      </p:sp>
      <p:sp>
        <p:nvSpPr>
          <p:cNvPr id="29" name="">
            <a:extLst xmlns:a="http://schemas.openxmlformats.org/drawingml/2006/main">
              <a:ext uri="{FF2B5EF4-FFF2-40B4-BE49-F238E27FC236}">
                <a16:creationId xmlns:a16="http://schemas.microsoft.com/office/drawing/2014/main" id="{115979D7-3858-4C52-B3A9-F1F339D04201}"/>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30" name="">
            <a:extLst xmlns:a="http://schemas.openxmlformats.org/drawingml/2006/main">
              <a:ext uri="{FF2B5EF4-FFF2-40B4-BE49-F238E27FC236}">
                <a16:creationId xmlns:a16="http://schemas.microsoft.com/office/drawing/2014/main" id="{BF660A63-4CD8-4AA8-BA4B-F7536991B360}"/>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1" name="">
            <a:extLst xmlns:a="http://schemas.openxmlformats.org/drawingml/2006/main">
              <a:ext uri="{FF2B5EF4-FFF2-40B4-BE49-F238E27FC236}">
                <a16:creationId xmlns:a16="http://schemas.microsoft.com/office/drawing/2014/main" id="{4FE458C0-F8E4-407E-8061-3BAC8B298FEF}"/>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D96C5F"/>
                </a:solidFill>
                <a:latin typeface="Aptos"/>
                <a:ea typeface="Aptos"/>
                <a:cs typeface="Aptos"/>
              </a:defRPr>
            </a:pPr>
            <a:r>
              <a:rPr sz="1275" b="1">
                <a:solidFill>
                  <a:srgbClr val="D96C5F"/>
                </a:solidFill>
                <a:latin typeface="Aptos"/>
                <a:ea typeface="Aptos"/>
                <a:cs typeface="Aptos"/>
              </a:rPr>
              <a:t>Yield</a:t>
            </a:r>
          </a:p>
        </p:txBody>
      </p:sp>
      <p:sp>
        <p:nvSpPr>
          <p:cNvPr id="32" name="">
            <a:extLst xmlns:a="http://schemas.openxmlformats.org/drawingml/2006/main">
              <a:ext uri="{FF2B5EF4-FFF2-40B4-BE49-F238E27FC236}">
                <a16:creationId xmlns:a16="http://schemas.microsoft.com/office/drawing/2014/main" id="{1E449E08-C0F6-4B8F-8B3A-C113DE0980AD}"/>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33" name="">
            <a:extLst xmlns:a="http://schemas.openxmlformats.org/drawingml/2006/main">
              <a:ext uri="{FF2B5EF4-FFF2-40B4-BE49-F238E27FC236}">
                <a16:creationId xmlns:a16="http://schemas.microsoft.com/office/drawing/2014/main" id="{B71EF9BB-F3D6-459B-ABBA-DB4F1B38BD25}"/>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4" name="">
            <a:extLst xmlns:a="http://schemas.openxmlformats.org/drawingml/2006/main">
              <a:ext uri="{FF2B5EF4-FFF2-40B4-BE49-F238E27FC236}">
                <a16:creationId xmlns:a16="http://schemas.microsoft.com/office/drawing/2014/main" id="{3928666F-7007-4104-AD77-1A90E78909A8}"/>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68C82"/>
                </a:solidFill>
                <a:latin typeface="Aptos"/>
                <a:ea typeface="Aptos"/>
                <a:cs typeface="Aptos"/>
              </a:defRPr>
            </a:pPr>
            <a:r>
              <a:rPr sz="1275" b="1">
                <a:solidFill>
                  <a:srgbClr val="268C82"/>
                </a:solidFill>
                <a:latin typeface="Aptos"/>
                <a:ea typeface="Aptos"/>
                <a:cs typeface="Aptos"/>
              </a:rPr>
              <a:t>Act</a:t>
            </a:r>
          </a:p>
        </p:txBody>
      </p:sp>
      <p:sp>
        <p:nvSpPr>
          <p:cNvPr id="35" name="">
            <a:extLst xmlns:a="http://schemas.openxmlformats.org/drawingml/2006/main">
              <a:ext uri="{FF2B5EF4-FFF2-40B4-BE49-F238E27FC236}">
                <a16:creationId xmlns:a16="http://schemas.microsoft.com/office/drawing/2014/main" id="{0B4FF7F5-6791-48AD-9FA1-0D17FBC02F5B}"/>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
        <p:nvSpPr>
          <p:cNvPr id="36" name="">
            <a:extLst xmlns:a="http://schemas.openxmlformats.org/drawingml/2006/main">
              <a:ext uri="{FF2B5EF4-FFF2-40B4-BE49-F238E27FC236}">
                <a16:creationId xmlns:a16="http://schemas.microsoft.com/office/drawing/2014/main" id="{F18CF507-7B65-428F-97EC-8E5554DBBB1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31404159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526737d1b0504a1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DD054DF-53B7-4732-89E5-1E311EE0086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D8CADAE-4880-4E32-8AE1-E6DE377A005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2E810445-946E-42F3-8C65-DB13FAFB7A4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44E3FB2-229F-44EF-87BA-181542EB561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2DCA4D1B-9B34-4617-9915-FADD0A5C614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DD375BC-1ACE-4EED-9A9C-73460AF9CA9F}"/>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TERM</a:t>
            </a:r>
          </a:p>
        </p:txBody>
      </p:sp>
      <p:sp>
        <p:nvSpPr>
          <p:cNvPr id="8" name="">
            <a:extLst xmlns:a="http://schemas.openxmlformats.org/drawingml/2006/main">
              <a:ext uri="{FF2B5EF4-FFF2-40B4-BE49-F238E27FC236}">
                <a16:creationId xmlns:a16="http://schemas.microsoft.com/office/drawing/2014/main" id="{DF2BE010-4711-4C47-ADC6-6DE0F851A139}"/>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WHAT IT LITERALLY MEANS</a:t>
            </a:r>
          </a:p>
        </p:txBody>
      </p:sp>
      <p:sp>
        <p:nvSpPr>
          <p:cNvPr id="9" name="">
            <a:extLst xmlns:a="http://schemas.openxmlformats.org/drawingml/2006/main">
              <a:ext uri="{FF2B5EF4-FFF2-40B4-BE49-F238E27FC236}">
                <a16:creationId xmlns:a16="http://schemas.microsoft.com/office/drawing/2014/main" id="{380A7951-6939-4E39-BA83-16629D4FDA98}"/>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IN A CONVERSATION</a:t>
            </a:r>
          </a:p>
        </p:txBody>
      </p:sp>
      <p:sp>
        <p:nvSpPr>
          <p:cNvPr id="10" name="">
            <a:extLst xmlns:a="http://schemas.openxmlformats.org/drawingml/2006/main">
              <a:ext uri="{FF2B5EF4-FFF2-40B4-BE49-F238E27FC236}">
                <a16:creationId xmlns:a16="http://schemas.microsoft.com/office/drawing/2014/main" id="{697BBB6E-7FAF-435A-A23E-FA95D4F92270}"/>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11" name="">
            <a:extLst xmlns:a="http://schemas.openxmlformats.org/drawingml/2006/main">
              <a:ext uri="{FF2B5EF4-FFF2-40B4-BE49-F238E27FC236}">
                <a16:creationId xmlns:a16="http://schemas.microsoft.com/office/drawing/2014/main" id="{78155403-775A-45B7-96B3-07911F7D3F7E}"/>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Voice Activity Detection</a:t>
            </a:r>
          </a:p>
        </p:txBody>
      </p:sp>
      <p:sp>
        <p:nvSpPr>
          <p:cNvPr id="12" name="">
            <a:extLst xmlns:a="http://schemas.openxmlformats.org/drawingml/2006/main">
              <a:ext uri="{FF2B5EF4-FFF2-40B4-BE49-F238E27FC236}">
                <a16:creationId xmlns:a16="http://schemas.microsoft.com/office/drawing/2014/main" id="{C0811BB0-A271-4F16-8B9F-E81837A9CE4D}"/>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Is someone speaking?</a:t>
            </a:r>
          </a:p>
        </p:txBody>
      </p:sp>
      <p:sp>
        <p:nvSpPr>
          <p:cNvPr id="13" name="">
            <a:extLst xmlns:a="http://schemas.openxmlformats.org/drawingml/2006/main">
              <a:ext uri="{FF2B5EF4-FFF2-40B4-BE49-F238E27FC236}">
                <a16:creationId xmlns:a16="http://schemas.microsoft.com/office/drawing/2014/main" id="{701C4B60-FE3B-46D9-9AEF-BD350CCBC2FB}"/>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14" name="">
            <a:extLst xmlns:a="http://schemas.openxmlformats.org/drawingml/2006/main">
              <a:ext uri="{FF2B5EF4-FFF2-40B4-BE49-F238E27FC236}">
                <a16:creationId xmlns:a16="http://schemas.microsoft.com/office/drawing/2014/main" id="{7E0D0811-32E6-4FD2-B5EA-8958424243B7}"/>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Automatic Speech Recognition / Speech-to-Text</a:t>
            </a:r>
          </a:p>
        </p:txBody>
      </p:sp>
      <p:sp>
        <p:nvSpPr>
          <p:cNvPr id="15" name="">
            <a:extLst xmlns:a="http://schemas.openxmlformats.org/drawingml/2006/main">
              <a:ext uri="{FF2B5EF4-FFF2-40B4-BE49-F238E27FC236}">
                <a16:creationId xmlns:a16="http://schemas.microsoft.com/office/drawing/2014/main" id="{E234A62C-3DB0-4928-A408-4BCC8A011C90}"/>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What did they say?</a:t>
            </a:r>
          </a:p>
        </p:txBody>
      </p:sp>
      <p:sp>
        <p:nvSpPr>
          <p:cNvPr id="16" name="">
            <a:extLst xmlns:a="http://schemas.openxmlformats.org/drawingml/2006/main">
              <a:ext uri="{FF2B5EF4-FFF2-40B4-BE49-F238E27FC236}">
                <a16:creationId xmlns:a16="http://schemas.microsoft.com/office/drawing/2014/main" id="{8F8BC15E-94E4-4628-91AD-FD23651854AB}"/>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17" name="">
            <a:extLst xmlns:a="http://schemas.openxmlformats.org/drawingml/2006/main">
              <a:ext uri="{FF2B5EF4-FFF2-40B4-BE49-F238E27FC236}">
                <a16:creationId xmlns:a16="http://schemas.microsoft.com/office/drawing/2014/main" id="{79A6759B-348A-4953-9A21-C98DCA226CC6}"/>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End of Utterance / endpointing</a:t>
            </a:r>
          </a:p>
        </p:txBody>
      </p:sp>
      <p:sp>
        <p:nvSpPr>
          <p:cNvPr id="18" name="">
            <a:extLst xmlns:a="http://schemas.openxmlformats.org/drawingml/2006/main">
              <a:ext uri="{FF2B5EF4-FFF2-40B4-BE49-F238E27FC236}">
                <a16:creationId xmlns:a16="http://schemas.microsoft.com/office/drawing/2014/main" id="{097D7A46-5FAC-46D0-B6B8-D7E317CD4824}"/>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Are they finished?</a:t>
            </a:r>
          </a:p>
        </p:txBody>
      </p:sp>
      <p:sp>
        <p:nvSpPr>
          <p:cNvPr id="19" name="">
            <a:extLst xmlns:a="http://schemas.openxmlformats.org/drawingml/2006/main">
              <a:ext uri="{FF2B5EF4-FFF2-40B4-BE49-F238E27FC236}">
                <a16:creationId xmlns:a16="http://schemas.microsoft.com/office/drawing/2014/main" id="{5FBC00CD-7969-40D9-94D0-0F65D265DCB6}"/>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20" name="">
            <a:extLst xmlns:a="http://schemas.openxmlformats.org/drawingml/2006/main">
              <a:ext uri="{FF2B5EF4-FFF2-40B4-BE49-F238E27FC236}">
                <a16:creationId xmlns:a16="http://schemas.microsoft.com/office/drawing/2014/main" id="{E3489753-CF42-497A-AA16-D1BEDBC7E6F8}"/>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Large-language-model time to first token</a:t>
            </a:r>
          </a:p>
        </p:txBody>
      </p:sp>
      <p:sp>
        <p:nvSpPr>
          <p:cNvPr id="21" name="">
            <a:extLst xmlns:a="http://schemas.openxmlformats.org/drawingml/2006/main">
              <a:ext uri="{FF2B5EF4-FFF2-40B4-BE49-F238E27FC236}">
                <a16:creationId xmlns:a16="http://schemas.microsoft.com/office/drawing/2014/main" id="{EB990D88-D795-4378-AE6B-CAEFAB13F520}"/>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does thinking begin?</a:t>
            </a:r>
          </a:p>
        </p:txBody>
      </p:sp>
      <p:sp>
        <p:nvSpPr>
          <p:cNvPr id="22" name="">
            <a:extLst xmlns:a="http://schemas.openxmlformats.org/drawingml/2006/main">
              <a:ext uri="{FF2B5EF4-FFF2-40B4-BE49-F238E27FC236}">
                <a16:creationId xmlns:a16="http://schemas.microsoft.com/office/drawing/2014/main" id="{225F2B82-AA56-47C4-865C-61028DE0FEC2}"/>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23" name="">
            <a:extLst xmlns:a="http://schemas.openxmlformats.org/drawingml/2006/main">
              <a:ext uri="{FF2B5EF4-FFF2-40B4-BE49-F238E27FC236}">
                <a16:creationId xmlns:a16="http://schemas.microsoft.com/office/drawing/2014/main" id="{1E71B847-CBFD-4AD3-A90A-4D61205F6873}"/>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Text-to-speech time to first byte</a:t>
            </a:r>
          </a:p>
        </p:txBody>
      </p:sp>
      <p:sp>
        <p:nvSpPr>
          <p:cNvPr id="24" name="">
            <a:extLst xmlns:a="http://schemas.openxmlformats.org/drawingml/2006/main">
              <a:ext uri="{FF2B5EF4-FFF2-40B4-BE49-F238E27FC236}">
                <a16:creationId xmlns:a16="http://schemas.microsoft.com/office/drawing/2014/main" id="{B39ADB2F-8330-4F17-82EA-67A2CF3885B9}"/>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can speech begin?</a:t>
            </a:r>
          </a:p>
        </p:txBody>
      </p:sp>
      <p:sp>
        <p:nvSpPr>
          <p:cNvPr id="25" name="">
            <a:extLst xmlns:a="http://schemas.openxmlformats.org/drawingml/2006/main">
              <a:ext uri="{FF2B5EF4-FFF2-40B4-BE49-F238E27FC236}">
                <a16:creationId xmlns:a16="http://schemas.microsoft.com/office/drawing/2014/main" id="{AB48CD89-722E-441F-A961-755AC736DBFA}"/>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26" name="">
            <a:extLst xmlns:a="http://schemas.openxmlformats.org/drawingml/2006/main">
              <a:ext uri="{FF2B5EF4-FFF2-40B4-BE49-F238E27FC236}">
                <a16:creationId xmlns:a16="http://schemas.microsoft.com/office/drawing/2014/main" id="{344A62E9-A083-421F-B3E4-F2FF9B89FDEB}"/>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Interruption detection and recovery</a:t>
            </a:r>
          </a:p>
        </p:txBody>
      </p:sp>
      <p:sp>
        <p:nvSpPr>
          <p:cNvPr id="27" name="">
            <a:extLst xmlns:a="http://schemas.openxmlformats.org/drawingml/2006/main">
              <a:ext uri="{FF2B5EF4-FFF2-40B4-BE49-F238E27FC236}">
                <a16:creationId xmlns:a16="http://schemas.microsoft.com/office/drawing/2014/main" id="{AC603C3F-7199-442D-B572-B0DB5B0C9837}"/>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the caller take the floor?</a:t>
            </a:r>
          </a:p>
        </p:txBody>
      </p:sp>
      <p:sp>
        <p:nvSpPr>
          <p:cNvPr id="28" name="">
            <a:extLst xmlns:a="http://schemas.openxmlformats.org/drawingml/2006/main">
              <a:ext uri="{FF2B5EF4-FFF2-40B4-BE49-F238E27FC236}">
                <a16:creationId xmlns:a16="http://schemas.microsoft.com/office/drawing/2014/main" id="{17B30365-C61E-425E-8A3F-57E3859D125B}"/>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29" name="">
            <a:extLst xmlns:a="http://schemas.openxmlformats.org/drawingml/2006/main">
              <a:ext uri="{FF2B5EF4-FFF2-40B4-BE49-F238E27FC236}">
                <a16:creationId xmlns:a16="http://schemas.microsoft.com/office/drawing/2014/main" id="{4A5098C7-8E69-4625-9EB4-3FFEEA18E70A}"/>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Real-time factor</a:t>
            </a:r>
          </a:p>
        </p:txBody>
      </p:sp>
      <p:sp>
        <p:nvSpPr>
          <p:cNvPr id="30" name="">
            <a:extLst xmlns:a="http://schemas.openxmlformats.org/drawingml/2006/main">
              <a:ext uri="{FF2B5EF4-FFF2-40B4-BE49-F238E27FC236}">
                <a16:creationId xmlns:a16="http://schemas.microsoft.com/office/drawing/2014/main" id="{58DC9CBA-CBCB-45B3-8B4F-D7EFA865445A}"/>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inference keep up with speech?</a:t>
            </a:r>
          </a:p>
        </p:txBody>
      </p:sp>
      <p:sp>
        <p:nvSpPr>
          <p:cNvPr id="31" name="">
            <a:extLst xmlns:a="http://schemas.openxmlformats.org/drawingml/2006/main">
              <a:ext uri="{FF2B5EF4-FFF2-40B4-BE49-F238E27FC236}">
                <a16:creationId xmlns:a16="http://schemas.microsoft.com/office/drawing/2014/main" id="{03BAB479-7A39-4B98-8B13-8A7AD8F0131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52281593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2283c07edd27459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12EB8F3-94C7-469F-AE24-52DBAB00F1A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D288966-76FD-46F2-898E-AE78B43103C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86A22D2E-CEBA-4B05-8B66-62BC0F7EE63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CA54756-DAC8-40E9-B1F1-D50E8E17CF8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C2175C6B-AEC9-4899-BEB5-EE46C6AD002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AF7CAA7-38D1-4585-8F5C-447F51AE57F6}"/>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111D6D7A-3996-43A9-80EB-EE80BFC35244}"/>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C082AAD6-7B87-4470-BC66-77B7AB7E1E1A}"/>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EE2B3D4F-FA0A-426B-9F39-BD3AAB8CDB47}"/>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64FC668A-1583-40D0-AA60-7239FEED5C70}"/>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F8386CFC-60E5-4AA6-8161-050F52A994C2}"/>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B8345F1A-4FDB-4AAC-8044-4D5FD2D1C196}"/>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D02D26A7-4216-4337-9793-0B3D15CBD124}"/>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4AE76119-804E-4041-84DD-C5A42FB8EB60}"/>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4298F488-4118-4B62-8BBB-DC4E7E8CFB23}"/>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B142480A-1E50-4264-BDC6-5BC7B2186362}"/>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52A6A177-33F3-49C1-8055-D345A873082E}"/>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29001789-FD7A-49E6-B26C-9B604BF78522}"/>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04FCA501-2EEB-4694-97B1-D136C5AEB175}"/>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6FA4DE90-429E-48DE-BB5B-DDB577F162DC}"/>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09D32BCD-BB9E-44D3-AC89-F6B4EAE8FEFD}"/>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8BC513FE-8991-4ACF-8393-B5D70D7B9AD9}"/>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12FD82B2-6034-4852-A67D-5DC8C5E3317F}"/>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2C5AD886-C792-47AE-A76B-D7C484B1B7D7}"/>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46901360-55B9-4180-8236-DDF2A245FBC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74785491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8207e9dd97584a0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503C2CD-F9B4-47FF-90F3-BD8FFA335DE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4A47F91-C534-4974-867D-27728A0DA10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7D1DF122-6730-4F79-8DBC-10BCA3ECA4F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5BE0FCA-CB65-4DD5-936B-67CFF1C7F37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D86629A2-A814-470E-8A87-914BC2BBB8B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3666A5C-1957-4D5E-ACC5-B7D95804D82F}"/>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87B33FBC-435D-4A55-8F9C-FB9D0C1BE9FB}"/>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20C3AF86-88FF-4613-B405-CCE58D32D22B}"/>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BD144C6F-212F-48A3-9794-EE37E86B77D2}"/>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C2F36D84-0CC0-475E-8D96-4C653AD8169E}"/>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24257F41-4427-4893-88CF-D12D327314D9}"/>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40DB2DD9-A6C0-4B3B-BB39-EECF48BDF342}"/>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8215EB50-267D-4EA2-A3D0-E12C080BB450}"/>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50FE9E35-D6FB-41C0-A487-80D4DD7242D8}"/>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EB8FE2F7-BC25-46FB-95F6-B88197DBD0E5}"/>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CB6C97C3-BE94-47A1-B76E-A64EC7775346}"/>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95C3F32A-8F68-4C39-8BF7-17289988F6A2}"/>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A0F98C36-F70A-411B-AD29-4A8F348547B6}"/>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F8658686-02BD-420D-B003-1A52AB52552B}"/>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311A38ED-8DBD-45EF-AA60-4955AD7B7E52}"/>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AEF89C22-004C-4FF8-A3EC-848855BB7644}"/>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48EC5F6C-A455-4BE0-B6C8-B73E29286733}"/>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4" name="">
            <a:extLst xmlns:a="http://schemas.openxmlformats.org/drawingml/2006/main">
              <a:ext uri="{FF2B5EF4-FFF2-40B4-BE49-F238E27FC236}">
                <a16:creationId xmlns:a16="http://schemas.microsoft.com/office/drawing/2014/main" id="{5A5E3064-74CB-4EAD-A995-BD5CBAC87A46}"/>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5" name="">
            <a:extLst xmlns:a="http://schemas.openxmlformats.org/drawingml/2006/main">
              <a:ext uri="{FF2B5EF4-FFF2-40B4-BE49-F238E27FC236}">
                <a16:creationId xmlns:a16="http://schemas.microsoft.com/office/drawing/2014/main" id="{536E2F45-D585-40E5-A140-041FE70C3CF4}"/>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6" name="">
            <a:extLst xmlns:a="http://schemas.openxmlformats.org/drawingml/2006/main">
              <a:ext uri="{FF2B5EF4-FFF2-40B4-BE49-F238E27FC236}">
                <a16:creationId xmlns:a16="http://schemas.microsoft.com/office/drawing/2014/main" id="{C998441E-94E0-4AEC-AD7E-6C09BE76FF3E}"/>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27" name="">
            <a:extLst xmlns:a="http://schemas.openxmlformats.org/drawingml/2006/main">
              <a:ext uri="{FF2B5EF4-FFF2-40B4-BE49-F238E27FC236}">
                <a16:creationId xmlns:a16="http://schemas.microsoft.com/office/drawing/2014/main" id="{78C89724-4241-4817-A121-C9BA903C1A45}"/>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1">
                <a:solidFill>
                  <a:srgbClr val="D96C5F"/>
                </a:solidFill>
                <a:latin typeface="Aptos"/>
                <a:ea typeface="Aptos"/>
                <a:cs typeface="Aptos"/>
              </a:defRPr>
            </a:pPr>
            <a:r>
              <a:rPr sz="825" b="1">
                <a:solidFill>
                  <a:srgbClr val="D96C5F"/>
                </a:solidFill>
                <a:latin typeface="Aptos"/>
                <a:ea typeface="Aptos"/>
                <a:cs typeface="Aptos"/>
              </a:rPr>
              <a:t>FAST MODELS LOSE AT THE HANDOFF</a:t>
            </a:r>
          </a:p>
        </p:txBody>
      </p:sp>
      <p:sp>
        <p:nvSpPr>
          <p:cNvPr id="28" name="">
            <a:extLst xmlns:a="http://schemas.openxmlformats.org/drawingml/2006/main">
              <a:ext uri="{FF2B5EF4-FFF2-40B4-BE49-F238E27FC236}">
                <a16:creationId xmlns:a16="http://schemas.microsoft.com/office/drawing/2014/main" id="{D7E459C5-68EF-48B1-B554-B49D812846AA}"/>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Each component can be fast in isolation. The conversation waits until the next decision is safe to commit.</a:t>
            </a:r>
          </a:p>
        </p:txBody>
      </p:sp>
      <p:sp>
        <p:nvSpPr>
          <p:cNvPr id="29" name="">
            <a:extLst xmlns:a="http://schemas.openxmlformats.org/drawingml/2006/main">
              <a:ext uri="{FF2B5EF4-FFF2-40B4-BE49-F238E27FC236}">
                <a16:creationId xmlns:a16="http://schemas.microsoft.com/office/drawing/2014/main" id="{01D3A827-0064-4F71-A0BC-470DBF0A54CB}"/>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caller finished</a:t>
            </a:r>
          </a:p>
        </p:txBody>
      </p:sp>
      <p:sp>
        <p:nvSpPr>
          <p:cNvPr id="30" name="">
            <a:extLst xmlns:a="http://schemas.openxmlformats.org/drawingml/2006/main">
              <a:ext uri="{FF2B5EF4-FFF2-40B4-BE49-F238E27FC236}">
                <a16:creationId xmlns:a16="http://schemas.microsoft.com/office/drawing/2014/main" id="{A2FA1E94-7A9F-4340-8688-F2A383FB4DC6}"/>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1" name="">
            <a:extLst xmlns:a="http://schemas.openxmlformats.org/drawingml/2006/main">
              <a:ext uri="{FF2B5EF4-FFF2-40B4-BE49-F238E27FC236}">
                <a16:creationId xmlns:a16="http://schemas.microsoft.com/office/drawing/2014/main" id="{99196EB1-B87F-4E20-AD90-E9D36AC10C7B}"/>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meaning stable</a:t>
            </a:r>
          </a:p>
        </p:txBody>
      </p:sp>
      <p:sp>
        <p:nvSpPr>
          <p:cNvPr id="32" name="">
            <a:extLst xmlns:a="http://schemas.openxmlformats.org/drawingml/2006/main">
              <a:ext uri="{FF2B5EF4-FFF2-40B4-BE49-F238E27FC236}">
                <a16:creationId xmlns:a16="http://schemas.microsoft.com/office/drawing/2014/main" id="{BB43D351-6BA5-4530-A51B-BA5A79615764}"/>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3" name="">
            <a:extLst xmlns:a="http://schemas.openxmlformats.org/drawingml/2006/main">
              <a:ext uri="{FF2B5EF4-FFF2-40B4-BE49-F238E27FC236}">
                <a16:creationId xmlns:a16="http://schemas.microsoft.com/office/drawing/2014/main" id="{7049D209-93F7-4161-8855-A9B2AF49CB59}"/>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safe first clause</a:t>
            </a:r>
          </a:p>
        </p:txBody>
      </p:sp>
      <p:sp>
        <p:nvSpPr>
          <p:cNvPr id="34" name="">
            <a:extLst xmlns:a="http://schemas.openxmlformats.org/drawingml/2006/main">
              <a:ext uri="{FF2B5EF4-FFF2-40B4-BE49-F238E27FC236}">
                <a16:creationId xmlns:a16="http://schemas.microsoft.com/office/drawing/2014/main" id="{AFA24ACD-5CEC-413D-A980-4ABF529EA8E6}"/>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5" name="">
            <a:extLst xmlns:a="http://schemas.openxmlformats.org/drawingml/2006/main">
              <a:ext uri="{FF2B5EF4-FFF2-40B4-BE49-F238E27FC236}">
                <a16:creationId xmlns:a16="http://schemas.microsoft.com/office/drawing/2014/main" id="{E7FDE50D-F151-4A02-90CE-454B9FAB9381}"/>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playable audio</a:t>
            </a:r>
          </a:p>
        </p:txBody>
      </p:sp>
      <p:sp>
        <p:nvSpPr>
          <p:cNvPr id="36" name="">
            <a:extLst xmlns:a="http://schemas.openxmlformats.org/drawingml/2006/main">
              <a:ext uri="{FF2B5EF4-FFF2-40B4-BE49-F238E27FC236}">
                <a16:creationId xmlns:a16="http://schemas.microsoft.com/office/drawing/2014/main" id="{4E4AC00D-5800-4915-AF23-E293E11E8119}"/>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
        <p:nvSpPr>
          <p:cNvPr id="37" name="">
            <a:extLst xmlns:a="http://schemas.openxmlformats.org/drawingml/2006/main">
              <a:ext uri="{FF2B5EF4-FFF2-40B4-BE49-F238E27FC236}">
                <a16:creationId xmlns:a16="http://schemas.microsoft.com/office/drawing/2014/main" id="{3DF86F6B-39AD-4776-BA01-FD54615DC1E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21925030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a616cf5fef97474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18862CC-DD20-407A-9285-CB2713E4F8C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186C369-96A3-43C9-BDDA-0C56392B21E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2453507A-3DD3-4F86-BFBC-FAED27A4C35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72BA37E-8782-44B0-99F7-9BB102A8B02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98A6FA39-38BF-4D64-B3E8-84B606EE4FD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CE43D32-0BD1-4AC6-A268-4A87DC2AC664}"/>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906D7EDA-B0DF-43C1-9FF5-8D6912F8F3EA}"/>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627D2309-47A5-453C-A504-FC6CB88FF889}"/>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2D11B269-D81A-49FE-B5F5-8A484A6E3A84}"/>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0A319E3F-9AD1-4FB8-AD53-E19E09004AB2}"/>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49760BC7-A3D8-4862-A583-8561BA3C4626}"/>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D7A78344-0412-4D8B-BA3D-F98C058BC186}"/>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357E53DA-3AE7-47F1-BDE9-4FF98960A259}"/>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A59B11C1-4B94-4B88-84BE-D75B1268936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1343850466"/>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fe44a2667d06457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0E1FCF0-1C48-4ECD-8763-95C40EEFFB0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562D7F9-D728-4596-98D6-DCC055E4BFB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7DE839D5-FDAD-4A33-97E1-73D6BAD164D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CA067F8-9C30-4D2E-BB6D-5B63FC8F441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8B823C10-9CCC-4542-A96C-6DE358AB691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A236F57-42D2-434D-AA13-4E83503E4C53}"/>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00276348-83B7-4144-816A-235ED0028BBD}"/>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FF4E61C9-83E5-4BDC-90EC-CE08B69DA940}"/>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21A1F017-93F3-490D-8AB2-4042F028A8B2}"/>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8E310DED-D6FD-4FCE-B699-7222FDF4B550}"/>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40D6FB9B-531E-4C74-914A-6E60E5DA23A8}"/>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B11A631E-0218-4EC4-9839-5D23F246896F}"/>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186D0EB7-EC29-45C1-B06A-24F75693C48A}"/>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277C3C8D-CC73-4AFC-B732-43DD275B5B91}"/>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E4FEB88B-4DA2-449D-8944-CC73733B0698}"/>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5230C6B3-3EBD-402B-A49A-1CEAC6101F70}"/>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686B6CCA-B3A0-42E3-8816-76B89B7B4317}"/>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923E8944-E112-4A5B-A83B-D98FFB243CE8}"/>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4CC6C727-C60F-4973-A0BA-2B1AC2D62D67}"/>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5CDF1CED-0C28-446D-AD8E-F23208372388}"/>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19AB723F-B0C7-4022-93F2-D8E266A9D9A2}"/>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159A3323-8F39-436A-B2F4-63AE36A0D4F7}"/>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16A39A5C-75E2-4E1F-9B45-CCEC4B14A3B3}"/>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B5BFECF8-B71A-4213-ADAF-111FC34156D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13623942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c901e34b633c46a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77F3BFF-5F5B-4358-BF16-48529A8F326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D3A198E-E6C8-4120-A129-0DDA68017E8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6F6F3E65-9E32-4785-B11F-CB121FB22BA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A1C34CA-DA17-4147-AC84-5AC9B8BFF28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555DBC05-D9D1-45CD-9CFB-A720D8B5546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78834A0-DD66-413C-8522-4CC999ED2932}"/>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96E47ED7-C9EB-4840-A30D-E48BEA173D68}"/>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4543BF36-C4A4-4DFD-A527-9E559A671EC3}"/>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836D661E-89FC-4838-BBB9-4F4B30A40DB0}"/>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127CE196-9414-4F62-9A15-5AD773E4FDCC}"/>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760884F0-D652-4F16-B882-B2830675BA1E}"/>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6DC4E66F-4741-46C3-9A07-12DA82F50A52}"/>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D862D251-5C8A-4D84-8FF3-E2321DF68E0D}"/>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B7587C86-FEDC-4B71-8457-8F6F5C45D909}"/>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5679C012-CEED-4014-9A7B-1F7C5046C07A}"/>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C1BBC853-35CC-450C-A7D7-90C81BDD0E5E}"/>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2DCC42F9-FC56-44FE-805A-35A403FDD5A1}"/>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59AE4342-32D8-4711-B354-813C660C238D}"/>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017C1FCD-7177-4460-8C17-04825CFA0CE0}"/>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5195A56F-8D69-4F2F-BCA9-70309611DBB2}"/>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B5C5A623-CA42-4ED5-B882-9E325745C44A}"/>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3F5E78D2-6F6C-4D87-9A18-59CC8386CD65}"/>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CE5907AD-E6D7-41A3-AED8-CDBFFA2D2303}"/>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7043E3C8-B43E-4937-B67D-AA655F737825}"/>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BCF8DC6A-9E16-47B4-A298-6959523F4B7D}"/>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5ADD2DA8-20F4-46B1-8F1D-F43983E997BC}"/>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0A6C1A0C-01FF-46BA-AA89-36233764175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814577150"/>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516ed3f4a9ed4dc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1D31E89-385D-4074-B2F5-8AE957320B6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578B5B62-22FE-44AD-B6B9-C8E040273889}"/>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97BB91D6-13D3-42A6-9122-9C3C08244B66}"/>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07D2B220-DC30-4E0E-B8D1-B25B18C6C393}"/>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C0159A7B-6FA7-4E9D-92CC-3416ED326FDA}"/>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A34D3244-D1A6-4EC7-B8C4-B4027753038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1089408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d26b3e7de1e54e4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D6D9AAF-A051-4BE7-ABA3-C263ED8E1D4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CBDFC25-9C92-48B2-8F63-3D6A3CA68E8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4AA12B56-CFAD-4282-AB6B-6C66C26A258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AA38C07-6390-4630-B162-C4AE32EA89C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063F52C0-2E5A-409A-B1C3-7F2F54DDF8E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641F207-FCE7-44C8-85A4-A5986FCA74E7}"/>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358B1D2D-4548-4961-A54D-6E27F111DD58}"/>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C6CD09BB-A0BA-4A2A-A545-812100E0A914}"/>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F3717CFD-7408-4970-8B72-26F817D2146F}"/>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E3FAEC07-8A3E-4721-9C43-C7878297492B}"/>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543C2022-3D2D-4E69-A2B3-401D906FCEDA}"/>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FBFBAE22-08D4-4EF0-9B32-3752D143ABDD}"/>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EF978764-93EF-4325-80DD-856A4E611F4C}"/>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818880BA-09BF-416E-AF36-19BB652E68DB}"/>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0055D448-B8AB-40CC-8A2A-359FAA778E7D}"/>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E22E6C69-9E6C-402E-BF85-12699EFA3BA9}"/>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2B4F8384-A65A-43B3-A531-C12DD5BC6811}"/>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9FD894E1-C85D-40B4-8E85-15C4A51D2185}"/>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E89A7E9D-638E-44FE-BE4D-7FBCA3B324EC}"/>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CE09306F-4FB6-47C5-A08D-59007556A2EE}"/>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3D7F2311-6113-419C-8F5B-F0232C1253B7}"/>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98D00C42-BED7-4751-9667-334DAB59B130}"/>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F1DC5021-5AC0-41FA-906F-3A5E94EAE2F4}"/>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DD8A380F-746A-4498-BBB4-D42B4716B325}"/>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5CE7666D-7A40-44CD-9471-8824D3D8D8DC}"/>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51D4A141-A49B-4916-A2A4-F1EE1992F726}"/>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C289A782-9CC2-4F7B-9E15-2BD734BC4B6C}"/>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F05205C8-A2A3-4025-A42E-84A65E748817}"/>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C3530052-AA63-4DE9-A89B-73F33E175216}"/>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B5857D0B-A5F7-4AC0-8E0B-9AF567A3B6AF}"/>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188BD39C-F222-40F9-AB0B-859AA5024C6E}"/>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5FC067A7-D68C-47AB-A38B-46B7A98D4445}"/>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0465D34D-FC9D-448B-92E7-797CF1D01DB4}"/>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F5676E22-DF63-4AE5-BB2F-5DCE5CD00F91}"/>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2801C888-3FAB-4C98-95E0-1ECF886499C4}"/>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C8750D81-F26F-48EC-AFA1-4CDD3BB3B931}"/>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CDB66206-7C85-458E-923C-1B44147EFDE0}"/>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D253C20A-A9E2-4FB4-88EA-481E80F77CF9}"/>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58251895-81D8-48EF-B674-F80FC7FE2429}"/>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B02C6B84-8F9D-4272-8E30-C172F5849992}"/>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3DF9C9C6-B620-45AB-AE53-B36B0122A009}"/>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1398A3A4-CA9B-4429-B4B3-058D9EB010BC}"/>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606BCBC3-076A-4330-A3FB-35864AF1802B}"/>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1D31C9B9-9F8C-4FE9-A2B7-4B3F3D7CE0B5}"/>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8D765EAB-A418-470B-9336-C938C4381B48}"/>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1CC34D26-4223-4FBA-98BE-B8F9F8490AF9}"/>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37A13C96-89AC-4143-8F17-4C610E3112A7}"/>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49AA9E17-F2D3-47AA-B7FC-3C647B47032E}"/>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0C35FCE3-1A90-4CAB-A362-03A595E7904D}"/>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0DA788D8-CE9C-4EDD-8D77-B34F26497D88}"/>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45BEAD25-CE28-4A56-82DC-BA836E493DB8}"/>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64B4C7A7-E12C-41DD-81D1-1811303F71A5}"/>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EF61D2F0-01E4-4622-9BEA-77221EB166A7}"/>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24FD75AA-89CB-4330-ADEA-25F70304C75A}"/>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48DD03AF-BC9C-49F4-9933-81CDC35CD85F}"/>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FCF3D74A-9E10-4465-AE37-73470651D21D}"/>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CFD94FDC-D01F-429A-8FD9-B615697172DE}"/>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8FB71D90-E433-43A1-B1F3-C0C648F71687}"/>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D74758E8-316C-4DA6-950B-3B18620196DC}"/>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3C16F45C-2D9E-4BED-ADE8-9D29BB6A8ED5}"/>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87D17D5D-9E00-46FA-9D58-4148AC8C8A49}"/>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355F63E8-8655-46C3-BD53-33FB138249E1}"/>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097991AC-EA61-48D4-871E-E4D3DD69A184}"/>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4AA64277-B60B-4B25-8988-C62B2D047954}"/>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50476DDF-727A-4E69-9714-14758733325D}"/>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F2128E73-5C7B-47E6-BA12-3C03646BDC7A}"/>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2477F070-7586-4B85-BFF8-E56EFA15DBAB}"/>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2E870213-9513-430E-A34D-E0517EC92B91}"/>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F368A233-1A13-4B64-B4AD-E858C714DCF2}"/>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98D97865-66CA-493D-85C9-4CC64B69137E}"/>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7776C51B-9928-4693-95D3-2F5BC5FF3D2F}"/>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87BFEADD-B8B7-4F79-A4C6-FCDE3650659F}"/>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20A3002D-C400-4177-8C69-F993D91BAA98}"/>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AD6DED1D-A4A0-4A8B-B487-970E517D811C}"/>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DC37B0D1-DEBD-412F-AD3D-5D95BC81C14D}"/>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DEC52FAE-1792-40F6-8709-BD9128A490A0}"/>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10BCA126-E53F-401D-8B7F-6D21C68507FE}"/>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8E96AC8B-115C-465C-A94A-3F4DE7F066F6}"/>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1C0EB7A6-FEE4-4F1E-BD0A-9BB807CBEE8F}"/>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ABD7F5F5-507F-4557-A007-83E6EB2DC020}"/>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E7997254-F405-454B-B570-7154B63FBBD1}"/>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03C6BDD4-1D80-46AF-ACD6-916F97F6A4A2}"/>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75A90226-D896-4DBD-9F6D-4E3A413CDE12}"/>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373EBA91-3628-40EE-9F92-40B16539DE22}"/>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069B5CBA-FA79-4FEA-8A45-7B470049AEB5}"/>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EA68B3AC-68A4-4F1A-A8B2-A2F6A87A2F9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140841662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35ef0131785e48d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BA3072E-FAC1-4882-9D94-A8B32BCA4F0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1ED7DA7-67F7-4967-82C1-D3EA9E0D2CE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78C499BD-A7DC-4582-A1DE-CF58077FCAE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68486F3-9848-46DA-AE8E-741B2731DC6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F31C2790-AC32-45AC-BECB-C0AA65168DE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A68B3BA-887B-4AF1-921C-63974608A9DD}"/>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E88D8A9C-601D-4B59-AEBB-29B756AE9D45}"/>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B825EC26-3EA7-4431-B895-6B77B90F4276}"/>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B9060C1-69AC-4494-B084-77102A50A5E2}"/>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CD7A188C-91A4-43D7-AA1E-6721C7211005}"/>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BC646821-ECE7-4676-9EE6-6B5735A1ED90}"/>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1C6CF52-8A07-4725-837C-6A49CFBFED58}"/>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981BF500-4724-45E6-962A-C5A36B487B23}"/>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77610528-314D-4699-880A-C6BD327FC3FC}"/>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452B61E-233A-4B7F-9D7C-1537F6BEFE97}"/>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FA94EB29-FD06-4F5E-8ED5-AE6A4FEBD6A9}"/>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D399C451-1C7B-49F8-BBB6-FA6F914FD3DC}"/>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415015D-310F-4016-85B1-0F4E776C268F}"/>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4A88B6AB-16AE-42A5-B1FC-E176EFBF54D8}"/>
              </a:ext>
            </a:extLst>
          </p:cNvPr>
          <p:cNvSpPr>
            <a:spLocks xmlns:a="http://schemas.openxmlformats.org/drawingml/2006/main" noGrp="1"/>
          </p:cNvSpPr>
          <p:nvPr/>
        </p:nvSpPr>
        <p:spPr>
          <a:xfrm xmlns:a="http://schemas.openxmlformats.org/drawingml/2006/main">
            <a:off x="12382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In a noisy call, ASR choice determines what the agent believes before reasoning begins.</a:t>
            </a:r>
          </a:p>
        </p:txBody>
      </p:sp>
      <p:sp>
        <p:nvSpPr>
          <p:cNvPr id="21" name="">
            <a:extLst xmlns:a="http://schemas.openxmlformats.org/drawingml/2006/main">
              <a:ext uri="{FF2B5EF4-FFF2-40B4-BE49-F238E27FC236}">
                <a16:creationId xmlns:a16="http://schemas.microsoft.com/office/drawing/2014/main" id="{D4BAF5FC-2600-4839-84A9-97653D223DE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11677354"/>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a520c78f3b0d465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DEBEF9F-5E7F-410C-A434-35503ACFBDF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0EEBB7A-168C-4374-8184-9B0E905BFDA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9DE5896E-1E89-4020-8A32-007B60646BA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F4AC1CF-5F93-4EFD-BB0D-74DD45ADB0E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D52666AF-7CD1-4773-942F-E4D8478B9D4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F65870B-584A-4D0E-B620-E2FC2B367A10}"/>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5E6D4450-2EC2-441F-807E-11CB98C5C11C}"/>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F2646E7D-785C-4979-86DB-F583FEFC0B99}"/>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1732F51E-33AF-4F28-8564-57CFB3C62289}"/>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6234C34A-E463-4A9B-93C0-37FBFD869399}"/>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08ECB460-E3EB-4014-A56F-F6CD564C41EA}"/>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DACCDEDD-43A5-4EDE-99F0-4BDB6815C9CA}"/>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6D1EA2E9-A84B-4D78-941C-E3CD52F535AB}"/>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256C9E18-7CB6-4143-98C2-8E94FF4DE76D}"/>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472756E1-B131-4F84-8903-D9467F397AA7}"/>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1C93FD0D-966A-4FE2-BCFE-B56B2775BD98}"/>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BE010B31-38F0-412A-96B6-7BA167F53468}"/>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D559CD83-E29A-4186-8A9A-4D074487AAA1}"/>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3DD0707F-1CE1-40E2-A71E-2B8709ECB9E2}"/>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33076FA3-6633-4BB6-A088-7BB022B0FF1C}"/>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C2837E0-9646-4D0A-AAFB-1D98DCC7DD24}"/>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9308635D-4E42-47D9-B389-1EBEC658F85F}"/>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0062447A-E4BB-41DA-B782-2CE90ABE6F0D}"/>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8816D069-E914-426E-BD2E-6523DDD43989}"/>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78FE092E-F88A-4A5C-8139-7713835D9AE0}"/>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5975F977-7523-4420-8BC9-CB495F257749}"/>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4CCED92-F907-4762-BA05-6319724CB115}"/>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220EC504-6147-4AD4-8FB2-585D0515FBB4}"/>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4F6F34FC-4AC9-46FE-92E9-EE266171EEC4}"/>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8EDEDC18-D0B2-4F35-B5FC-400FC55D9AF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2066794831"/>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7d1e17099065447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7CCA9DA-42FB-4F64-916C-C7A45521B0E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241366D-D880-41EF-9690-23AE3969865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D0783F35-D997-4B78-A34F-9529A5FD13A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17088DB-16D3-4414-A4A5-48D98E7CC0C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7AE80B27-7E43-4BD4-88C3-E209E1991DC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D06C029-024B-4A2E-A917-6586B5A391C6}"/>
              </a:ext>
            </a:extLst>
          </p:cNvPr>
          <p:cNvSpPr>
            <a:spLocks xmlns:a="http://schemas.openxmlformats.org/drawingml/2006/main" noGrp="1"/>
          </p:cNvSpPr>
          <p:nvPr/>
        </p:nvSpPr>
        <p:spPr>
          <a:xfrm xmlns:a="http://schemas.openxmlformats.org/drawingml/2006/main">
            <a:off x="742950" y="1924050"/>
            <a:ext cx="685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MEASURED ON OUR APPLE M5 · NOT A UNIVERSAL MODEL RANKING</a:t>
            </a:r>
          </a:p>
        </p:txBody>
      </p:sp>
      <p:sp>
        <p:nvSpPr>
          <p:cNvPr id="8" name="">
            <a:extLst xmlns:a="http://schemas.openxmlformats.org/drawingml/2006/main">
              <a:ext uri="{FF2B5EF4-FFF2-40B4-BE49-F238E27FC236}">
                <a16:creationId xmlns:a16="http://schemas.microsoft.com/office/drawing/2014/main" id="{8E446F79-F972-4765-B0FB-6A4AE8EAFC8E}"/>
              </a:ext>
            </a:extLst>
          </p:cNvPr>
          <p:cNvSpPr>
            <a:spLocks xmlns:a="http://schemas.openxmlformats.org/drawingml/2006/main" noGrp="1"/>
          </p:cNvSpPr>
          <p:nvPr/>
        </p:nvSpPr>
        <p:spPr>
          <a:xfrm xmlns:a="http://schemas.openxmlformats.org/drawingml/2006/main">
            <a:off x="742950" y="217170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0">
                <a:solidFill>
                  <a:srgbClr val="4B687A"/>
                </a:solidFill>
                <a:latin typeface="Aptos"/>
                <a:ea typeface="Aptos"/>
                <a:cs typeface="Aptos"/>
              </a:defRPr>
            </a:pPr>
            <a:r>
              <a:rPr sz="1050" b="0">
                <a:solidFill>
                  <a:srgbClr val="4B687A"/>
                </a:solidFill>
                <a:latin typeface="Aptos"/>
                <a:ea typeface="Aptos"/>
                <a:cs typeface="Aptos"/>
              </a:rPr>
              <a:t>Evidence level: 0 failed control  ·  1 relevant but ungated  ·  2 grounded sample  ·  3 132/136 checks</a:t>
            </a:r>
          </a:p>
        </p:txBody>
      </p:sp>
      <p:sp>
        <p:nvSpPr>
          <p:cNvPr id="9" name="">
            <a:extLst xmlns:a="http://schemas.openxmlformats.org/drawingml/2006/main">
              <a:ext uri="{FF2B5EF4-FFF2-40B4-BE49-F238E27FC236}">
                <a16:creationId xmlns:a16="http://schemas.microsoft.com/office/drawing/2014/main" id="{C24BA695-D7A0-44C0-A01A-07BE1519E402}"/>
              </a:ext>
            </a:extLst>
          </p:cNvPr>
          <p:cNvSpPr>
            <a:spLocks xmlns:a="http://schemas.openxmlformats.org/drawingml/2006/main" noGrp="1"/>
          </p:cNvSpPr>
          <p:nvPr/>
        </p:nvSpPr>
        <p:spPr>
          <a:xfrm xmlns:a="http://schemas.openxmlformats.org/drawingml/2006/main">
            <a:off x="2381250" y="5429250"/>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0" name="">
            <a:extLst xmlns:a="http://schemas.openxmlformats.org/drawingml/2006/main">
              <a:ext uri="{FF2B5EF4-FFF2-40B4-BE49-F238E27FC236}">
                <a16:creationId xmlns:a16="http://schemas.microsoft.com/office/drawing/2014/main" id="{5DB50E71-D6CE-4A1A-B0BB-37E735D1AEF0}"/>
              </a:ext>
            </a:extLst>
          </p:cNvPr>
          <p:cNvSpPr>
            <a:spLocks xmlns:a="http://schemas.openxmlformats.org/drawingml/2006/main" noGrp="1"/>
          </p:cNvSpPr>
          <p:nvPr/>
        </p:nvSpPr>
        <p:spPr>
          <a:xfrm xmlns:a="http://schemas.openxmlformats.org/drawingml/2006/main">
            <a:off x="1752600" y="5314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0</a:t>
            </a:r>
          </a:p>
        </p:txBody>
      </p:sp>
      <p:sp>
        <p:nvSpPr>
          <p:cNvPr id="11" name="">
            <a:extLst xmlns:a="http://schemas.openxmlformats.org/drawingml/2006/main">
              <a:ext uri="{FF2B5EF4-FFF2-40B4-BE49-F238E27FC236}">
                <a16:creationId xmlns:a16="http://schemas.microsoft.com/office/drawing/2014/main" id="{1733C66E-1252-4E6C-BDEB-FD7E74368CF9}"/>
              </a:ext>
            </a:extLst>
          </p:cNvPr>
          <p:cNvSpPr>
            <a:spLocks xmlns:a="http://schemas.openxmlformats.org/drawingml/2006/main" noGrp="1"/>
          </p:cNvSpPr>
          <p:nvPr/>
        </p:nvSpPr>
        <p:spPr>
          <a:xfrm xmlns:a="http://schemas.openxmlformats.org/drawingml/2006/main">
            <a:off x="2381250" y="4603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ACF35A7F-D49C-404C-8A11-BBDA65EA4EE1}"/>
              </a:ext>
            </a:extLst>
          </p:cNvPr>
          <p:cNvSpPr>
            <a:spLocks xmlns:a="http://schemas.openxmlformats.org/drawingml/2006/main" noGrp="1"/>
          </p:cNvSpPr>
          <p:nvPr/>
        </p:nvSpPr>
        <p:spPr>
          <a:xfrm xmlns:a="http://schemas.openxmlformats.org/drawingml/2006/main">
            <a:off x="1752600" y="4489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1</a:t>
            </a:r>
          </a:p>
        </p:txBody>
      </p:sp>
      <p:sp>
        <p:nvSpPr>
          <p:cNvPr id="13" name="">
            <a:extLst xmlns:a="http://schemas.openxmlformats.org/drawingml/2006/main">
              <a:ext uri="{FF2B5EF4-FFF2-40B4-BE49-F238E27FC236}">
                <a16:creationId xmlns:a16="http://schemas.microsoft.com/office/drawing/2014/main" id="{4010BED0-3640-4997-921E-31C6C0F7FB96}"/>
              </a:ext>
            </a:extLst>
          </p:cNvPr>
          <p:cNvSpPr>
            <a:spLocks xmlns:a="http://schemas.openxmlformats.org/drawingml/2006/main" noGrp="1"/>
          </p:cNvSpPr>
          <p:nvPr/>
        </p:nvSpPr>
        <p:spPr>
          <a:xfrm xmlns:a="http://schemas.openxmlformats.org/drawingml/2006/main">
            <a:off x="2381250" y="37782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1ED2FC64-39F8-446D-9298-34443F2F615D}"/>
              </a:ext>
            </a:extLst>
          </p:cNvPr>
          <p:cNvSpPr>
            <a:spLocks xmlns:a="http://schemas.openxmlformats.org/drawingml/2006/main" noGrp="1"/>
          </p:cNvSpPr>
          <p:nvPr/>
        </p:nvSpPr>
        <p:spPr>
          <a:xfrm xmlns:a="http://schemas.openxmlformats.org/drawingml/2006/main">
            <a:off x="1752600" y="3663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2</a:t>
            </a:r>
          </a:p>
        </p:txBody>
      </p:sp>
      <p:sp>
        <p:nvSpPr>
          <p:cNvPr id="15" name="">
            <a:extLst xmlns:a="http://schemas.openxmlformats.org/drawingml/2006/main">
              <a:ext uri="{FF2B5EF4-FFF2-40B4-BE49-F238E27FC236}">
                <a16:creationId xmlns:a16="http://schemas.microsoft.com/office/drawing/2014/main" id="{4535DECE-C5CB-4BB4-A047-19DE52DFC095}"/>
              </a:ext>
            </a:extLst>
          </p:cNvPr>
          <p:cNvSpPr>
            <a:spLocks xmlns:a="http://schemas.openxmlformats.org/drawingml/2006/main" noGrp="1"/>
          </p:cNvSpPr>
          <p:nvPr/>
        </p:nvSpPr>
        <p:spPr>
          <a:xfrm xmlns:a="http://schemas.openxmlformats.org/drawingml/2006/main">
            <a:off x="2381250" y="2952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4553041B-1249-4D95-B519-A6552700B45B}"/>
              </a:ext>
            </a:extLst>
          </p:cNvPr>
          <p:cNvSpPr>
            <a:spLocks xmlns:a="http://schemas.openxmlformats.org/drawingml/2006/main" noGrp="1"/>
          </p:cNvSpPr>
          <p:nvPr/>
        </p:nvSpPr>
        <p:spPr>
          <a:xfrm xmlns:a="http://schemas.openxmlformats.org/drawingml/2006/main">
            <a:off x="1752600" y="2838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3</a:t>
            </a:r>
          </a:p>
        </p:txBody>
      </p:sp>
      <p:sp>
        <p:nvSpPr>
          <p:cNvPr id="17" name="">
            <a:extLst xmlns:a="http://schemas.openxmlformats.org/drawingml/2006/main">
              <a:ext uri="{FF2B5EF4-FFF2-40B4-BE49-F238E27FC236}">
                <a16:creationId xmlns:a16="http://schemas.microsoft.com/office/drawing/2014/main" id="{B8910A57-B4A3-4764-9270-5BC95986DFEE}"/>
              </a:ext>
            </a:extLst>
          </p:cNvPr>
          <p:cNvSpPr>
            <a:spLocks xmlns:a="http://schemas.openxmlformats.org/drawingml/2006/main" noGrp="1"/>
          </p:cNvSpPr>
          <p:nvPr/>
        </p:nvSpPr>
        <p:spPr>
          <a:xfrm xmlns:a="http://schemas.openxmlformats.org/drawingml/2006/main">
            <a:off x="2381250" y="2952750"/>
            <a:ext cx="0" cy="247650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8" name="">
            <a:extLst xmlns:a="http://schemas.openxmlformats.org/drawingml/2006/main">
              <a:ext uri="{FF2B5EF4-FFF2-40B4-BE49-F238E27FC236}">
                <a16:creationId xmlns:a16="http://schemas.microsoft.com/office/drawing/2014/main" id="{CE180B1A-DC40-4C62-9014-1BA900723E46}"/>
              </a:ext>
            </a:extLst>
          </p:cNvPr>
          <p:cNvSpPr>
            <a:spLocks xmlns:a="http://schemas.openxmlformats.org/drawingml/2006/main" noGrp="1"/>
          </p:cNvSpPr>
          <p:nvPr/>
        </p:nvSpPr>
        <p:spPr>
          <a:xfrm xmlns:a="http://schemas.openxmlformats.org/drawingml/2006/main">
            <a:off x="2381250" y="2705100"/>
            <a:ext cx="2476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GROUNDING / POLICY EVIDENCE ↑</a:t>
            </a:r>
          </a:p>
        </p:txBody>
      </p:sp>
      <p:sp>
        <p:nvSpPr>
          <p:cNvPr id="19" name="">
            <a:extLst xmlns:a="http://schemas.openxmlformats.org/drawingml/2006/main">
              <a:ext uri="{FF2B5EF4-FFF2-40B4-BE49-F238E27FC236}">
                <a16:creationId xmlns:a16="http://schemas.microsoft.com/office/drawing/2014/main" id="{75FC6963-79D0-4A36-B6A1-D696E18A2999}"/>
              </a:ext>
            </a:extLst>
          </p:cNvPr>
          <p:cNvSpPr>
            <a:spLocks xmlns:a="http://schemas.openxmlformats.org/drawingml/2006/main" noGrp="1"/>
          </p:cNvSpPr>
          <p:nvPr/>
        </p:nvSpPr>
        <p:spPr>
          <a:xfrm xmlns:a="http://schemas.openxmlformats.org/drawingml/2006/main">
            <a:off x="742950" y="523875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0  known failure</a:t>
            </a:r>
          </a:p>
        </p:txBody>
      </p:sp>
      <p:sp>
        <p:nvSpPr>
          <p:cNvPr id="20" name="">
            <a:extLst xmlns:a="http://schemas.openxmlformats.org/drawingml/2006/main">
              <a:ext uri="{FF2B5EF4-FFF2-40B4-BE49-F238E27FC236}">
                <a16:creationId xmlns:a16="http://schemas.microsoft.com/office/drawing/2014/main" id="{8D844EBF-EA70-450D-AB05-53A44FAC74DA}"/>
              </a:ext>
            </a:extLst>
          </p:cNvPr>
          <p:cNvSpPr>
            <a:spLocks xmlns:a="http://schemas.openxmlformats.org/drawingml/2006/main" noGrp="1"/>
          </p:cNvSpPr>
          <p:nvPr/>
        </p:nvSpPr>
        <p:spPr>
          <a:xfrm xmlns:a="http://schemas.openxmlformats.org/drawingml/2006/main">
            <a:off x="742950" y="300990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3  evaluated gate</a:t>
            </a:r>
          </a:p>
        </p:txBody>
      </p:sp>
      <p:sp>
        <p:nvSpPr>
          <p:cNvPr id="21" name="">
            <a:extLst xmlns:a="http://schemas.openxmlformats.org/drawingml/2006/main">
              <a:ext uri="{FF2B5EF4-FFF2-40B4-BE49-F238E27FC236}">
                <a16:creationId xmlns:a16="http://schemas.microsoft.com/office/drawing/2014/main" id="{590CCDD3-0250-4496-8BEB-F0D329FA7224}"/>
              </a:ext>
            </a:extLst>
          </p:cNvPr>
          <p:cNvSpPr>
            <a:spLocks xmlns:a="http://schemas.openxmlformats.org/drawingml/2006/main" noGrp="1"/>
          </p:cNvSpPr>
          <p:nvPr/>
        </p:nvSpPr>
        <p:spPr>
          <a:xfrm xmlns:a="http://schemas.openxmlformats.org/drawingml/2006/main">
            <a:off x="2381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2" name="">
            <a:extLst xmlns:a="http://schemas.openxmlformats.org/drawingml/2006/main">
              <a:ext uri="{FF2B5EF4-FFF2-40B4-BE49-F238E27FC236}">
                <a16:creationId xmlns:a16="http://schemas.microsoft.com/office/drawing/2014/main" id="{74DB0A97-ED4C-4D1B-A5E8-F668430EC88A}"/>
              </a:ext>
            </a:extLst>
          </p:cNvPr>
          <p:cNvSpPr>
            <a:spLocks xmlns:a="http://schemas.openxmlformats.org/drawingml/2006/main" noGrp="1"/>
          </p:cNvSpPr>
          <p:nvPr/>
        </p:nvSpPr>
        <p:spPr>
          <a:xfrm xmlns:a="http://schemas.openxmlformats.org/drawingml/2006/main">
            <a:off x="1962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23" name="">
            <a:extLst xmlns:a="http://schemas.openxmlformats.org/drawingml/2006/main">
              <a:ext uri="{FF2B5EF4-FFF2-40B4-BE49-F238E27FC236}">
                <a16:creationId xmlns:a16="http://schemas.microsoft.com/office/drawing/2014/main" id="{29F2BE3F-5849-423D-9FAC-FBA330D4A11B}"/>
              </a:ext>
            </a:extLst>
          </p:cNvPr>
          <p:cNvSpPr>
            <a:spLocks xmlns:a="http://schemas.openxmlformats.org/drawingml/2006/main" noGrp="1"/>
          </p:cNvSpPr>
          <p:nvPr/>
        </p:nvSpPr>
        <p:spPr>
          <a:xfrm xmlns:a="http://schemas.openxmlformats.org/drawingml/2006/main">
            <a:off x="4476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4" name="">
            <a:extLst xmlns:a="http://schemas.openxmlformats.org/drawingml/2006/main">
              <a:ext uri="{FF2B5EF4-FFF2-40B4-BE49-F238E27FC236}">
                <a16:creationId xmlns:a16="http://schemas.microsoft.com/office/drawing/2014/main" id="{5DB9E0C5-BF66-4E25-A52C-FFB052626E9C}"/>
              </a:ext>
            </a:extLst>
          </p:cNvPr>
          <p:cNvSpPr>
            <a:spLocks xmlns:a="http://schemas.openxmlformats.org/drawingml/2006/main" noGrp="1"/>
          </p:cNvSpPr>
          <p:nvPr/>
        </p:nvSpPr>
        <p:spPr>
          <a:xfrm xmlns:a="http://schemas.openxmlformats.org/drawingml/2006/main">
            <a:off x="4057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800 ms</a:t>
            </a:r>
          </a:p>
        </p:txBody>
      </p:sp>
      <p:sp>
        <p:nvSpPr>
          <p:cNvPr id="25" name="">
            <a:extLst xmlns:a="http://schemas.openxmlformats.org/drawingml/2006/main">
              <a:ext uri="{FF2B5EF4-FFF2-40B4-BE49-F238E27FC236}">
                <a16:creationId xmlns:a16="http://schemas.microsoft.com/office/drawing/2014/main" id="{03EFDE4C-9294-4896-BAE3-241D5924D6B3}"/>
              </a:ext>
            </a:extLst>
          </p:cNvPr>
          <p:cNvSpPr>
            <a:spLocks xmlns:a="http://schemas.openxmlformats.org/drawingml/2006/main" noGrp="1"/>
          </p:cNvSpPr>
          <p:nvPr/>
        </p:nvSpPr>
        <p:spPr>
          <a:xfrm xmlns:a="http://schemas.openxmlformats.org/drawingml/2006/main">
            <a:off x="6572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6" name="">
            <a:extLst xmlns:a="http://schemas.openxmlformats.org/drawingml/2006/main">
              <a:ext uri="{FF2B5EF4-FFF2-40B4-BE49-F238E27FC236}">
                <a16:creationId xmlns:a16="http://schemas.microsoft.com/office/drawing/2014/main" id="{DFDD9608-824E-4939-ABB6-89A924C296E8}"/>
              </a:ext>
            </a:extLst>
          </p:cNvPr>
          <p:cNvSpPr>
            <a:spLocks xmlns:a="http://schemas.openxmlformats.org/drawingml/2006/main" noGrp="1"/>
          </p:cNvSpPr>
          <p:nvPr/>
        </p:nvSpPr>
        <p:spPr>
          <a:xfrm xmlns:a="http://schemas.openxmlformats.org/drawingml/2006/main">
            <a:off x="6153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1,600 ms</a:t>
            </a:r>
          </a:p>
        </p:txBody>
      </p:sp>
      <p:sp>
        <p:nvSpPr>
          <p:cNvPr id="27" name="">
            <a:extLst xmlns:a="http://schemas.openxmlformats.org/drawingml/2006/main">
              <a:ext uri="{FF2B5EF4-FFF2-40B4-BE49-F238E27FC236}">
                <a16:creationId xmlns:a16="http://schemas.microsoft.com/office/drawing/2014/main" id="{199A1281-5F20-4889-A60B-9F7B3BE54095}"/>
              </a:ext>
            </a:extLst>
          </p:cNvPr>
          <p:cNvSpPr>
            <a:spLocks xmlns:a="http://schemas.openxmlformats.org/drawingml/2006/main" noGrp="1"/>
          </p:cNvSpPr>
          <p:nvPr/>
        </p:nvSpPr>
        <p:spPr>
          <a:xfrm xmlns:a="http://schemas.openxmlformats.org/drawingml/2006/main">
            <a:off x="8667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8" name="">
            <a:extLst xmlns:a="http://schemas.openxmlformats.org/drawingml/2006/main">
              <a:ext uri="{FF2B5EF4-FFF2-40B4-BE49-F238E27FC236}">
                <a16:creationId xmlns:a16="http://schemas.microsoft.com/office/drawing/2014/main" id="{265F1C8C-B5AC-41DF-B129-A9F6B655287E}"/>
              </a:ext>
            </a:extLst>
          </p:cNvPr>
          <p:cNvSpPr>
            <a:spLocks xmlns:a="http://schemas.openxmlformats.org/drawingml/2006/main" noGrp="1"/>
          </p:cNvSpPr>
          <p:nvPr/>
        </p:nvSpPr>
        <p:spPr>
          <a:xfrm xmlns:a="http://schemas.openxmlformats.org/drawingml/2006/main">
            <a:off x="8248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2,400 ms</a:t>
            </a:r>
          </a:p>
        </p:txBody>
      </p:sp>
      <p:sp>
        <p:nvSpPr>
          <p:cNvPr id="29" name="">
            <a:extLst xmlns:a="http://schemas.openxmlformats.org/drawingml/2006/main">
              <a:ext uri="{FF2B5EF4-FFF2-40B4-BE49-F238E27FC236}">
                <a16:creationId xmlns:a16="http://schemas.microsoft.com/office/drawing/2014/main" id="{E6A51459-37F2-40E2-B289-9F98DA807347}"/>
              </a:ext>
            </a:extLst>
          </p:cNvPr>
          <p:cNvSpPr>
            <a:spLocks xmlns:a="http://schemas.openxmlformats.org/drawingml/2006/main" noGrp="1"/>
          </p:cNvSpPr>
          <p:nvPr/>
        </p:nvSpPr>
        <p:spPr>
          <a:xfrm xmlns:a="http://schemas.openxmlformats.org/drawingml/2006/main">
            <a:off x="10763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30" name="">
            <a:extLst xmlns:a="http://schemas.openxmlformats.org/drawingml/2006/main">
              <a:ext uri="{FF2B5EF4-FFF2-40B4-BE49-F238E27FC236}">
                <a16:creationId xmlns:a16="http://schemas.microsoft.com/office/drawing/2014/main" id="{252951E0-368A-4165-9BCD-C1E27DEC1E68}"/>
              </a:ext>
            </a:extLst>
          </p:cNvPr>
          <p:cNvSpPr>
            <a:spLocks xmlns:a="http://schemas.openxmlformats.org/drawingml/2006/main" noGrp="1"/>
          </p:cNvSpPr>
          <p:nvPr/>
        </p:nvSpPr>
        <p:spPr>
          <a:xfrm xmlns:a="http://schemas.openxmlformats.org/drawingml/2006/main">
            <a:off x="10344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3,200 ms</a:t>
            </a:r>
          </a:p>
        </p:txBody>
      </p:sp>
      <p:sp>
        <p:nvSpPr>
          <p:cNvPr id="31" name="">
            <a:extLst xmlns:a="http://schemas.openxmlformats.org/drawingml/2006/main">
              <a:ext uri="{FF2B5EF4-FFF2-40B4-BE49-F238E27FC236}">
                <a16:creationId xmlns:a16="http://schemas.microsoft.com/office/drawing/2014/main" id="{61594EAD-54F5-447F-A53B-506FFBB3C603}"/>
              </a:ext>
            </a:extLst>
          </p:cNvPr>
          <p:cNvSpPr>
            <a:spLocks xmlns:a="http://schemas.openxmlformats.org/drawingml/2006/main" noGrp="1"/>
          </p:cNvSpPr>
          <p:nvPr/>
        </p:nvSpPr>
        <p:spPr>
          <a:xfrm xmlns:a="http://schemas.openxmlformats.org/drawingml/2006/main">
            <a:off x="7410450" y="5791200"/>
            <a:ext cx="3352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825" b="1">
                <a:solidFill>
                  <a:srgbClr val="288DC1"/>
                </a:solidFill>
                <a:latin typeface="Aptos"/>
                <a:ea typeface="Aptos"/>
                <a:cs typeface="Aptos"/>
              </a:defRPr>
            </a:pPr>
            <a:r>
              <a:rPr sz="825" b="1">
                <a:solidFill>
                  <a:srgbClr val="288DC1"/>
                </a:solidFill>
                <a:latin typeface="Aptos"/>
                <a:ea typeface="Aptos"/>
                <a:cs typeface="Aptos"/>
              </a:rPr>
              <a:t>FIRST-PLAN LATENCY →</a:t>
            </a:r>
          </a:p>
        </p:txBody>
      </p:sp>
      <p:sp>
        <p:nvSpPr>
          <p:cNvPr id="32" name="">
            <a:extLst xmlns:a="http://schemas.openxmlformats.org/drawingml/2006/main">
              <a:ext uri="{FF2B5EF4-FFF2-40B4-BE49-F238E27FC236}">
                <a16:creationId xmlns:a16="http://schemas.microsoft.com/office/drawing/2014/main" id="{852C8732-B94B-40C0-ADF9-FB87B76840C7}"/>
              </a:ext>
            </a:extLst>
          </p:cNvPr>
          <p:cNvSpPr>
            <a:spLocks xmlns:a="http://schemas.openxmlformats.org/drawingml/2006/main" noGrp="1"/>
          </p:cNvSpPr>
          <p:nvPr/>
        </p:nvSpPr>
        <p:spPr>
          <a:xfrm xmlns:a="http://schemas.openxmlformats.org/drawingml/2006/main">
            <a:off x="2696289"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3" name="">
            <a:extLst xmlns:a="http://schemas.openxmlformats.org/drawingml/2006/main">
              <a:ext uri="{FF2B5EF4-FFF2-40B4-BE49-F238E27FC236}">
                <a16:creationId xmlns:a16="http://schemas.microsoft.com/office/drawing/2014/main" id="{0A080259-EA31-4FBE-A19F-11FD7904F1E6}"/>
              </a:ext>
            </a:extLst>
          </p:cNvPr>
          <p:cNvSpPr>
            <a:spLocks xmlns:a="http://schemas.openxmlformats.org/drawingml/2006/main" noGrp="1"/>
          </p:cNvSpPr>
          <p:nvPr/>
        </p:nvSpPr>
        <p:spPr>
          <a:xfrm xmlns:a="http://schemas.openxmlformats.org/drawingml/2006/main">
            <a:off x="2877264" y="5029200"/>
            <a:ext cx="1857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0.8B</a:t>
            </a:r>
          </a:p>
        </p:txBody>
      </p:sp>
      <p:sp>
        <p:nvSpPr>
          <p:cNvPr id="34" name="">
            <a:extLst xmlns:a="http://schemas.openxmlformats.org/drawingml/2006/main">
              <a:ext uri="{FF2B5EF4-FFF2-40B4-BE49-F238E27FC236}">
                <a16:creationId xmlns:a16="http://schemas.microsoft.com/office/drawing/2014/main" id="{55E9E595-3B6F-4E82-8CC8-4E9D168897BD}"/>
              </a:ext>
            </a:extLst>
          </p:cNvPr>
          <p:cNvSpPr>
            <a:spLocks xmlns:a="http://schemas.openxmlformats.org/drawingml/2006/main" noGrp="1"/>
          </p:cNvSpPr>
          <p:nvPr/>
        </p:nvSpPr>
        <p:spPr>
          <a:xfrm xmlns:a="http://schemas.openxmlformats.org/drawingml/2006/main">
            <a:off x="2877264" y="5219700"/>
            <a:ext cx="1857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153 ms · fabricated facts</a:t>
            </a:r>
          </a:p>
        </p:txBody>
      </p:sp>
      <p:sp>
        <p:nvSpPr>
          <p:cNvPr id="35" name="">
            <a:extLst xmlns:a="http://schemas.openxmlformats.org/drawingml/2006/main">
              <a:ext uri="{FF2B5EF4-FFF2-40B4-BE49-F238E27FC236}">
                <a16:creationId xmlns:a16="http://schemas.microsoft.com/office/drawing/2014/main" id="{D76AEFA0-F844-48A1-BC23-4344E372D547}"/>
              </a:ext>
            </a:extLst>
          </p:cNvPr>
          <p:cNvSpPr>
            <a:spLocks xmlns:a="http://schemas.openxmlformats.org/drawingml/2006/main" noGrp="1"/>
          </p:cNvSpPr>
          <p:nvPr/>
        </p:nvSpPr>
        <p:spPr>
          <a:xfrm xmlns:a="http://schemas.openxmlformats.org/drawingml/2006/main">
            <a:off x="5582841"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6" name="">
            <a:extLst xmlns:a="http://schemas.openxmlformats.org/drawingml/2006/main">
              <a:ext uri="{FF2B5EF4-FFF2-40B4-BE49-F238E27FC236}">
                <a16:creationId xmlns:a16="http://schemas.microsoft.com/office/drawing/2014/main" id="{0F9684F8-DDE1-4B6D-B4F6-2945FDAC991B}"/>
              </a:ext>
            </a:extLst>
          </p:cNvPr>
          <p:cNvSpPr>
            <a:spLocks xmlns:a="http://schemas.openxmlformats.org/drawingml/2006/main" noGrp="1"/>
          </p:cNvSpPr>
          <p:nvPr/>
        </p:nvSpPr>
        <p:spPr>
          <a:xfrm xmlns:a="http://schemas.openxmlformats.org/drawingml/2006/main">
            <a:off x="4201716" y="47625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1B</a:t>
            </a:r>
          </a:p>
        </p:txBody>
      </p:sp>
      <p:sp>
        <p:nvSpPr>
          <p:cNvPr id="37" name="">
            <a:extLst xmlns:a="http://schemas.openxmlformats.org/drawingml/2006/main">
              <a:ext uri="{FF2B5EF4-FFF2-40B4-BE49-F238E27FC236}">
                <a16:creationId xmlns:a16="http://schemas.microsoft.com/office/drawing/2014/main" id="{89CC0801-DC55-4462-B445-99525AB49B56}"/>
              </a:ext>
            </a:extLst>
          </p:cNvPr>
          <p:cNvSpPr>
            <a:spLocks xmlns:a="http://schemas.openxmlformats.org/drawingml/2006/main" noGrp="1"/>
          </p:cNvSpPr>
          <p:nvPr/>
        </p:nvSpPr>
        <p:spPr>
          <a:xfrm xmlns:a="http://schemas.openxmlformats.org/drawingml/2006/main">
            <a:off x="4201716" y="49530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760–1,750 ms · schema/policy fails</a:t>
            </a:r>
          </a:p>
        </p:txBody>
      </p:sp>
      <p:sp>
        <p:nvSpPr>
          <p:cNvPr id="38" name="">
            <a:extLst xmlns:a="http://schemas.openxmlformats.org/drawingml/2006/main">
              <a:ext uri="{FF2B5EF4-FFF2-40B4-BE49-F238E27FC236}">
                <a16:creationId xmlns:a16="http://schemas.microsoft.com/office/drawing/2014/main" id="{4549C158-596F-4412-A6D5-0951E72BBDFA}"/>
              </a:ext>
            </a:extLst>
          </p:cNvPr>
          <p:cNvSpPr>
            <a:spLocks xmlns:a="http://schemas.openxmlformats.org/drawingml/2006/main" noGrp="1"/>
          </p:cNvSpPr>
          <p:nvPr/>
        </p:nvSpPr>
        <p:spPr>
          <a:xfrm xmlns:a="http://schemas.openxmlformats.org/drawingml/2006/main">
            <a:off x="6546771" y="4518025"/>
            <a:ext cx="171450" cy="171450"/>
          </a:xfrm>
          <a:prstGeom xmlns:a="http://schemas.openxmlformats.org/drawingml/2006/main" prst="ellipse">
            <a:avLst/>
          </a:prstGeom>
          <a:solidFill xmlns:a="http://schemas.openxmlformats.org/drawingml/2006/main">
            <a:srgbClr val="288DC1"/>
          </a:solidFill>
          <a:ln xmlns:a="http://schemas.openxmlformats.org/drawingml/2006/main" w="14288">
            <a:solidFill>
              <a:srgbClr val="FFF8EA"/>
            </a:solidFill>
            <a:prstDash val="solid"/>
          </a:ln>
        </p:spPr>
      </p:sp>
      <p:sp>
        <p:nvSpPr>
          <p:cNvPr id="39" name="">
            <a:extLst xmlns:a="http://schemas.openxmlformats.org/drawingml/2006/main">
              <a:ext uri="{FF2B5EF4-FFF2-40B4-BE49-F238E27FC236}">
                <a16:creationId xmlns:a16="http://schemas.microsoft.com/office/drawing/2014/main" id="{A55ADA80-F861-43BC-AE5A-D75583505267}"/>
              </a:ext>
            </a:extLst>
          </p:cNvPr>
          <p:cNvSpPr>
            <a:spLocks xmlns:a="http://schemas.openxmlformats.org/drawingml/2006/main" noGrp="1"/>
          </p:cNvSpPr>
          <p:nvPr/>
        </p:nvSpPr>
        <p:spPr>
          <a:xfrm xmlns:a="http://schemas.openxmlformats.org/drawingml/2006/main">
            <a:off x="6727746" y="4127500"/>
            <a:ext cx="2143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4B</a:t>
            </a:r>
          </a:p>
        </p:txBody>
      </p:sp>
      <p:sp>
        <p:nvSpPr>
          <p:cNvPr id="40" name="">
            <a:extLst xmlns:a="http://schemas.openxmlformats.org/drawingml/2006/main">
              <a:ext uri="{FF2B5EF4-FFF2-40B4-BE49-F238E27FC236}">
                <a16:creationId xmlns:a16="http://schemas.microsoft.com/office/drawing/2014/main" id="{D9E492CC-86AE-4053-B984-E6E0E22F230F}"/>
              </a:ext>
            </a:extLst>
          </p:cNvPr>
          <p:cNvSpPr>
            <a:spLocks xmlns:a="http://schemas.openxmlformats.org/drawingml/2006/main" noGrp="1"/>
          </p:cNvSpPr>
          <p:nvPr/>
        </p:nvSpPr>
        <p:spPr>
          <a:xfrm xmlns:a="http://schemas.openxmlformats.org/drawingml/2006/main">
            <a:off x="6727746" y="4318000"/>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1,623 ms · relevant, ungated</a:t>
            </a:r>
          </a:p>
        </p:txBody>
      </p:sp>
      <p:sp>
        <p:nvSpPr>
          <p:cNvPr id="41" name="">
            <a:extLst xmlns:a="http://schemas.openxmlformats.org/drawingml/2006/main">
              <a:ext uri="{FF2B5EF4-FFF2-40B4-BE49-F238E27FC236}">
                <a16:creationId xmlns:a16="http://schemas.microsoft.com/office/drawing/2014/main" id="{9C81A063-EF77-492B-A0AF-6C10FC4449D7}"/>
              </a:ext>
            </a:extLst>
          </p:cNvPr>
          <p:cNvSpPr>
            <a:spLocks xmlns:a="http://schemas.openxmlformats.org/drawingml/2006/main" noGrp="1"/>
          </p:cNvSpPr>
          <p:nvPr/>
        </p:nvSpPr>
        <p:spPr>
          <a:xfrm xmlns:a="http://schemas.openxmlformats.org/drawingml/2006/main">
            <a:off x="10153650" y="3692525"/>
            <a:ext cx="171450" cy="171450"/>
          </a:xfrm>
          <a:prstGeom xmlns:a="http://schemas.openxmlformats.org/drawingml/2006/main" prst="ellipse">
            <a:avLst/>
          </a:prstGeom>
          <a:solidFill xmlns:a="http://schemas.openxmlformats.org/drawingml/2006/main">
            <a:srgbClr val="268C82"/>
          </a:solidFill>
          <a:ln xmlns:a="http://schemas.openxmlformats.org/drawingml/2006/main" w="14288">
            <a:solidFill>
              <a:srgbClr val="FFF8EA"/>
            </a:solidFill>
            <a:prstDash val="solid"/>
          </a:ln>
        </p:spPr>
      </p:sp>
      <p:sp>
        <p:nvSpPr>
          <p:cNvPr id="42" name="">
            <a:extLst xmlns:a="http://schemas.openxmlformats.org/drawingml/2006/main">
              <a:ext uri="{FF2B5EF4-FFF2-40B4-BE49-F238E27FC236}">
                <a16:creationId xmlns:a16="http://schemas.microsoft.com/office/drawing/2014/main" id="{9DA0BF59-D524-4362-B5EE-A8392E599EEB}"/>
              </a:ext>
            </a:extLst>
          </p:cNvPr>
          <p:cNvSpPr>
            <a:spLocks xmlns:a="http://schemas.openxmlformats.org/drawingml/2006/main" noGrp="1"/>
          </p:cNvSpPr>
          <p:nvPr/>
        </p:nvSpPr>
        <p:spPr>
          <a:xfrm xmlns:a="http://schemas.openxmlformats.org/drawingml/2006/main">
            <a:off x="7877175" y="3349625"/>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4B</a:t>
            </a:r>
          </a:p>
        </p:txBody>
      </p:sp>
      <p:sp>
        <p:nvSpPr>
          <p:cNvPr id="43" name="">
            <a:extLst xmlns:a="http://schemas.openxmlformats.org/drawingml/2006/main">
              <a:ext uri="{FF2B5EF4-FFF2-40B4-BE49-F238E27FC236}">
                <a16:creationId xmlns:a16="http://schemas.microsoft.com/office/drawing/2014/main" id="{6E65B6CC-BDDC-4777-9F26-4ED5C1E16CDB}"/>
              </a:ext>
            </a:extLst>
          </p:cNvPr>
          <p:cNvSpPr>
            <a:spLocks xmlns:a="http://schemas.openxmlformats.org/drawingml/2006/main" noGrp="1"/>
          </p:cNvSpPr>
          <p:nvPr/>
        </p:nvSpPr>
        <p:spPr>
          <a:xfrm xmlns:a="http://schemas.openxmlformats.org/drawingml/2006/main">
            <a:off x="7877175" y="35401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2,858–3,142 ms · grounded sample</a:t>
            </a:r>
          </a:p>
        </p:txBody>
      </p:sp>
      <p:sp>
        <p:nvSpPr>
          <p:cNvPr id="44" name="">
            <a:extLst xmlns:a="http://schemas.openxmlformats.org/drawingml/2006/main">
              <a:ext uri="{FF2B5EF4-FFF2-40B4-BE49-F238E27FC236}">
                <a16:creationId xmlns:a16="http://schemas.microsoft.com/office/drawing/2014/main" id="{70CA7685-1FFD-47FE-BAD4-CB2DA58D1AC3}"/>
              </a:ext>
            </a:extLst>
          </p:cNvPr>
          <p:cNvSpPr>
            <a:spLocks xmlns:a="http://schemas.openxmlformats.org/drawingml/2006/main" noGrp="1"/>
          </p:cNvSpPr>
          <p:nvPr/>
        </p:nvSpPr>
        <p:spPr>
          <a:xfrm xmlns:a="http://schemas.openxmlformats.org/drawingml/2006/main">
            <a:off x="5191125" y="2828925"/>
            <a:ext cx="247650" cy="247650"/>
          </a:xfrm>
          <a:prstGeom xmlns:a="http://schemas.openxmlformats.org/drawingml/2006/main" prst="ellipse">
            <a:avLst/>
          </a:prstGeom>
          <a:solidFill xmlns:a="http://schemas.openxmlformats.org/drawingml/2006/main">
            <a:srgbClr val="268C82"/>
          </a:solidFill>
          <a:ln xmlns:a="http://schemas.openxmlformats.org/drawingml/2006/main" w="28575">
            <a:solidFill>
              <a:srgbClr val="FFF8EA"/>
            </a:solidFill>
            <a:prstDash val="solid"/>
          </a:ln>
        </p:spPr>
      </p:sp>
      <p:sp>
        <p:nvSpPr>
          <p:cNvPr id="45" name="">
            <a:extLst xmlns:a="http://schemas.openxmlformats.org/drawingml/2006/main">
              <a:ext uri="{FF2B5EF4-FFF2-40B4-BE49-F238E27FC236}">
                <a16:creationId xmlns:a16="http://schemas.microsoft.com/office/drawing/2014/main" id="{2FD2071D-6DEF-44E5-A6AA-03310A4E197B}"/>
              </a:ext>
            </a:extLst>
          </p:cNvPr>
          <p:cNvSpPr>
            <a:spLocks xmlns:a="http://schemas.openxmlformats.org/drawingml/2006/main" noGrp="1"/>
          </p:cNvSpPr>
          <p:nvPr/>
        </p:nvSpPr>
        <p:spPr>
          <a:xfrm xmlns:a="http://schemas.openxmlformats.org/drawingml/2006/main">
            <a:off x="5448300" y="25908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Gemini Flash Lite</a:t>
            </a:r>
          </a:p>
        </p:txBody>
      </p:sp>
      <p:sp>
        <p:nvSpPr>
          <p:cNvPr id="46" name="">
            <a:extLst xmlns:a="http://schemas.openxmlformats.org/drawingml/2006/main">
              <a:ext uri="{FF2B5EF4-FFF2-40B4-BE49-F238E27FC236}">
                <a16:creationId xmlns:a16="http://schemas.microsoft.com/office/drawing/2014/main" id="{21E788D7-972F-4DE9-AD49-DD2380CA957A}"/>
              </a:ext>
            </a:extLst>
          </p:cNvPr>
          <p:cNvSpPr>
            <a:spLocks xmlns:a="http://schemas.openxmlformats.org/drawingml/2006/main" noGrp="1"/>
          </p:cNvSpPr>
          <p:nvPr/>
        </p:nvSpPr>
        <p:spPr>
          <a:xfrm xmlns:a="http://schemas.openxmlformats.org/drawingml/2006/main">
            <a:off x="5448300" y="27813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1,120 ms · 132/136 checks</a:t>
            </a:r>
          </a:p>
        </p:txBody>
      </p:sp>
      <p:sp>
        <p:nvSpPr>
          <p:cNvPr id="47" name="">
            <a:extLst xmlns:a="http://schemas.openxmlformats.org/drawingml/2006/main">
              <a:ext uri="{FF2B5EF4-FFF2-40B4-BE49-F238E27FC236}">
                <a16:creationId xmlns:a16="http://schemas.microsoft.com/office/drawing/2014/main" id="{A4BCCD2F-3986-44CB-BCCC-AB096774459F}"/>
              </a:ext>
            </a:extLst>
          </p:cNvPr>
          <p:cNvSpPr>
            <a:spLocks xmlns:a="http://schemas.openxmlformats.org/drawingml/2006/main" noGrp="1"/>
          </p:cNvSpPr>
          <p:nvPr/>
        </p:nvSpPr>
        <p:spPr>
          <a:xfrm xmlns:a="http://schemas.openxmlformats.org/drawingml/2006/main">
            <a:off x="1485900" y="6019800"/>
            <a:ext cx="922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Gemini was the only option that paired ~1.1 s planning with a gated grounded-response eval.</a:t>
            </a:r>
          </a:p>
        </p:txBody>
      </p:sp>
      <p:sp>
        <p:nvSpPr>
          <p:cNvPr id="48" name="">
            <a:extLst xmlns:a="http://schemas.openxmlformats.org/drawingml/2006/main">
              <a:ext uri="{FF2B5EF4-FFF2-40B4-BE49-F238E27FC236}">
                <a16:creationId xmlns:a16="http://schemas.microsoft.com/office/drawing/2014/main" id="{EA64EB5D-A107-4ACB-9577-77A5E9BD956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166884510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20a2bda46c25467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816BB4F-E226-41CC-8ECA-1F5053AF3C8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F620EE0-02CF-4A31-B39F-5E3CB75DBD8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B8C259E3-8465-4018-BDBE-CB4C517AA83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E6F547F-1B48-49E8-A94E-A7F162E361E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161E4ED1-AE44-4B4E-B1ED-AED322E8B23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39A06E4-1BFD-4797-8353-29088C843A5C}"/>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E11561FB-D222-4C44-B7DC-28D2AA350A1D}"/>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FIRST-PLAN LATENCY</a:t>
            </a:r>
          </a:p>
        </p:txBody>
      </p:sp>
      <p:sp>
        <p:nvSpPr>
          <p:cNvPr id="9" name="">
            <a:extLst xmlns:a="http://schemas.openxmlformats.org/drawingml/2006/main">
              <a:ext uri="{FF2B5EF4-FFF2-40B4-BE49-F238E27FC236}">
                <a16:creationId xmlns:a16="http://schemas.microsoft.com/office/drawing/2014/main" id="{3DDE16E2-CAEC-42C1-979D-90F8F1C07CCC}"/>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AA0BF274-69AD-429A-B06B-EE93127D3D53}"/>
              </a:ext>
            </a:extLst>
          </p:cNvPr>
          <p:cNvSpPr>
            <a:spLocks xmlns:a="http://schemas.openxmlformats.org/drawingml/2006/main" noGrp="1"/>
          </p:cNvSpPr>
          <p:nvPr/>
        </p:nvSpPr>
        <p:spPr>
          <a:xfrm xmlns:a="http://schemas.openxmlformats.org/drawingml/2006/main">
            <a:off x="781050" y="23431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178EBD9B-AE15-4FD3-B867-D287BBC80D7F}"/>
              </a:ext>
            </a:extLst>
          </p:cNvPr>
          <p:cNvSpPr>
            <a:spLocks xmlns:a="http://schemas.openxmlformats.org/drawingml/2006/main" noGrp="1"/>
          </p:cNvSpPr>
          <p:nvPr/>
        </p:nvSpPr>
        <p:spPr>
          <a:xfrm xmlns:a="http://schemas.openxmlformats.org/drawingml/2006/main">
            <a:off x="952500" y="2343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229433FD-510E-4A6C-B9A3-B4CFD8C0F73A}"/>
              </a:ext>
            </a:extLst>
          </p:cNvPr>
          <p:cNvSpPr>
            <a:spLocks xmlns:a="http://schemas.openxmlformats.org/drawingml/2006/main" noGrp="1"/>
          </p:cNvSpPr>
          <p:nvPr/>
        </p:nvSpPr>
        <p:spPr>
          <a:xfrm xmlns:a="http://schemas.openxmlformats.org/drawingml/2006/main">
            <a:off x="3886200" y="2343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E1567AEF-E182-43F2-A32C-EB91B03656EC}"/>
              </a:ext>
            </a:extLst>
          </p:cNvPr>
          <p:cNvSpPr>
            <a:spLocks xmlns:a="http://schemas.openxmlformats.org/drawingml/2006/main" noGrp="1"/>
          </p:cNvSpPr>
          <p:nvPr/>
        </p:nvSpPr>
        <p:spPr>
          <a:xfrm xmlns:a="http://schemas.openxmlformats.org/drawingml/2006/main">
            <a:off x="5953125" y="2343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fast, invented facts</a:t>
            </a:r>
          </a:p>
        </p:txBody>
      </p:sp>
      <p:sp>
        <p:nvSpPr>
          <p:cNvPr id="14" name="">
            <a:extLst xmlns:a="http://schemas.openxmlformats.org/drawingml/2006/main">
              <a:ext uri="{FF2B5EF4-FFF2-40B4-BE49-F238E27FC236}">
                <a16:creationId xmlns:a16="http://schemas.microsoft.com/office/drawing/2014/main" id="{9B3449F5-F4A6-4ED9-9F31-9EE1244A3C7E}"/>
              </a:ext>
            </a:extLst>
          </p:cNvPr>
          <p:cNvSpPr>
            <a:spLocks xmlns:a="http://schemas.openxmlformats.org/drawingml/2006/main" noGrp="1"/>
          </p:cNvSpPr>
          <p:nvPr/>
        </p:nvSpPr>
        <p:spPr>
          <a:xfrm xmlns:a="http://schemas.openxmlformats.org/drawingml/2006/main">
            <a:off x="781050" y="30099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E30DB4EC-3145-4828-AB29-DC8E1A6A669A}"/>
              </a:ext>
            </a:extLst>
          </p:cNvPr>
          <p:cNvSpPr>
            <a:spLocks xmlns:a="http://schemas.openxmlformats.org/drawingml/2006/main" noGrp="1"/>
          </p:cNvSpPr>
          <p:nvPr/>
        </p:nvSpPr>
        <p:spPr>
          <a:xfrm xmlns:a="http://schemas.openxmlformats.org/drawingml/2006/main">
            <a:off x="952500" y="30099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5CE16304-60F7-48A9-BE2E-90BDF6FB5639}"/>
              </a:ext>
            </a:extLst>
          </p:cNvPr>
          <p:cNvSpPr>
            <a:spLocks xmlns:a="http://schemas.openxmlformats.org/drawingml/2006/main" noGrp="1"/>
          </p:cNvSpPr>
          <p:nvPr/>
        </p:nvSpPr>
        <p:spPr>
          <a:xfrm xmlns:a="http://schemas.openxmlformats.org/drawingml/2006/main">
            <a:off x="3886200" y="30099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1C36D3FA-10B2-4CCA-8B76-6D355CDBAE60}"/>
              </a:ext>
            </a:extLst>
          </p:cNvPr>
          <p:cNvSpPr>
            <a:spLocks xmlns:a="http://schemas.openxmlformats.org/drawingml/2006/main" noGrp="1"/>
          </p:cNvSpPr>
          <p:nvPr/>
        </p:nvSpPr>
        <p:spPr>
          <a:xfrm xmlns:a="http://schemas.openxmlformats.org/drawingml/2006/main">
            <a:off x="5953125" y="30099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56227170-6076-4376-B8D7-A349E984C936}"/>
              </a:ext>
            </a:extLst>
          </p:cNvPr>
          <p:cNvSpPr>
            <a:spLocks xmlns:a="http://schemas.openxmlformats.org/drawingml/2006/main" noGrp="1"/>
          </p:cNvSpPr>
          <p:nvPr/>
        </p:nvSpPr>
        <p:spPr>
          <a:xfrm xmlns:a="http://schemas.openxmlformats.org/drawingml/2006/main">
            <a:off x="781050" y="36766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086DF92B-C778-4A16-93CB-229765495D4B}"/>
              </a:ext>
            </a:extLst>
          </p:cNvPr>
          <p:cNvSpPr>
            <a:spLocks xmlns:a="http://schemas.openxmlformats.org/drawingml/2006/main" noGrp="1"/>
          </p:cNvSpPr>
          <p:nvPr/>
        </p:nvSpPr>
        <p:spPr>
          <a:xfrm xmlns:a="http://schemas.openxmlformats.org/drawingml/2006/main">
            <a:off x="952500" y="36766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56967877-7C90-40AB-8E59-3177844FBBBB}"/>
              </a:ext>
            </a:extLst>
          </p:cNvPr>
          <p:cNvSpPr>
            <a:spLocks xmlns:a="http://schemas.openxmlformats.org/drawingml/2006/main" noGrp="1"/>
          </p:cNvSpPr>
          <p:nvPr/>
        </p:nvSpPr>
        <p:spPr>
          <a:xfrm xmlns:a="http://schemas.openxmlformats.org/drawingml/2006/main">
            <a:off x="3886200" y="36766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79A8CF58-821E-4A1E-8DCB-1B0B9A923506}"/>
              </a:ext>
            </a:extLst>
          </p:cNvPr>
          <p:cNvSpPr>
            <a:spLocks xmlns:a="http://schemas.openxmlformats.org/drawingml/2006/main" noGrp="1"/>
          </p:cNvSpPr>
          <p:nvPr/>
        </p:nvSpPr>
        <p:spPr>
          <a:xfrm xmlns:a="http://schemas.openxmlformats.org/drawingml/2006/main">
            <a:off x="5953125" y="36766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F3B2841B-CDD0-463D-9F61-7EED20431AFF}"/>
              </a:ext>
            </a:extLst>
          </p:cNvPr>
          <p:cNvSpPr>
            <a:spLocks xmlns:a="http://schemas.openxmlformats.org/drawingml/2006/main" noGrp="1"/>
          </p:cNvSpPr>
          <p:nvPr/>
        </p:nvSpPr>
        <p:spPr>
          <a:xfrm xmlns:a="http://schemas.openxmlformats.org/drawingml/2006/main">
            <a:off x="781050" y="43434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90216E4D-25B6-4DC0-A45F-8DFEA1E70547}"/>
              </a:ext>
            </a:extLst>
          </p:cNvPr>
          <p:cNvSpPr>
            <a:spLocks xmlns:a="http://schemas.openxmlformats.org/drawingml/2006/main" noGrp="1"/>
          </p:cNvSpPr>
          <p:nvPr/>
        </p:nvSpPr>
        <p:spPr>
          <a:xfrm xmlns:a="http://schemas.openxmlformats.org/drawingml/2006/main">
            <a:off x="952500" y="43434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2D0BB20B-9B02-4678-9B05-697353A08675}"/>
              </a:ext>
            </a:extLst>
          </p:cNvPr>
          <p:cNvSpPr>
            <a:spLocks xmlns:a="http://schemas.openxmlformats.org/drawingml/2006/main" noGrp="1"/>
          </p:cNvSpPr>
          <p:nvPr/>
        </p:nvSpPr>
        <p:spPr>
          <a:xfrm xmlns:a="http://schemas.openxmlformats.org/drawingml/2006/main">
            <a:off x="3886200" y="43434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6FE7155D-A2E2-4B03-9647-6744C3BB42A7}"/>
              </a:ext>
            </a:extLst>
          </p:cNvPr>
          <p:cNvSpPr>
            <a:spLocks xmlns:a="http://schemas.openxmlformats.org/drawingml/2006/main" noGrp="1"/>
          </p:cNvSpPr>
          <p:nvPr/>
        </p:nvSpPr>
        <p:spPr>
          <a:xfrm xmlns:a="http://schemas.openxmlformats.org/drawingml/2006/main">
            <a:off x="5953125" y="43434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grounded sample, slower than Gemini</a:t>
            </a:r>
          </a:p>
        </p:txBody>
      </p:sp>
      <p:sp>
        <p:nvSpPr>
          <p:cNvPr id="26" name="">
            <a:extLst xmlns:a="http://schemas.openxmlformats.org/drawingml/2006/main">
              <a:ext uri="{FF2B5EF4-FFF2-40B4-BE49-F238E27FC236}">
                <a16:creationId xmlns:a16="http://schemas.microsoft.com/office/drawing/2014/main" id="{C74D24B4-1C56-42CF-884F-3DAB9A906219}"/>
              </a:ext>
            </a:extLst>
          </p:cNvPr>
          <p:cNvSpPr>
            <a:spLocks xmlns:a="http://schemas.openxmlformats.org/drawingml/2006/main" noGrp="1"/>
          </p:cNvSpPr>
          <p:nvPr/>
        </p:nvSpPr>
        <p:spPr>
          <a:xfrm xmlns:a="http://schemas.openxmlformats.org/drawingml/2006/main">
            <a:off x="781050" y="5010150"/>
            <a:ext cx="10648950" cy="552450"/>
          </a:xfrm>
          <a:prstGeom xmlns:a="http://schemas.openxmlformats.org/drawingml/2006/main" prst="roundRect">
            <a:avLst>
              <a:gd name="adj" fmla="val 24138"/>
            </a:avLst>
          </a:prstGeom>
          <a:solidFill xmlns:a="http://schemas.openxmlformats.org/drawingml/2006/main">
            <a:srgbClr val="DDEEEA"/>
          </a:solidFill>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401544B4-7427-4F77-A9FC-69C8706B48F8}"/>
              </a:ext>
            </a:extLst>
          </p:cNvPr>
          <p:cNvSpPr>
            <a:spLocks xmlns:a="http://schemas.openxmlformats.org/drawingml/2006/main" noGrp="1"/>
          </p:cNvSpPr>
          <p:nvPr/>
        </p:nvSpPr>
        <p:spPr>
          <a:xfrm xmlns:a="http://schemas.openxmlformats.org/drawingml/2006/main">
            <a:off x="952500" y="5010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Gemini Flash Lite</a:t>
            </a:r>
          </a:p>
        </p:txBody>
      </p:sp>
      <p:sp>
        <p:nvSpPr>
          <p:cNvPr id="28" name="">
            <a:extLst xmlns:a="http://schemas.openxmlformats.org/drawingml/2006/main">
              <a:ext uri="{FF2B5EF4-FFF2-40B4-BE49-F238E27FC236}">
                <a16:creationId xmlns:a16="http://schemas.microsoft.com/office/drawing/2014/main" id="{1B9F747F-2B2A-4C4C-8725-D5FF99DCD7C0}"/>
              </a:ext>
            </a:extLst>
          </p:cNvPr>
          <p:cNvSpPr>
            <a:spLocks xmlns:a="http://schemas.openxmlformats.org/drawingml/2006/main" noGrp="1"/>
          </p:cNvSpPr>
          <p:nvPr/>
        </p:nvSpPr>
        <p:spPr>
          <a:xfrm xmlns:a="http://schemas.openxmlformats.org/drawingml/2006/main">
            <a:off x="3886200" y="5010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68C82"/>
                </a:solidFill>
                <a:latin typeface="Aptos Mono"/>
                <a:ea typeface="Aptos Mono"/>
                <a:cs typeface="Aptos Mono"/>
              </a:defRPr>
            </a:pPr>
            <a:r>
              <a:rPr sz="1125" b="1">
                <a:solidFill>
                  <a:srgbClr val="268C82"/>
                </a:solidFill>
                <a:latin typeface="Aptos Mono"/>
                <a:ea typeface="Aptos Mono"/>
                <a:cs typeface="Aptos Mono"/>
              </a:rPr>
              <a:t>1,120 ms</a:t>
            </a:r>
          </a:p>
        </p:txBody>
      </p:sp>
      <p:sp>
        <p:nvSpPr>
          <p:cNvPr id="29" name="">
            <a:extLst xmlns:a="http://schemas.openxmlformats.org/drawingml/2006/main">
              <a:ext uri="{FF2B5EF4-FFF2-40B4-BE49-F238E27FC236}">
                <a16:creationId xmlns:a16="http://schemas.microsoft.com/office/drawing/2014/main" id="{2B5D855E-3002-4573-BBC1-739D87224F47}"/>
              </a:ext>
            </a:extLst>
          </p:cNvPr>
          <p:cNvSpPr>
            <a:spLocks xmlns:a="http://schemas.openxmlformats.org/drawingml/2006/main" noGrp="1"/>
          </p:cNvSpPr>
          <p:nvPr/>
        </p:nvSpPr>
        <p:spPr>
          <a:xfrm xmlns:a="http://schemas.openxmlformats.org/drawingml/2006/main">
            <a:off x="5953125" y="5010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132/136 grounded-policy checks · chosen</a:t>
            </a:r>
          </a:p>
        </p:txBody>
      </p:sp>
      <p:sp>
        <p:nvSpPr>
          <p:cNvPr id="30" name="">
            <a:extLst xmlns:a="http://schemas.openxmlformats.org/drawingml/2006/main">
              <a:ext uri="{FF2B5EF4-FFF2-40B4-BE49-F238E27FC236}">
                <a16:creationId xmlns:a16="http://schemas.microsoft.com/office/drawing/2014/main" id="{4B82BF70-6992-415F-B0A2-79D064B4BD9A}"/>
              </a:ext>
            </a:extLst>
          </p:cNvPr>
          <p:cNvSpPr>
            <a:spLocks xmlns:a="http://schemas.openxmlformats.org/drawingml/2006/main" noGrp="1"/>
          </p:cNvSpPr>
          <p:nvPr/>
        </p:nvSpPr>
        <p:spPr>
          <a:xfrm xmlns:a="http://schemas.openxmlformats.org/drawingml/2006/main">
            <a:off x="1428750" y="5867400"/>
            <a:ext cx="933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268C82"/>
                </a:solidFill>
                <a:latin typeface="Aptos"/>
                <a:ea typeface="Aptos"/>
                <a:cs typeface="Aptos"/>
              </a:defRPr>
            </a:pPr>
            <a:r>
              <a:rPr sz="1200" b="1">
                <a:solidFill>
                  <a:srgbClr val="268C82"/>
                </a:solidFill>
                <a:latin typeface="Aptos"/>
                <a:ea typeface="Aptos"/>
                <a:cs typeface="Aptos"/>
              </a:rPr>
              <a:t>Chosen: ~1.1 s planning + 132/136 grounded-policy checks.</a:t>
            </a:r>
          </a:p>
        </p:txBody>
      </p:sp>
      <p:sp>
        <p:nvSpPr>
          <p:cNvPr id="31" name="">
            <a:extLst xmlns:a="http://schemas.openxmlformats.org/drawingml/2006/main">
              <a:ext uri="{FF2B5EF4-FFF2-40B4-BE49-F238E27FC236}">
                <a16:creationId xmlns:a16="http://schemas.microsoft.com/office/drawing/2014/main" id="{670F90BC-5919-4C9D-92DD-EDE72FF5C1F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Local model measurements · Decisions 0021–0022</a:t>
            </a:r>
          </a:p>
        </p:txBody>
      </p:sp>
    </p:spTree>
    <p:extLst>
      <p:ext uri="{BB962C8B-B14F-4D97-AF65-F5344CB8AC3E}">
        <p14:creationId xmlns:p14="http://schemas.microsoft.com/office/powerpoint/2010/main" val="1995336924"/>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a9655cfafed84a8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15ABF86-30F4-4011-AD6D-812A95027C1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0AC9499-1B1D-41F9-9E19-32A82ABA573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6D728889-9407-4FEF-BBF5-703D200F248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9E0876A-39C3-48E9-8E61-46BAB104F8E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45CA332A-F3BF-49C4-93CB-7ABD8279252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26792B7-E710-4D01-B462-2E8A56AF5A95}"/>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A320AF2A-45CA-4F01-824A-079D904AFC2E}"/>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D2FC5A1C-E21E-4C9D-98DA-2315FF733B56}"/>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3E9055B4-23B5-4843-B1E0-96699947EB59}"/>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742A255E-B66C-4493-B4C5-8F3D8B35592E}"/>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B95305DD-1E4B-42B5-A534-1549ACDFB638}"/>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1C257FA4-8FAE-474D-ABB1-EE7E3494813F}"/>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C4A2DDC5-8456-4C20-82F2-9466E67CF2B7}"/>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7D793B70-D346-4C25-9756-F360CE240EF7}"/>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047D1913-F797-4138-8224-5BD662F5C6C5}"/>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934F1068-A520-4CB6-B4EA-1AC12CC7AB44}"/>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C7F1CF87-9A49-4C27-A7ED-A34B3E3D5ABE}"/>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60FC56C2-AEB0-4174-9A93-F6A19E8B6F8A}"/>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C2373781-82ED-4B44-9DF7-7FE3E403FBA9}"/>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B3F61526-FCB2-44FF-8FD0-3783F6A20798}"/>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2D662EC8-288D-471D-BE63-93DEEC34C0F4}"/>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2942AE1-38CE-4513-8A41-E3A1BE2ECD76}"/>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38E4B891-4159-4DA7-A180-64D0C89F2F69}"/>
              </a:ext>
            </a:extLst>
          </p:cNvPr>
          <p:cNvSpPr>
            <a:spLocks xmlns:a="http://schemas.openxmlformats.org/drawingml/2006/main" noGrp="1"/>
          </p:cNvSpPr>
          <p:nvPr/>
        </p:nvSpPr>
        <p:spPr>
          <a:xfrm xmlns:a="http://schemas.openxmlformats.org/drawingml/2006/main">
            <a:off x="1524000" y="5924550"/>
            <a:ext cx="914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In simple terms: it answered quickly, but often spoke at the wrong time.</a:t>
            </a:r>
          </a:p>
        </p:txBody>
      </p:sp>
      <p:sp>
        <p:nvSpPr>
          <p:cNvPr id="25" name="">
            <a:extLst xmlns:a="http://schemas.openxmlformats.org/drawingml/2006/main">
              <a:ext uri="{FF2B5EF4-FFF2-40B4-BE49-F238E27FC236}">
                <a16:creationId xmlns:a16="http://schemas.microsoft.com/office/drawing/2014/main" id="{F5658306-A249-496F-821A-C671C231E93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110101930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c641b1060bf54d6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D881514-8945-417D-A08F-304B3A5F5DE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CCEDAB3-94CB-45F1-B85B-DF574A4B185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F827AEDC-9BFE-49ED-981F-A5B714D576C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4DD3919-C9C8-412C-8005-8731644A911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did not prove speed</a:t>
            </a:r>
          </a:p>
        </p:txBody>
      </p:sp>
      <p:sp>
        <p:nvSpPr>
          <p:cNvPr id="6" name="">
            <a:extLst xmlns:a="http://schemas.openxmlformats.org/drawingml/2006/main">
              <a:ext uri="{FF2B5EF4-FFF2-40B4-BE49-F238E27FC236}">
                <a16:creationId xmlns:a16="http://schemas.microsoft.com/office/drawing/2014/main" id="{A17099AF-6F6A-4493-89C1-2578B4DD5BB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C63A6D1-B677-4A45-9D42-82536895EE42}"/>
              </a:ext>
            </a:extLst>
          </p:cNvPr>
          <p:cNvSpPr>
            <a:spLocks xmlns:a="http://schemas.openxmlformats.org/drawingml/2006/main" noGrp="1"/>
          </p:cNvSpPr>
          <p:nvPr/>
        </p:nvSpPr>
        <p:spPr>
          <a:xfrm xmlns:a="http://schemas.openxmlformats.org/drawingml/2006/main">
            <a:off x="781050" y="2000250"/>
            <a:ext cx="5105400" cy="1028700"/>
          </a:xfrm>
          <a:prstGeom xmlns:a="http://schemas.openxmlformats.org/drawingml/2006/main" prst="roundRect">
            <a:avLst>
              <a:gd name="adj" fmla="val 14815"/>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C88A3833-A599-4EE9-9F30-46F84D730DD5}"/>
              </a:ext>
            </a:extLst>
          </p:cNvPr>
          <p:cNvSpPr>
            <a:spLocks xmlns:a="http://schemas.openxmlformats.org/drawingml/2006/main" noGrp="1"/>
          </p:cNvSpPr>
          <p:nvPr/>
        </p:nvSpPr>
        <p:spPr>
          <a:xfrm xmlns:a="http://schemas.openxmlformats.org/drawingml/2006/main">
            <a:off x="1009650" y="21717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THE THESIS</a:t>
            </a:r>
          </a:p>
        </p:txBody>
      </p:sp>
      <p:sp>
        <p:nvSpPr>
          <p:cNvPr id="9" name="">
            <a:extLst xmlns:a="http://schemas.openxmlformats.org/drawingml/2006/main">
              <a:ext uri="{FF2B5EF4-FFF2-40B4-BE49-F238E27FC236}">
                <a16:creationId xmlns:a16="http://schemas.microsoft.com/office/drawing/2014/main" id="{63D89181-A85B-4FB1-80E3-19CB5F015155}"/>
              </a:ext>
            </a:extLst>
          </p:cNvPr>
          <p:cNvSpPr>
            <a:spLocks xmlns:a="http://schemas.openxmlformats.org/drawingml/2006/main" noGrp="1"/>
          </p:cNvSpPr>
          <p:nvPr/>
        </p:nvSpPr>
        <p:spPr>
          <a:xfrm xmlns:a="http://schemas.openxmlformats.org/drawingml/2006/main">
            <a:off x="10096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Start reasoning after two stable words, rather than wait for four.</a:t>
            </a:r>
          </a:p>
        </p:txBody>
      </p:sp>
      <p:sp>
        <p:nvSpPr>
          <p:cNvPr id="10" name="">
            <a:extLst xmlns:a="http://schemas.openxmlformats.org/drawingml/2006/main">
              <a:ext uri="{FF2B5EF4-FFF2-40B4-BE49-F238E27FC236}">
                <a16:creationId xmlns:a16="http://schemas.microsoft.com/office/drawing/2014/main" id="{E897A261-8716-4BD8-A6AC-4BAF04E57084}"/>
              </a:ext>
            </a:extLst>
          </p:cNvPr>
          <p:cNvSpPr>
            <a:spLocks xmlns:a="http://schemas.openxmlformats.org/drawingml/2006/main" noGrp="1"/>
          </p:cNvSpPr>
          <p:nvPr/>
        </p:nvSpPr>
        <p:spPr>
          <a:xfrm xmlns:a="http://schemas.openxmlformats.org/drawingml/2006/main">
            <a:off x="6305550" y="2000250"/>
            <a:ext cx="5105400" cy="1028700"/>
          </a:xfrm>
          <a:prstGeom xmlns:a="http://schemas.openxmlformats.org/drawingml/2006/main" prst="roundRect">
            <a:avLst>
              <a:gd name="adj" fmla="val 14815"/>
            </a:avLst>
          </a:prstGeom>
          <a:solidFill xmlns:a="http://schemas.openxmlformats.org/drawingml/2006/main">
            <a:srgbClr val="E8F3F6"/>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1EB38CB5-CAB6-4B3E-9699-3B81AE56C5E4}"/>
              </a:ext>
            </a:extLst>
          </p:cNvPr>
          <p:cNvSpPr>
            <a:spLocks xmlns:a="http://schemas.openxmlformats.org/drawingml/2006/main" noGrp="1"/>
          </p:cNvSpPr>
          <p:nvPr/>
        </p:nvSpPr>
        <p:spPr>
          <a:xfrm xmlns:a="http://schemas.openxmlformats.org/drawingml/2006/main">
            <a:off x="6534150" y="21717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WHAT WE EXPECTED</a:t>
            </a:r>
          </a:p>
        </p:txBody>
      </p:sp>
      <p:sp>
        <p:nvSpPr>
          <p:cNvPr id="12" name="">
            <a:extLst xmlns:a="http://schemas.openxmlformats.org/drawingml/2006/main">
              <a:ext uri="{FF2B5EF4-FFF2-40B4-BE49-F238E27FC236}">
                <a16:creationId xmlns:a16="http://schemas.microsoft.com/office/drawing/2014/main" id="{1AA1537B-2FC2-489B-A86E-70703528BD43}"/>
              </a:ext>
            </a:extLst>
          </p:cNvPr>
          <p:cNvSpPr>
            <a:spLocks xmlns:a="http://schemas.openxmlformats.org/drawingml/2006/main" noGrp="1"/>
          </p:cNvSpPr>
          <p:nvPr/>
        </p:nvSpPr>
        <p:spPr>
          <a:xfrm xmlns:a="http://schemas.openxmlformats.org/drawingml/2006/main">
            <a:off x="65341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The reply should begin meaningfully sooner.</a:t>
            </a:r>
          </a:p>
        </p:txBody>
      </p:sp>
      <p:sp>
        <p:nvSpPr>
          <p:cNvPr id="13" name="">
            <a:extLst xmlns:a="http://schemas.openxmlformats.org/drawingml/2006/main">
              <a:ext uri="{FF2B5EF4-FFF2-40B4-BE49-F238E27FC236}">
                <a16:creationId xmlns:a16="http://schemas.microsoft.com/office/drawing/2014/main" id="{A7290DC1-2375-4AE5-B1A6-2D30EDFBCB60}"/>
              </a:ext>
            </a:extLst>
          </p:cNvPr>
          <p:cNvSpPr>
            <a:spLocks xmlns:a="http://schemas.openxmlformats.org/drawingml/2006/main" noGrp="1"/>
          </p:cNvSpPr>
          <p:nvPr/>
        </p:nvSpPr>
        <p:spPr>
          <a:xfrm xmlns:a="http://schemas.openxmlformats.org/drawingml/2006/main">
            <a:off x="781050" y="3333750"/>
            <a:ext cx="10629900" cy="1600200"/>
          </a:xfrm>
          <a:prstGeom xmlns:a="http://schemas.openxmlformats.org/drawingml/2006/main" prst="roundRect">
            <a:avLst>
              <a:gd name="adj" fmla="val 10714"/>
            </a:avLst>
          </a:prstGeom>
          <a:solidFill xmlns:a="http://schemas.openxmlformats.org/drawingml/2006/main">
            <a:srgbClr val="F6FBFC"/>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EA6913E3-8457-4059-A9B5-A1B13AF026B7}"/>
              </a:ext>
            </a:extLst>
          </p:cNvPr>
          <p:cNvSpPr>
            <a:spLocks xmlns:a="http://schemas.openxmlformats.org/drawingml/2006/main" noGrp="1"/>
          </p:cNvSpPr>
          <p:nvPr/>
        </p:nvSpPr>
        <p:spPr>
          <a:xfrm xmlns:a="http://schemas.openxmlformats.org/drawingml/2006/main">
            <a:off x="1066800" y="35623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4B687A"/>
                </a:solidFill>
                <a:latin typeface="Aptos"/>
                <a:ea typeface="Aptos"/>
                <a:cs typeface="Aptos"/>
              </a:defRPr>
            </a:pPr>
            <a:r>
              <a:rPr sz="900" b="1">
                <a:solidFill>
                  <a:srgbClr val="4B687A"/>
                </a:solidFill>
                <a:latin typeface="Aptos"/>
                <a:ea typeface="Aptos"/>
                <a:cs typeface="Aptos"/>
              </a:rPr>
              <a:t>BASELINE</a:t>
            </a:r>
          </a:p>
        </p:txBody>
      </p:sp>
      <p:sp>
        <p:nvSpPr>
          <p:cNvPr id="15" name="">
            <a:extLst xmlns:a="http://schemas.openxmlformats.org/drawingml/2006/main">
              <a:ext uri="{FF2B5EF4-FFF2-40B4-BE49-F238E27FC236}">
                <a16:creationId xmlns:a16="http://schemas.microsoft.com/office/drawing/2014/main" id="{8DBFEC6E-B017-42EB-95C8-B64B30C566DD}"/>
              </a:ext>
            </a:extLst>
          </p:cNvPr>
          <p:cNvSpPr>
            <a:spLocks xmlns:a="http://schemas.openxmlformats.org/drawingml/2006/main" noGrp="1"/>
          </p:cNvSpPr>
          <p:nvPr/>
        </p:nvSpPr>
        <p:spPr>
          <a:xfrm xmlns:a="http://schemas.openxmlformats.org/drawingml/2006/main">
            <a:off x="106680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102A43"/>
                </a:solidFill>
                <a:latin typeface="Aptos Mono"/>
                <a:ea typeface="Aptos Mono"/>
                <a:cs typeface="Aptos Mono"/>
              </a:defRPr>
            </a:pPr>
            <a:r>
              <a:rPr sz="2250" b="1">
                <a:solidFill>
                  <a:srgbClr val="102A43"/>
                </a:solidFill>
                <a:latin typeface="Aptos Mono"/>
                <a:ea typeface="Aptos Mono"/>
                <a:cs typeface="Aptos Mono"/>
              </a:rPr>
              <a:t>1,943 ms</a:t>
            </a:r>
          </a:p>
        </p:txBody>
      </p:sp>
      <p:sp>
        <p:nvSpPr>
          <p:cNvPr id="16" name="">
            <a:extLst xmlns:a="http://schemas.openxmlformats.org/drawingml/2006/main">
              <a:ext uri="{FF2B5EF4-FFF2-40B4-BE49-F238E27FC236}">
                <a16:creationId xmlns:a16="http://schemas.microsoft.com/office/drawing/2014/main" id="{CEB17C20-5455-4FC9-AECC-931A436F8F23}"/>
              </a:ext>
            </a:extLst>
          </p:cNvPr>
          <p:cNvSpPr>
            <a:spLocks xmlns:a="http://schemas.openxmlformats.org/drawingml/2006/main" noGrp="1"/>
          </p:cNvSpPr>
          <p:nvPr/>
        </p:nvSpPr>
        <p:spPr>
          <a:xfrm xmlns:a="http://schemas.openxmlformats.org/drawingml/2006/main">
            <a:off x="1066800" y="4305300"/>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four stable words</a:t>
            </a:r>
          </a:p>
        </p:txBody>
      </p:sp>
      <p:sp>
        <p:nvSpPr>
          <p:cNvPr id="17" name="">
            <a:extLst xmlns:a="http://schemas.openxmlformats.org/drawingml/2006/main">
              <a:ext uri="{FF2B5EF4-FFF2-40B4-BE49-F238E27FC236}">
                <a16:creationId xmlns:a16="http://schemas.microsoft.com/office/drawing/2014/main" id="{14A37E51-2670-4D88-BEB9-B00D55F86223}"/>
              </a:ext>
            </a:extLst>
          </p:cNvPr>
          <p:cNvSpPr>
            <a:spLocks xmlns:a="http://schemas.openxmlformats.org/drawingml/2006/main" noGrp="1"/>
          </p:cNvSpPr>
          <p:nvPr/>
        </p:nvSpPr>
        <p:spPr>
          <a:xfrm xmlns:a="http://schemas.openxmlformats.org/drawingml/2006/main">
            <a:off x="5029200" y="3600450"/>
            <a:ext cx="0" cy="106680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F5A9F3ED-7634-4A55-B1D8-5011F13D0B8D}"/>
              </a:ext>
            </a:extLst>
          </p:cNvPr>
          <p:cNvSpPr>
            <a:spLocks xmlns:a="http://schemas.openxmlformats.org/drawingml/2006/main" noGrp="1"/>
          </p:cNvSpPr>
          <p:nvPr/>
        </p:nvSpPr>
        <p:spPr>
          <a:xfrm xmlns:a="http://schemas.openxmlformats.org/drawingml/2006/main">
            <a:off x="5391150" y="3562350"/>
            <a:ext cx="2571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TWO-WORD SPECULATION</a:t>
            </a:r>
          </a:p>
        </p:txBody>
      </p:sp>
      <p:sp>
        <p:nvSpPr>
          <p:cNvPr id="19" name="">
            <a:extLst xmlns:a="http://schemas.openxmlformats.org/drawingml/2006/main">
              <a:ext uri="{FF2B5EF4-FFF2-40B4-BE49-F238E27FC236}">
                <a16:creationId xmlns:a16="http://schemas.microsoft.com/office/drawing/2014/main" id="{7850A6B8-86B3-4A6C-B969-F135B13B9C57}"/>
              </a:ext>
            </a:extLst>
          </p:cNvPr>
          <p:cNvSpPr>
            <a:spLocks xmlns:a="http://schemas.openxmlformats.org/drawingml/2006/main" noGrp="1"/>
          </p:cNvSpPr>
          <p:nvPr/>
        </p:nvSpPr>
        <p:spPr>
          <a:xfrm xmlns:a="http://schemas.openxmlformats.org/drawingml/2006/main">
            <a:off x="539115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268C82"/>
                </a:solidFill>
                <a:latin typeface="Aptos Mono"/>
                <a:ea typeface="Aptos Mono"/>
                <a:cs typeface="Aptos Mono"/>
              </a:defRPr>
            </a:pPr>
            <a:r>
              <a:rPr sz="2250" b="1">
                <a:solidFill>
                  <a:srgbClr val="268C82"/>
                </a:solidFill>
                <a:latin typeface="Aptos Mono"/>
                <a:ea typeface="Aptos Mono"/>
                <a:cs typeface="Aptos Mono"/>
              </a:rPr>
              <a:t>1,912 ms</a:t>
            </a:r>
          </a:p>
        </p:txBody>
      </p:sp>
      <p:sp>
        <p:nvSpPr>
          <p:cNvPr id="20" name="">
            <a:extLst xmlns:a="http://schemas.openxmlformats.org/drawingml/2006/main">
              <a:ext uri="{FF2B5EF4-FFF2-40B4-BE49-F238E27FC236}">
                <a16:creationId xmlns:a16="http://schemas.microsoft.com/office/drawing/2014/main" id="{02054A26-B01B-4AC6-A756-BF9E2E282559}"/>
              </a:ext>
            </a:extLst>
          </p:cNvPr>
          <p:cNvSpPr>
            <a:spLocks xmlns:a="http://schemas.openxmlformats.org/drawingml/2006/main" noGrp="1"/>
          </p:cNvSpPr>
          <p:nvPr/>
        </p:nvSpPr>
        <p:spPr>
          <a:xfrm xmlns:a="http://schemas.openxmlformats.org/drawingml/2006/main">
            <a:off x="5391150" y="43053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start from two stable words</a:t>
            </a:r>
          </a:p>
        </p:txBody>
      </p:sp>
      <p:sp>
        <p:nvSpPr>
          <p:cNvPr id="21" name="">
            <a:extLst xmlns:a="http://schemas.openxmlformats.org/drawingml/2006/main">
              <a:ext uri="{FF2B5EF4-FFF2-40B4-BE49-F238E27FC236}">
                <a16:creationId xmlns:a16="http://schemas.microsoft.com/office/drawing/2014/main" id="{FF74E6A7-F948-4C58-AE6C-7D4F394BBBAD}"/>
              </a:ext>
            </a:extLst>
          </p:cNvPr>
          <p:cNvSpPr>
            <a:spLocks xmlns:a="http://schemas.openxmlformats.org/drawingml/2006/main" noGrp="1"/>
          </p:cNvSpPr>
          <p:nvPr/>
        </p:nvSpPr>
        <p:spPr>
          <a:xfrm xmlns:a="http://schemas.openxmlformats.org/drawingml/2006/main">
            <a:off x="8858250" y="3714750"/>
            <a:ext cx="1905000" cy="381000"/>
          </a:xfrm>
          <a:prstGeom xmlns:a="http://schemas.openxmlformats.org/drawingml/2006/main" prst="roundRect">
            <a:avLst>
              <a:gd name="adj" fmla="val 40000"/>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91153"/>
          </a:bodyPr>
          <a:lstStyle xmlns:a="http://schemas.openxmlformats.org/drawingml/2006/main"/>
          <a:p xmlns:a="http://schemas.openxmlformats.org/drawingml/2006/main">
            <a:pPr algn="ctr">
              <a:defRPr sz="2100" b="1">
                <a:solidFill>
                  <a:srgbClr val="D96C5F"/>
                </a:solidFill>
                <a:latin typeface="Aptos Mono"/>
                <a:ea typeface="Aptos Mono"/>
                <a:cs typeface="Aptos Mono"/>
              </a:defRPr>
            </a:pPr>
            <a:r>
              <a:rPr sz="2100" b="1">
                <a:solidFill>
                  <a:srgbClr val="D96C5F"/>
                </a:solidFill>
                <a:latin typeface="Aptos Mono"/>
                <a:ea typeface="Aptos Mono"/>
                <a:cs typeface="Aptos Mono"/>
              </a:rPr>
              <a:t>31 ms</a:t>
            </a:r>
          </a:p>
        </p:txBody>
      </p:sp>
      <p:sp>
        <p:nvSpPr>
          <p:cNvPr id="22" name="">
            <a:extLst xmlns:a="http://schemas.openxmlformats.org/drawingml/2006/main">
              <a:ext uri="{FF2B5EF4-FFF2-40B4-BE49-F238E27FC236}">
                <a16:creationId xmlns:a16="http://schemas.microsoft.com/office/drawing/2014/main" id="{979F3B63-B2B6-4214-87EF-3BF4E808928E}"/>
              </a:ext>
            </a:extLst>
          </p:cNvPr>
          <p:cNvSpPr>
            <a:spLocks xmlns:a="http://schemas.openxmlformats.org/drawingml/2006/main" noGrp="1"/>
          </p:cNvSpPr>
          <p:nvPr/>
        </p:nvSpPr>
        <p:spPr>
          <a:xfrm xmlns:a="http://schemas.openxmlformats.org/drawingml/2006/main">
            <a:off x="8477250" y="417195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4B687A"/>
                </a:solidFill>
                <a:latin typeface="Aptos"/>
                <a:ea typeface="Aptos"/>
                <a:cs typeface="Aptos"/>
              </a:defRPr>
            </a:pPr>
            <a:r>
              <a:rPr sz="1050" b="1">
                <a:solidFill>
                  <a:srgbClr val="4B687A"/>
                </a:solidFill>
                <a:latin typeface="Aptos"/>
                <a:ea typeface="Aptos"/>
                <a:cs typeface="Aptos"/>
              </a:rPr>
              <a:t>31 ms difference across two live runs.</a:t>
            </a:r>
          </a:p>
        </p:txBody>
      </p:sp>
      <p:sp>
        <p:nvSpPr>
          <p:cNvPr id="23" name="">
            <a:extLst xmlns:a="http://schemas.openxmlformats.org/drawingml/2006/main">
              <a:ext uri="{FF2B5EF4-FFF2-40B4-BE49-F238E27FC236}">
                <a16:creationId xmlns:a16="http://schemas.microsoft.com/office/drawing/2014/main" id="{802243FB-F76F-426A-B75E-F9F9FDE6E4EC}"/>
              </a:ext>
            </a:extLst>
          </p:cNvPr>
          <p:cNvSpPr>
            <a:spLocks xmlns:a="http://schemas.openxmlformats.org/drawingml/2006/main" noGrp="1"/>
          </p:cNvSpPr>
          <p:nvPr/>
        </p:nvSpPr>
        <p:spPr>
          <a:xfrm xmlns:a="http://schemas.openxmlformats.org/drawingml/2006/main">
            <a:off x="1809750" y="5314950"/>
            <a:ext cx="8572500" cy="609600"/>
          </a:xfrm>
          <a:prstGeom xmlns:a="http://schemas.openxmlformats.org/drawingml/2006/main" prst="roundRect">
            <a:avLst>
              <a:gd name="adj" fmla="val 25000"/>
            </a:avLst>
          </a:prstGeom>
          <a:solidFill xmlns:a="http://schemas.openxmlformats.org/drawingml/2006/main">
            <a:srgbClr val="FCEAE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3FA7974-E9DD-40D2-BB33-9C19B107B325}"/>
              </a:ext>
            </a:extLst>
          </p:cNvPr>
          <p:cNvSpPr>
            <a:spLocks xmlns:a="http://schemas.openxmlformats.org/drawingml/2006/main" noGrp="1"/>
          </p:cNvSpPr>
          <p:nvPr/>
        </p:nvSpPr>
        <p:spPr>
          <a:xfrm xmlns:a="http://schemas.openxmlformats.org/drawingml/2006/main">
            <a:off x="2038350" y="548640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D96C5F"/>
                </a:solidFill>
                <a:latin typeface="Aptos"/>
                <a:ea typeface="Aptos"/>
                <a:cs typeface="Aptos"/>
              </a:defRPr>
            </a:pPr>
            <a:r>
              <a:rPr sz="900" b="1">
                <a:solidFill>
                  <a:srgbClr val="D96C5F"/>
                </a:solidFill>
                <a:latin typeface="Aptos"/>
                <a:ea typeface="Aptos"/>
                <a:cs typeface="Aptos"/>
              </a:rPr>
              <a:t>HONEST VERDICT</a:t>
            </a:r>
          </a:p>
        </p:txBody>
      </p:sp>
      <p:sp>
        <p:nvSpPr>
          <p:cNvPr id="25" name="">
            <a:extLst xmlns:a="http://schemas.openxmlformats.org/drawingml/2006/main">
              <a:ext uri="{FF2B5EF4-FFF2-40B4-BE49-F238E27FC236}">
                <a16:creationId xmlns:a16="http://schemas.microsoft.com/office/drawing/2014/main" id="{58ED1EAD-8FCC-4378-B539-464B3395C8AE}"/>
              </a:ext>
            </a:extLst>
          </p:cNvPr>
          <p:cNvSpPr>
            <a:spLocks xmlns:a="http://schemas.openxmlformats.org/drawingml/2006/main" noGrp="1"/>
          </p:cNvSpPr>
          <p:nvPr/>
        </p:nvSpPr>
        <p:spPr>
          <a:xfrm xmlns:a="http://schemas.openxmlformats.org/drawingml/2006/main">
            <a:off x="3733800" y="5429250"/>
            <a:ext cx="628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Too small and too few runs: noise, not a proven speedup.</a:t>
            </a:r>
          </a:p>
        </p:txBody>
      </p:sp>
      <p:sp>
        <p:nvSpPr>
          <p:cNvPr id="26" name="">
            <a:extLst xmlns:a="http://schemas.openxmlformats.org/drawingml/2006/main">
              <a:ext uri="{FF2B5EF4-FFF2-40B4-BE49-F238E27FC236}">
                <a16:creationId xmlns:a16="http://schemas.microsoft.com/office/drawing/2014/main" id="{6D6C178B-9BFB-4EFD-9AF5-67BFC70FA5B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39057908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5f08ae17b6f5447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9A273EA-C952-41EF-80B2-B4494403EEF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10F4287-B0B9-4861-8B58-C4D5393CA73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B9E4A6F6-3C44-4164-8B9F-F93DA289A29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837ED38-39E6-4635-B16F-9A70726954F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4B5F2305-89FF-4FB7-AAF9-F24674D01B1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BF4E4F3-0875-4770-9617-33CCDFF24B5C}"/>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CA55E030-9A31-4BB2-AA13-FDCC65170B68}"/>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356DDAAC-62FF-4D55-A2AC-4EF886415084}"/>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03CE8E63-1E3F-4827-A848-F5AB5E25D786}"/>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E95F2542-516A-4B1C-907D-DAD352994D9E}"/>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CEF573E9-491A-4908-A351-49DD0E57E64E}"/>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6C1AFED9-67D7-4753-9618-5C07DDCBEC55}"/>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01A19FB6-7FA9-432E-886C-2203D311A356}"/>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7AF25019-E2C7-41B0-90DB-94606C2193B5}"/>
              </a:ext>
            </a:extLst>
          </p:cNvPr>
          <p:cNvSpPr>
            <a:spLocks xmlns:a="http://schemas.openxmlformats.org/drawingml/2006/main" noGrp="1"/>
          </p:cNvSpPr>
          <p:nvPr/>
        </p:nvSpPr>
        <p:spPr>
          <a:xfrm xmlns:a="http://schemas.openxmlformats.org/drawingml/2006/main">
            <a:off x="1524000" y="5410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In simple terms: we made the bot wait less; it interrupted people more often.</a:t>
            </a:r>
          </a:p>
        </p:txBody>
      </p:sp>
      <p:sp>
        <p:nvSpPr>
          <p:cNvPr id="16" name="">
            <a:extLst xmlns:a="http://schemas.openxmlformats.org/drawingml/2006/main">
              <a:ext uri="{FF2B5EF4-FFF2-40B4-BE49-F238E27FC236}">
                <a16:creationId xmlns:a16="http://schemas.microsoft.com/office/drawing/2014/main" id="{4A810CCE-DE22-44D2-AD80-3E7EEA69633D}"/>
              </a:ext>
            </a:extLst>
          </p:cNvPr>
          <p:cNvSpPr>
            <a:spLocks xmlns:a="http://schemas.openxmlformats.org/drawingml/2006/main" noGrp="1"/>
          </p:cNvSpPr>
          <p:nvPr/>
        </p:nvSpPr>
        <p:spPr>
          <a:xfrm xmlns:a="http://schemas.openxmlformats.org/drawingml/2006/main">
            <a:off x="1524000" y="5829300"/>
            <a:ext cx="9144000" cy="285750"/>
          </a:xfrm>
          <a:prstGeom xmlns:a="http://schemas.openxmlformats.org/drawingml/2006/main" prst="roundRect">
            <a:avLst>
              <a:gd name="adj" fmla="val 46667"/>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68C82"/>
                </a:solidFill>
                <a:latin typeface="Aptos"/>
                <a:ea typeface="Aptos"/>
                <a:cs typeface="Aptos"/>
              </a:defRPr>
            </a:pPr>
            <a:r>
              <a:rPr sz="1125" b="1">
                <a:solidFill>
                  <a:srgbClr val="268C82"/>
                </a:solidFill>
                <a:latin typeface="Aptos"/>
                <a:ea typeface="Aptos"/>
                <a:cs typeface="Aptos"/>
              </a:rPr>
              <a:t>EVAL RULE  ·  Eval the behaviour you care about—not the proxy that flatters your optimization.</a:t>
            </a:r>
          </a:p>
        </p:txBody>
      </p:sp>
      <p:sp>
        <p:nvSpPr>
          <p:cNvPr id="17" name="">
            <a:extLst xmlns:a="http://schemas.openxmlformats.org/drawingml/2006/main">
              <a:ext uri="{FF2B5EF4-FFF2-40B4-BE49-F238E27FC236}">
                <a16:creationId xmlns:a16="http://schemas.microsoft.com/office/drawing/2014/main" id="{679BFF5A-4C61-4CA0-835F-46636E280C6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60796286"/>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b175c3f8a1684cd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29D4872-60E3-480A-A38F-CBC3A811E15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1DB14C9-328A-4AE1-A313-D325FC316B1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6E875780-3E89-41D2-9536-C4EE6559D89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7D34E7F-B5AE-407A-9866-8D6F0C2C5E4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C153B989-8495-48A0-9942-022DBCA0174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3D92E57-2F06-4A8D-A7DF-646C84FAF9D0}"/>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9FF80650-D90D-4367-A515-2623610BAE6C}"/>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38B02453-A586-4ADF-85D5-D801E401584C}"/>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CAE9F043-6686-4081-AF1A-43B810B80FEE}"/>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C24CD1CF-77EF-48BA-A4E4-22B632A41A73}"/>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BC9282E4-BEA0-47D2-B072-BDB60F6A653D}"/>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6121484D-F4AD-4E61-A5B1-77B00075DEFC}"/>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50C8AF42-C812-45EC-89F7-830274E56E14}"/>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AE9D3BA7-D156-4612-AAD0-85FD74981DF2}"/>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D553DFA7-F2BC-416B-AD22-17975D761570}"/>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484DE50E-9DAA-4EAC-9F05-85FB76BC3A0E}"/>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4F80BC9C-A5DA-4F45-94E2-A69D102FB5C2}"/>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93053A8A-64D2-4952-877B-CB372B95AB04}"/>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9C10B1FB-80C4-4373-83F8-61CCAB12C479}"/>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22500554-FA1E-435E-A7F1-F38953AE96BF}"/>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D9DC6989-0EB9-423F-9903-7B9617452C5A}"/>
              </a:ext>
            </a:extLst>
          </p:cNvPr>
          <p:cNvSpPr>
            <a:spLocks xmlns:a="http://schemas.openxmlformats.org/drawingml/2006/main" noGrp="1"/>
          </p:cNvSpPr>
          <p:nvPr/>
        </p:nvSpPr>
        <p:spPr>
          <a:xfrm xmlns:a="http://schemas.openxmlformats.org/drawingml/2006/main">
            <a:off x="1619250" y="5619750"/>
            <a:ext cx="8953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Why: live calls reveal failures a prompt cannot. We made each one a repeatable test.</a:t>
            </a:r>
          </a:p>
        </p:txBody>
      </p:sp>
      <p:sp>
        <p:nvSpPr>
          <p:cNvPr id="23" name="">
            <a:extLst xmlns:a="http://schemas.openxmlformats.org/drawingml/2006/main">
              <a:ext uri="{FF2B5EF4-FFF2-40B4-BE49-F238E27FC236}">
                <a16:creationId xmlns:a16="http://schemas.microsoft.com/office/drawing/2014/main" id="{76C86307-21A9-4380-9348-807621B715A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62466288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a3482bfa53342e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22413F9-B758-48EC-8C88-9C28185189D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C66AA76-2826-4CE5-9F2C-888391F3088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4862B0CE-6352-4B12-9BB4-5EE957E48E5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EC3D4C4-1583-41BD-A8EA-E53E46971C7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D9CECA6E-A4E2-450B-B958-9D70E0E12F2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45D6688-26CA-4860-A714-34F5C7111281}"/>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37EA794A-2CE0-41FF-A816-8D2BBD988389}"/>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B50AFBBE-34EA-4E0F-9677-4ADC9A1BF255}"/>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EBBE2017-2CF4-47D2-A4D5-734243BB4E14}"/>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32CFDC02-1C0D-4AE6-866F-77BAC877EE31}"/>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7BF2C229-BBFA-4784-BC1E-407DAC79F5F2}"/>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AED4AF46-95F0-4815-AC1F-0024425CD787}"/>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811A699F-F9E3-4A34-AEBF-2B120880C44F}"/>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971D39D4-8C85-4124-88FB-1248B1AC4C04}"/>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08C71344-B70D-4D1A-A7BE-CA6AF05E1D0B}"/>
              </a:ext>
            </a:extLst>
          </p:cNvPr>
          <p:cNvSpPr>
            <a:spLocks xmlns:a="http://schemas.openxmlformats.org/drawingml/2006/main" noGrp="1"/>
          </p:cNvSpPr>
          <p:nvPr/>
        </p:nvSpPr>
        <p:spPr>
          <a:xfrm xmlns:a="http://schemas.openxmlformats.org/drawingml/2006/main">
            <a:off x="1428750" y="5848350"/>
            <a:ext cx="9334500" cy="3048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Why: models can be wrong. They propose; deterministic code verifies consent, facts and permissions before speech or action.</a:t>
            </a:r>
          </a:p>
        </p:txBody>
      </p:sp>
      <p:sp>
        <p:nvSpPr>
          <p:cNvPr id="17" name="">
            <a:extLst xmlns:a="http://schemas.openxmlformats.org/drawingml/2006/main">
              <a:ext uri="{FF2B5EF4-FFF2-40B4-BE49-F238E27FC236}">
                <a16:creationId xmlns:a16="http://schemas.microsoft.com/office/drawing/2014/main" id="{B7290134-0280-4FF1-ABF9-0A7721B2DE4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679201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befbfe2046104f4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DECCE94-EB1B-4F42-B003-E3F7C12704D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03A20B6-620B-4753-97AB-0E959109B45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E266849A-75A5-42F0-B992-92DB7C6E153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E401AF2-73D3-4BA6-9533-63EFC522CC7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E68BCF5D-46B1-4D03-95C0-5CB47B72C16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95C83B6-961F-4737-B9C4-5B649EEBBF0B}"/>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1BDC527-C077-4C62-84C2-70613741E65C}"/>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676BE5E6-14B8-4B0F-9BC4-C331A547A177}"/>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46A1F5D3-EBCC-41DF-89EE-3338821F8139}"/>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4C5E324E-2281-440F-B5C6-F140C2419F71}"/>
              </a:ext>
            </a:extLst>
          </p:cNvPr>
          <p:cNvSpPr>
            <a:spLocks xmlns:a="http://schemas.openxmlformats.org/drawingml/2006/main" noGrp="1"/>
          </p:cNvSpPr>
          <p:nvPr/>
        </p:nvSpPr>
        <p:spPr>
          <a:xfrm xmlns:a="http://schemas.openxmlformats.org/drawingml/2006/main">
            <a:off x="110490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D7E64F3D-70F6-487E-AD13-3AA9A4BBE9A0}"/>
              </a:ext>
            </a:extLst>
          </p:cNvPr>
          <p:cNvSpPr>
            <a:spLocks xmlns:a="http://schemas.openxmlformats.org/drawingml/2006/main" noGrp="1"/>
          </p:cNvSpPr>
          <p:nvPr/>
        </p:nvSpPr>
        <p:spPr>
          <a:xfrm xmlns:a="http://schemas.openxmlformats.org/drawingml/2006/main">
            <a:off x="110490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CEB82E10-37F8-4F8D-9EC8-A936C0624D8E}"/>
              </a:ext>
            </a:extLst>
          </p:cNvPr>
          <p:cNvSpPr>
            <a:spLocks xmlns:a="http://schemas.openxmlformats.org/drawingml/2006/main" noGrp="1"/>
          </p:cNvSpPr>
          <p:nvPr/>
        </p:nvSpPr>
        <p:spPr>
          <a:xfrm xmlns:a="http://schemas.openxmlformats.org/drawingml/2006/main">
            <a:off x="110490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replay model + tool decisions.</a:t>
            </a:r>
          </a:p>
        </p:txBody>
      </p:sp>
      <p:sp>
        <p:nvSpPr>
          <p:cNvPr id="14" name="">
            <a:extLst xmlns:a="http://schemas.openxmlformats.org/drawingml/2006/main">
              <a:ext uri="{FF2B5EF4-FFF2-40B4-BE49-F238E27FC236}">
                <a16:creationId xmlns:a16="http://schemas.microsoft.com/office/drawing/2014/main" id="{243F058A-A436-4445-8957-E54E16956CB8}"/>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D71ECD1C-74FC-4C77-8E71-3063AAD67307}"/>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6" name="">
            <a:extLst xmlns:a="http://schemas.openxmlformats.org/drawingml/2006/main">
              <a:ext uri="{FF2B5EF4-FFF2-40B4-BE49-F238E27FC236}">
                <a16:creationId xmlns:a16="http://schemas.microsoft.com/office/drawing/2014/main" id="{6ED5E7D4-BD19-45B3-9211-3D116E921772}"/>
              </a:ext>
            </a:extLst>
          </p:cNvPr>
          <p:cNvSpPr>
            <a:spLocks xmlns:a="http://schemas.openxmlformats.org/drawingml/2006/main" noGrp="1"/>
          </p:cNvSpPr>
          <p:nvPr/>
        </p:nvSpPr>
        <p:spPr>
          <a:xfrm xmlns:a="http://schemas.openxmlformats.org/drawingml/2006/main">
            <a:off x="794385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0EAFFF03-E5C5-4F38-ADA0-0583C9117046}"/>
              </a:ext>
            </a:extLst>
          </p:cNvPr>
          <p:cNvSpPr>
            <a:spLocks xmlns:a="http://schemas.openxmlformats.org/drawingml/2006/main" noGrp="1"/>
          </p:cNvSpPr>
          <p:nvPr/>
        </p:nvSpPr>
        <p:spPr>
          <a:xfrm xmlns:a="http://schemas.openxmlformats.org/drawingml/2006/main">
            <a:off x="794385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Prometheus + Grafana</a:t>
            </a:r>
          </a:p>
        </p:txBody>
      </p:sp>
      <p:sp>
        <p:nvSpPr>
          <p:cNvPr id="18" name="">
            <a:extLst xmlns:a="http://schemas.openxmlformats.org/drawingml/2006/main">
              <a:ext uri="{FF2B5EF4-FFF2-40B4-BE49-F238E27FC236}">
                <a16:creationId xmlns:a16="http://schemas.microsoft.com/office/drawing/2014/main" id="{5441B61F-BC04-4590-991F-65EE78DD4803}"/>
              </a:ext>
            </a:extLst>
          </p:cNvPr>
          <p:cNvSpPr>
            <a:spLocks xmlns:a="http://schemas.openxmlformats.org/drawingml/2006/main" noGrp="1"/>
          </p:cNvSpPr>
          <p:nvPr/>
        </p:nvSpPr>
        <p:spPr>
          <a:xfrm xmlns:a="http://schemas.openxmlformats.org/drawingml/2006/main">
            <a:off x="794385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spot latency + error regressions.</a:t>
            </a:r>
          </a:p>
        </p:txBody>
      </p:sp>
      <p:sp>
        <p:nvSpPr>
          <p:cNvPr id="19" name="">
            <a:extLst xmlns:a="http://schemas.openxmlformats.org/drawingml/2006/main">
              <a:ext uri="{FF2B5EF4-FFF2-40B4-BE49-F238E27FC236}">
                <a16:creationId xmlns:a16="http://schemas.microsoft.com/office/drawing/2014/main" id="{5E28C2EB-3B85-4092-A4D0-DE3B5F565864}"/>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14AFDA8C-264C-4A49-91DE-554FAC903CF1}"/>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F698F05B-322A-4B1A-B2D4-F5899022EDFB}"/>
              </a:ext>
            </a:extLst>
          </p:cNvPr>
          <p:cNvSpPr>
            <a:spLocks xmlns:a="http://schemas.openxmlformats.org/drawingml/2006/main" noGrp="1"/>
          </p:cNvSpPr>
          <p:nvPr/>
        </p:nvSpPr>
        <p:spPr>
          <a:xfrm xmlns:a="http://schemas.openxmlformats.org/drawingml/2006/main">
            <a:off x="110490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03</a:t>
            </a:r>
          </a:p>
        </p:txBody>
      </p:sp>
      <p:sp>
        <p:nvSpPr>
          <p:cNvPr id="22" name="">
            <a:extLst xmlns:a="http://schemas.openxmlformats.org/drawingml/2006/main">
              <a:ext uri="{FF2B5EF4-FFF2-40B4-BE49-F238E27FC236}">
                <a16:creationId xmlns:a16="http://schemas.microsoft.com/office/drawing/2014/main" id="{FE1DF09F-995A-4429-915A-2FD8588185E7}"/>
              </a:ext>
            </a:extLst>
          </p:cNvPr>
          <p:cNvSpPr>
            <a:spLocks xmlns:a="http://schemas.openxmlformats.org/drawingml/2006/main" noGrp="1"/>
          </p:cNvSpPr>
          <p:nvPr/>
        </p:nvSpPr>
        <p:spPr>
          <a:xfrm xmlns:a="http://schemas.openxmlformats.org/drawingml/2006/main">
            <a:off x="110490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Postgres</a:t>
            </a:r>
          </a:p>
        </p:txBody>
      </p:sp>
      <p:sp>
        <p:nvSpPr>
          <p:cNvPr id="23" name="">
            <a:extLst xmlns:a="http://schemas.openxmlformats.org/drawingml/2006/main">
              <a:ext uri="{FF2B5EF4-FFF2-40B4-BE49-F238E27FC236}">
                <a16:creationId xmlns:a16="http://schemas.microsoft.com/office/drawing/2014/main" id="{41066FDF-CCF1-4393-B32A-7D22C25DE2E3}"/>
              </a:ext>
            </a:extLst>
          </p:cNvPr>
          <p:cNvSpPr>
            <a:spLocks xmlns:a="http://schemas.openxmlformats.org/drawingml/2006/main" noGrp="1"/>
          </p:cNvSpPr>
          <p:nvPr/>
        </p:nvSpPr>
        <p:spPr>
          <a:xfrm xmlns:a="http://schemas.openxmlformats.org/drawingml/2006/main">
            <a:off x="110490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join turns, actions + outcomes.</a:t>
            </a:r>
          </a:p>
        </p:txBody>
      </p:sp>
      <p:sp>
        <p:nvSpPr>
          <p:cNvPr id="24" name="">
            <a:extLst xmlns:a="http://schemas.openxmlformats.org/drawingml/2006/main">
              <a:ext uri="{FF2B5EF4-FFF2-40B4-BE49-F238E27FC236}">
                <a16:creationId xmlns:a16="http://schemas.microsoft.com/office/drawing/2014/main" id="{4ECCA936-DA44-4B31-850A-CD232B65F620}"/>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5" name="">
            <a:extLst xmlns:a="http://schemas.openxmlformats.org/drawingml/2006/main">
              <a:ext uri="{FF2B5EF4-FFF2-40B4-BE49-F238E27FC236}">
                <a16:creationId xmlns:a16="http://schemas.microsoft.com/office/drawing/2014/main" id="{9A11D743-7675-44C1-B472-470CF64C29DA}"/>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6" name="">
            <a:extLst xmlns:a="http://schemas.openxmlformats.org/drawingml/2006/main">
              <a:ext uri="{FF2B5EF4-FFF2-40B4-BE49-F238E27FC236}">
                <a16:creationId xmlns:a16="http://schemas.microsoft.com/office/drawing/2014/main" id="{F3C0281B-1CA8-41E8-A69E-51ABFE6B355C}"/>
              </a:ext>
            </a:extLst>
          </p:cNvPr>
          <p:cNvSpPr>
            <a:spLocks xmlns:a="http://schemas.openxmlformats.org/drawingml/2006/main" noGrp="1"/>
          </p:cNvSpPr>
          <p:nvPr/>
        </p:nvSpPr>
        <p:spPr>
          <a:xfrm xmlns:a="http://schemas.openxmlformats.org/drawingml/2006/main">
            <a:off x="794385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04</a:t>
            </a:r>
          </a:p>
        </p:txBody>
      </p:sp>
      <p:sp>
        <p:nvSpPr>
          <p:cNvPr id="27" name="">
            <a:extLst xmlns:a="http://schemas.openxmlformats.org/drawingml/2006/main">
              <a:ext uri="{FF2B5EF4-FFF2-40B4-BE49-F238E27FC236}">
                <a16:creationId xmlns:a16="http://schemas.microsoft.com/office/drawing/2014/main" id="{6BC39A91-A650-456A-BD42-DB6149293845}"/>
              </a:ext>
            </a:extLst>
          </p:cNvPr>
          <p:cNvSpPr>
            <a:spLocks xmlns:a="http://schemas.openxmlformats.org/drawingml/2006/main" noGrp="1"/>
          </p:cNvSpPr>
          <p:nvPr/>
        </p:nvSpPr>
        <p:spPr>
          <a:xfrm xmlns:a="http://schemas.openxmlformats.org/drawingml/2006/main">
            <a:off x="794385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JSONL / Loki</a:t>
            </a:r>
          </a:p>
        </p:txBody>
      </p:sp>
      <p:sp>
        <p:nvSpPr>
          <p:cNvPr id="28" name="">
            <a:extLst xmlns:a="http://schemas.openxmlformats.org/drawingml/2006/main">
              <a:ext uri="{FF2B5EF4-FFF2-40B4-BE49-F238E27FC236}">
                <a16:creationId xmlns:a16="http://schemas.microsoft.com/office/drawing/2014/main" id="{615693D8-0E14-4974-913C-87E8C5D441C8}"/>
              </a:ext>
            </a:extLst>
          </p:cNvPr>
          <p:cNvSpPr>
            <a:spLocks xmlns:a="http://schemas.openxmlformats.org/drawingml/2006/main" noGrp="1"/>
          </p:cNvSpPr>
          <p:nvPr/>
        </p:nvSpPr>
        <p:spPr>
          <a:xfrm xmlns:a="http://schemas.openxmlformats.org/drawingml/2006/main">
            <a:off x="794385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diagnose event-level failures.</a:t>
            </a:r>
          </a:p>
        </p:txBody>
      </p:sp>
      <p:sp>
        <p:nvSpPr>
          <p:cNvPr id="29" name="">
            <a:extLst xmlns:a="http://schemas.openxmlformats.org/drawingml/2006/main">
              <a:ext uri="{FF2B5EF4-FFF2-40B4-BE49-F238E27FC236}">
                <a16:creationId xmlns:a16="http://schemas.microsoft.com/office/drawing/2014/main" id="{E6860811-2880-40F9-85D7-781390D5065E}"/>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4E90A649-AF04-46B2-BE08-AF2EF7B73694}"/>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61316CF2-EC22-4F2B-A5F1-9F2042E12ED1}"/>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BA048821-E7E6-440A-B8E3-EC6CCA38F113}"/>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6D2029D5-7EB0-4C43-ACF3-6FD301AC52F6}"/>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D2888AA1-E0E7-4A20-8820-9B7D01C47C3E}"/>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D88348B2-CA9A-4AD3-B93B-EA1B323FD0C2}"/>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52EFB711-FB64-4774-BADC-46CCC4B8E73E}"/>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7" name="">
            <a:extLst xmlns:a="http://schemas.openxmlformats.org/drawingml/2006/main">
              <a:ext uri="{FF2B5EF4-FFF2-40B4-BE49-F238E27FC236}">
                <a16:creationId xmlns:a16="http://schemas.microsoft.com/office/drawing/2014/main" id="{A28A194E-CF1E-4F07-A20F-1CECA924614E}"/>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8" name="">
            <a:extLst xmlns:a="http://schemas.openxmlformats.org/drawingml/2006/main">
              <a:ext uri="{FF2B5EF4-FFF2-40B4-BE49-F238E27FC236}">
                <a16:creationId xmlns:a16="http://schemas.microsoft.com/office/drawing/2014/main" id="{D9769D7A-2AC1-4EEE-96F4-7AE2C2B73746}"/>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9" name="">
            <a:extLst xmlns:a="http://schemas.openxmlformats.org/drawingml/2006/main">
              <a:ext uri="{FF2B5EF4-FFF2-40B4-BE49-F238E27FC236}">
                <a16:creationId xmlns:a16="http://schemas.microsoft.com/office/drawing/2014/main" id="{69B22B8B-B260-486F-868F-2887F9359E3E}"/>
              </a:ext>
            </a:extLst>
          </p:cNvPr>
          <p:cNvSpPr>
            <a:spLocks xmlns:a="http://schemas.openxmlformats.org/drawingml/2006/main" noGrp="1"/>
          </p:cNvSpPr>
          <p:nvPr/>
        </p:nvSpPr>
        <p:spPr>
          <a:xfrm xmlns:a="http://schemas.openxmlformats.org/drawingml/2006/main">
            <a:off x="1428750" y="5619750"/>
            <a:ext cx="9334500" cy="2667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Observability closes the loop: real failures become better eval cases before the next release.</a:t>
            </a:r>
          </a:p>
        </p:txBody>
      </p:sp>
      <p:sp>
        <p:nvSpPr>
          <p:cNvPr id="40" name="">
            <a:extLst xmlns:a="http://schemas.openxmlformats.org/drawingml/2006/main">
              <a:ext uri="{FF2B5EF4-FFF2-40B4-BE49-F238E27FC236}">
                <a16:creationId xmlns:a16="http://schemas.microsoft.com/office/drawing/2014/main" id="{02AF9827-58EB-4C7C-BADA-1870CA9B022B}"/>
              </a:ext>
            </a:extLst>
          </p:cNvPr>
          <p:cNvSpPr>
            <a:spLocks xmlns:a="http://schemas.openxmlformats.org/drawingml/2006/main" noGrp="1"/>
          </p:cNvSpPr>
          <p:nvPr/>
        </p:nvSpPr>
        <p:spPr>
          <a:xfrm xmlns:a="http://schemas.openxmlformats.org/drawingml/2006/main">
            <a:off x="2857500" y="5962650"/>
            <a:ext cx="647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4B687A"/>
                </a:solidFill>
                <a:latin typeface="Aptos"/>
                <a:ea typeface="Aptos"/>
                <a:cs typeface="Aptos"/>
              </a:defRPr>
            </a:pPr>
            <a:r>
              <a:rPr sz="975" b="1">
                <a:solidFill>
                  <a:srgbClr val="4B687A"/>
                </a:solidFill>
                <a:latin typeface="Aptos"/>
                <a:ea typeface="Aptos"/>
                <a:cs typeface="Aptos"/>
              </a:rPr>
              <a:t>Asynchronous telemetry—never on the audio path.</a:t>
            </a:r>
          </a:p>
        </p:txBody>
      </p:sp>
      <p:sp>
        <p:nvSpPr>
          <p:cNvPr id="41" name="">
            <a:extLst xmlns:a="http://schemas.openxmlformats.org/drawingml/2006/main">
              <a:ext uri="{FF2B5EF4-FFF2-40B4-BE49-F238E27FC236}">
                <a16:creationId xmlns:a16="http://schemas.microsoft.com/office/drawing/2014/main" id="{2DA33CE9-1D22-4108-B2F0-1D092922205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570516750"/>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800b8c6df1e049a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DE84AC0-D626-4DF0-A81F-1D9CB98C0BD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CDA4531-31FD-4E9D-9794-B994359FD13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F7F91D6A-C02D-4B1B-9F29-51FE8C695FA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061A4C7-3E48-463A-B56D-364146C3C9F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Latest Aira run: a replayable live session</a:t>
            </a:r>
          </a:p>
        </p:txBody>
      </p:sp>
      <p:sp>
        <p:nvSpPr>
          <p:cNvPr id="6" name="">
            <a:extLst xmlns:a="http://schemas.openxmlformats.org/drawingml/2006/main">
              <a:ext uri="{FF2B5EF4-FFF2-40B4-BE49-F238E27FC236}">
                <a16:creationId xmlns:a16="http://schemas.microsoft.com/office/drawing/2014/main" id="{DD67B4FF-0EBC-45B8-A925-9040340382F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2780BA2-86B2-4BB0-A1C0-57C54A0523BC}"/>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AA30776B-E0FB-440D-8E84-0CC5C0781DFB}"/>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71687158-2BB8-47C9-B88D-467B1AC8519C}"/>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648BFA56-18DC-4EC2-AF06-038D8101F7C0}"/>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FA6EC82E-E0A2-4C7F-9785-43C1BE138D5D}"/>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B94393C4-EFA0-4D69-A5DF-B055862CC076}"/>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8994D1D1-7BE6-4C94-9D4E-490CFEB9EB95}"/>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5BDBC25A-19EB-4385-A8A5-F7F56ADE48F8}"/>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6BDD1F9B-0A92-4172-B1E2-FF4E37A4E327}"/>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7502C077-F74F-408D-B74F-2C9BFF1D588F}"/>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0E72018E-D815-4585-B389-BC221A379A8C}"/>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8EE3CACA-BCB0-4188-B980-386E3039B93E}"/>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B6BC15CB-2838-44E6-959D-22F539C3B5DC}"/>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F80E98EC-6C8C-49E9-B7DC-A1CBCE7DBCD7}"/>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E2FBF0EA-323E-4468-A095-FE948FB0D45E}"/>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911ADEDF-3CB5-496C-A812-E48C2262F914}"/>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1E887498-F167-406A-8D6B-4A34511BD21B}"/>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3C7D02FE-EDD9-437E-80EA-36DEF8C180E7}"/>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E2C6D05-8A6A-4AA2-BB20-E032EB9BF570}"/>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3BBE2FA3-622B-4AD6-9BB5-FAEFA8C8BB04}"/>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A898554-D716-47C9-BAA2-D2B38A81ADD2}"/>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44DC679E-6E8B-4F82-9792-1801E906A7E9}"/>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299C037-7CDE-435A-BFCC-AE1F0CFCED9A}"/>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950368C3-0A69-4E05-B866-5813CA8EFD80}"/>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E9CA330-98FA-4850-9381-348CAFB6B2CC}"/>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135B56A2-463C-45FC-882A-4F0F594D8EBF}"/>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44E93C2D-F4A2-40F3-82C3-4079CC4B54A5}"/>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30F06131-2766-4B27-9CD0-0F7BF39E0A00}"/>
              </a:ext>
            </a:extLst>
          </p:cNvPr>
          <p:cNvSpPr>
            <a:spLocks xmlns:a="http://schemas.openxmlformats.org/drawingml/2006/main" noGrp="1"/>
          </p:cNvSpPr>
          <p:nvPr/>
        </p:nvSpPr>
        <p:spPr>
          <a:xfrm xmlns:a="http://schemas.openxmlformats.org/drawingml/2006/main">
            <a:off x="1428750" y="5600700"/>
            <a:ext cx="9334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One trace connects responsiveness, interruptions, actions and the caller’s journey.</a:t>
            </a:r>
          </a:p>
        </p:txBody>
      </p:sp>
      <p:sp>
        <p:nvSpPr>
          <p:cNvPr id="35" name="">
            <a:extLst xmlns:a="http://schemas.openxmlformats.org/drawingml/2006/main">
              <a:ext uri="{FF2B5EF4-FFF2-40B4-BE49-F238E27FC236}">
                <a16:creationId xmlns:a16="http://schemas.microsoft.com/office/drawing/2014/main" id="{9161D311-D4AA-4228-B181-0A903C91EA8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382430313"/>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8b7b43cd1df47b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8ED94EA-B519-403B-B8E3-588654CB757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C85B4E2-F4AC-4B62-920C-1D4126479B6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A2858F28-6EAD-4887-B43C-9833FCF9AC1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4CC2628-D333-4198-A841-C2DEEAC961C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48A8F710-0733-427D-A266-92BBA5CC1A9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0863D05-D84C-4EF9-AEEC-D25452E51924}"/>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2EA9019E-8AE3-45B3-9E5D-A430CCEE4B70}"/>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6B4AADE-D218-4713-B0F4-82D78A8DC03C}"/>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8CB8EAC0-4288-429F-AA78-1F075F803803}"/>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DCD5161E-8E16-47D2-8E6A-2AF940DD454C}"/>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9CFDDFBD-F09C-497D-B0B7-F140B16389D9}"/>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35DE250-987C-47EE-BDBC-ABB5B7A35B69}"/>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59671E87-9E03-4A97-990A-BD30D63CD289}"/>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1734E18F-3F10-4492-9EBF-C935C1A56FC7}"/>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CDD4E1D6-523A-4830-8078-8F4ABC9689E5}"/>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A24F2CF-A291-4A8A-B953-DE053EFA1E43}"/>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D5DCB1D1-4CF3-470F-9172-C04A5287B5DF}"/>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3A5CB63C-C5ED-410E-8E8A-0E28A4A4D0B9}"/>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8269A828-A2F2-45D6-913C-0A06B0B2149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1427712450"/>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e4a83142496412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DE25ECF-F282-4A82-87D8-075336F2758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F4EE5F6-4CA2-40D9-A7EC-5182991A1FD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F02B31E5-2A67-4339-B2AE-B1181702C62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EB73E8D-0BB7-4891-8536-DB2011DA1C7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8D691F33-E3C2-4D89-8E3D-2523D61F981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05FCB16-AD7C-4034-B51D-4C7C67DD0089}"/>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5D3BF0A8-EFEA-42CF-B88C-65B7B7F3539A}"/>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14967241-3E96-42EB-BF7E-C6E3AF1EF1BB}"/>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08101F53-99DC-4F3B-AAEA-02F5EDCA1F52}"/>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E61B1649-CE5F-47B0-933F-5AB7E221143D}"/>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F2AAF1DF-51FC-41EF-9C95-1AD1515D111E}"/>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6432CC5A-4176-42CE-BD43-38DE6F8FFB41}"/>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F21CCEC4-825D-47DF-BA7B-DFE206552A07}"/>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CCFAA4E3-ED53-4AAF-85C4-0B30DBA57BE3}"/>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C231772F-6070-4438-8B21-57511C396B73}"/>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FF35A9DD-06A2-46FF-A3E4-B72CCDB5AAAF}"/>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F647AE7A-5FE5-4D8E-8356-1061D0C1013F}"/>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B0FAC05F-EB7F-47FA-8BC1-72729354971A}"/>
              </a:ext>
            </a:extLst>
          </p:cNvPr>
          <p:cNvSpPr>
            <a:spLocks xmlns:a="http://schemas.openxmlformats.org/drawingml/2006/main" noGrp="1"/>
          </p:cNvSpPr>
          <p:nvPr/>
        </p:nvSpPr>
        <p:spPr>
          <a:xfrm xmlns:a="http://schemas.openxmlformats.org/drawingml/2006/main">
            <a:off x="1190625" y="5638800"/>
            <a:ext cx="9810750" cy="438150"/>
          </a:xfrm>
          <a:prstGeom xmlns:a="http://schemas.openxmlformats.org/drawingml/2006/main" prst="roundRect">
            <a:avLst>
              <a:gd name="adj" fmla="val 34783"/>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The moat is not only a pretty voice: noisy telephony, dialects, interruption, cost, compliance, integrations and reliability at large volumes.</a:t>
            </a:r>
          </a:p>
        </p:txBody>
      </p:sp>
      <p:sp>
        <p:nvSpPr>
          <p:cNvPr id="20" name="">
            <a:extLst xmlns:a="http://schemas.openxmlformats.org/drawingml/2006/main">
              <a:ext uri="{FF2B5EF4-FFF2-40B4-BE49-F238E27FC236}">
                <a16:creationId xmlns:a16="http://schemas.microsoft.com/office/drawing/2014/main" id="{6E78F14D-011E-429A-98F8-205A5154887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1329075481"/>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43758e365db948f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BFBDC39-C21A-4797-B9E0-4C3CB7E5A47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88BD490-263C-4D8F-9759-3E081E78ACC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ADF20D80-C75A-4D02-A6BD-0EAB1058E36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61BAA67-EE70-4C23-B41A-464FF682D90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ASBL inquiry reactivation and qualification</a:t>
            </a:r>
          </a:p>
        </p:txBody>
      </p:sp>
      <p:sp>
        <p:nvSpPr>
          <p:cNvPr id="6" name="">
            <a:extLst xmlns:a="http://schemas.openxmlformats.org/drawingml/2006/main">
              <a:ext uri="{FF2B5EF4-FFF2-40B4-BE49-F238E27FC236}">
                <a16:creationId xmlns:a16="http://schemas.microsoft.com/office/drawing/2014/main" id="{08ECE2B9-F1CC-4857-8CA4-C031AB85475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C223800-2F6B-410F-84B6-43AD353E2678}"/>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F848F3D4-1FDE-4E54-A182-EBF65A875217}"/>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10C685F2-52DA-4ECC-89E0-5560B9AD5835}"/>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6B44C9A0-4E51-4FFC-8693-74FAAF237BDC}"/>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F1D2BA76-7DF2-4EB7-A1B0-80EB32B612CE}"/>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8C935480-B0E5-453D-BB9E-0556B51B4570}"/>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reactivation · permission · intent · FAQs · qualification · follow-up</a:t>
            </a:r>
          </a:p>
        </p:txBody>
      </p:sp>
      <p:sp>
        <p:nvSpPr>
          <p:cNvPr id="13" name="">
            <a:extLst xmlns:a="http://schemas.openxmlformats.org/drawingml/2006/main">
              <a:ext uri="{FF2B5EF4-FFF2-40B4-BE49-F238E27FC236}">
                <a16:creationId xmlns:a16="http://schemas.microsoft.com/office/drawing/2014/main" id="{681EDD62-4BD6-40BE-A475-5712A5A8D6DA}"/>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A09B6446-C8D7-42D9-BB81-7E73F9DF3EC7}"/>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4DD856C2-AD58-4050-B88E-2D6C09701625}"/>
              </a:ext>
            </a:extLst>
          </p:cNvPr>
          <p:cNvSpPr>
            <a:spLocks xmlns:a="http://schemas.openxmlformats.org/drawingml/2006/main" noGrp="1"/>
          </p:cNvSpPr>
          <p:nvPr/>
        </p:nvSpPr>
        <p:spPr>
          <a:xfrm xmlns:a="http://schemas.openxmlformats.org/drawingml/2006/main">
            <a:off x="1190625" y="5810250"/>
            <a:ext cx="9810750" cy="28575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At millions of leads, Aira can re-engage and screen every inquiry, routing only high-intent, consented opportunities to advisors.</a:t>
            </a:r>
          </a:p>
        </p:txBody>
      </p:sp>
      <p:sp>
        <p:nvSpPr>
          <p:cNvPr id="16" name="">
            <a:extLst xmlns:a="http://schemas.openxmlformats.org/drawingml/2006/main">
              <a:ext uri="{FF2B5EF4-FFF2-40B4-BE49-F238E27FC236}">
                <a16:creationId xmlns:a16="http://schemas.microsoft.com/office/drawing/2014/main" id="{19AC91CC-C447-4637-9F1F-08D0A9380E4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1181822648"/>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1f4642ace2a442f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93554EC-76BC-418D-B6B5-BB35547521D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F55D124-BEC2-4752-A56C-D987FD41035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49339FB1-0F41-419D-A636-1E21D4176D1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8F971D3-AEDB-4161-A648-9BEAF9F2ECA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5C0B0D80-49FA-444C-A98D-2C85F5DBFD9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D281CD8-CF7C-4CE6-91AB-525E617C3920}"/>
              </a:ext>
            </a:extLst>
          </p:cNvPr>
          <p:cNvSpPr>
            <a:spLocks xmlns:a="http://schemas.openxmlformats.org/drawingml/2006/main" noGrp="1"/>
          </p:cNvSpPr>
          <p:nvPr/>
        </p:nvSpPr>
        <p:spPr>
          <a:xfrm xmlns:a="http://schemas.openxmlformats.org/drawingml/2006/main">
            <a:off x="142875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8" name="">
            <a:extLst xmlns:a="http://schemas.openxmlformats.org/drawingml/2006/main">
              <a:ext uri="{FF2B5EF4-FFF2-40B4-BE49-F238E27FC236}">
                <a16:creationId xmlns:a16="http://schemas.microsoft.com/office/drawing/2014/main" id="{3D358ECE-702A-41A7-8AF4-286D9CCEBA61}"/>
              </a:ext>
            </a:extLst>
          </p:cNvPr>
          <p:cNvSpPr>
            <a:spLocks xmlns:a="http://schemas.openxmlformats.org/drawingml/2006/main" noGrp="1"/>
          </p:cNvSpPr>
          <p:nvPr/>
        </p:nvSpPr>
        <p:spPr>
          <a:xfrm xmlns:a="http://schemas.openxmlformats.org/drawingml/2006/main">
            <a:off x="354330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9" name="">
            <a:extLst xmlns:a="http://schemas.openxmlformats.org/drawingml/2006/main">
              <a:ext uri="{FF2B5EF4-FFF2-40B4-BE49-F238E27FC236}">
                <a16:creationId xmlns:a16="http://schemas.microsoft.com/office/drawing/2014/main" id="{CF345DF6-CEDF-44AD-B20D-0D76C9C61B47}"/>
              </a:ext>
            </a:extLst>
          </p:cNvPr>
          <p:cNvSpPr>
            <a:spLocks xmlns:a="http://schemas.openxmlformats.org/drawingml/2006/main" noGrp="1"/>
          </p:cNvSpPr>
          <p:nvPr/>
        </p:nvSpPr>
        <p:spPr>
          <a:xfrm xmlns:a="http://schemas.openxmlformats.org/drawingml/2006/main">
            <a:off x="565785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AB5EE626-AD3A-4255-987C-AE6FA4283D7D}"/>
              </a:ext>
            </a:extLst>
          </p:cNvPr>
          <p:cNvSpPr>
            <a:spLocks xmlns:a="http://schemas.openxmlformats.org/drawingml/2006/main" noGrp="1"/>
          </p:cNvSpPr>
          <p:nvPr/>
        </p:nvSpPr>
        <p:spPr>
          <a:xfrm xmlns:a="http://schemas.openxmlformats.org/drawingml/2006/main">
            <a:off x="777240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1" name="">
            <a:extLst xmlns:a="http://schemas.openxmlformats.org/drawingml/2006/main">
              <a:ext uri="{FF2B5EF4-FFF2-40B4-BE49-F238E27FC236}">
                <a16:creationId xmlns:a16="http://schemas.microsoft.com/office/drawing/2014/main" id="{B22571DE-B866-478D-9FB9-930586477BE6}"/>
              </a:ext>
            </a:extLst>
          </p:cNvPr>
          <p:cNvSpPr>
            <a:spLocks xmlns:a="http://schemas.openxmlformats.org/drawingml/2006/main" noGrp="1"/>
          </p:cNvSpPr>
          <p:nvPr/>
        </p:nvSpPr>
        <p:spPr>
          <a:xfrm xmlns:a="http://schemas.openxmlformats.org/drawingml/2006/main">
            <a:off x="142875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F97AFCC4-DA91-4232-9918-C852A3BE8BAA}"/>
              </a:ext>
            </a:extLst>
          </p:cNvPr>
          <p:cNvSpPr>
            <a:spLocks xmlns:a="http://schemas.openxmlformats.org/drawingml/2006/main" noGrp="1"/>
          </p:cNvSpPr>
          <p:nvPr/>
        </p:nvSpPr>
        <p:spPr>
          <a:xfrm xmlns:a="http://schemas.openxmlformats.org/drawingml/2006/main">
            <a:off x="354330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03FEAF07-8C4F-4B54-8D90-2E4D69136327}"/>
              </a:ext>
            </a:extLst>
          </p:cNvPr>
          <p:cNvSpPr>
            <a:spLocks xmlns:a="http://schemas.openxmlformats.org/drawingml/2006/main" noGrp="1"/>
          </p:cNvSpPr>
          <p:nvPr/>
        </p:nvSpPr>
        <p:spPr>
          <a:xfrm xmlns:a="http://schemas.openxmlformats.org/drawingml/2006/main">
            <a:off x="565785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74711F31-41F0-4E51-ACBB-4B58CA5EFA82}"/>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3D1986-5FF5-4578-930C-29F7D770499C}"/>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16" name="">
            <a:extLst xmlns:a="http://schemas.openxmlformats.org/drawingml/2006/main">
              <a:ext uri="{FF2B5EF4-FFF2-40B4-BE49-F238E27FC236}">
                <a16:creationId xmlns:a16="http://schemas.microsoft.com/office/drawing/2014/main" id="{5303CFD2-DA6E-40D0-9993-9120F0CA97E3}"/>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7" name="">
            <a:extLst xmlns:a="http://schemas.openxmlformats.org/drawingml/2006/main">
              <a:ext uri="{FF2B5EF4-FFF2-40B4-BE49-F238E27FC236}">
                <a16:creationId xmlns:a16="http://schemas.microsoft.com/office/drawing/2014/main" id="{B4C9439C-362B-42F9-A8D6-A71831F28F93}"/>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8FF1014-0502-4D8A-AFB4-7E0BBFAD913D}"/>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9" name="">
            <a:extLst xmlns:a="http://schemas.openxmlformats.org/drawingml/2006/main">
              <a:ext uri="{FF2B5EF4-FFF2-40B4-BE49-F238E27FC236}">
                <a16:creationId xmlns:a16="http://schemas.microsoft.com/office/drawing/2014/main" id="{FB3448DA-260C-425A-9320-720D006A335C}"/>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20" name="">
            <a:extLst xmlns:a="http://schemas.openxmlformats.org/drawingml/2006/main">
              <a:ext uri="{FF2B5EF4-FFF2-40B4-BE49-F238E27FC236}">
                <a16:creationId xmlns:a16="http://schemas.microsoft.com/office/drawing/2014/main" id="{7F2F96E6-48E2-465E-87C5-CDE24EAD2AA2}"/>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9171636-5DCF-4EF8-A606-D7CFC2B45AC9}"/>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22" name="">
            <a:extLst xmlns:a="http://schemas.openxmlformats.org/drawingml/2006/main">
              <a:ext uri="{FF2B5EF4-FFF2-40B4-BE49-F238E27FC236}">
                <a16:creationId xmlns:a16="http://schemas.microsoft.com/office/drawing/2014/main" id="{840D7F0E-5258-4B5B-9188-919A78120258}"/>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Do Not Call</a:t>
            </a:r>
          </a:p>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23" name="">
            <a:extLst xmlns:a="http://schemas.openxmlformats.org/drawingml/2006/main">
              <a:ext uri="{FF2B5EF4-FFF2-40B4-BE49-F238E27FC236}">
                <a16:creationId xmlns:a16="http://schemas.microsoft.com/office/drawing/2014/main" id="{F7D78640-90DC-40B9-94FE-5473B23414D3}"/>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F89B280-385F-49FD-B8D9-2F2DC35F60AD}"/>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25" name="">
            <a:extLst xmlns:a="http://schemas.openxmlformats.org/drawingml/2006/main">
              <a:ext uri="{FF2B5EF4-FFF2-40B4-BE49-F238E27FC236}">
                <a16:creationId xmlns:a16="http://schemas.microsoft.com/office/drawing/2014/main" id="{0C333465-537E-4551-95C8-C80F40305D54}"/>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26" name="">
            <a:extLst xmlns:a="http://schemas.openxmlformats.org/drawingml/2006/main">
              <a:ext uri="{FF2B5EF4-FFF2-40B4-BE49-F238E27FC236}">
                <a16:creationId xmlns:a16="http://schemas.microsoft.com/office/drawing/2014/main" id="{56F57BB8-DB05-48EE-9B91-6E38DFA0876C}"/>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CCC8885-4087-4194-A279-A54F2886AC9C}"/>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8" name="">
            <a:extLst xmlns:a="http://schemas.openxmlformats.org/drawingml/2006/main">
              <a:ext uri="{FF2B5EF4-FFF2-40B4-BE49-F238E27FC236}">
                <a16:creationId xmlns:a16="http://schemas.microsoft.com/office/drawing/2014/main" id="{3351D65D-8CB4-4D22-A8F7-B96312791D15}"/>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9" name="">
            <a:extLst xmlns:a="http://schemas.openxmlformats.org/drawingml/2006/main">
              <a:ext uri="{FF2B5EF4-FFF2-40B4-BE49-F238E27FC236}">
                <a16:creationId xmlns:a16="http://schemas.microsoft.com/office/drawing/2014/main" id="{B8D61F35-5F6B-491C-A18C-8610C68FC9CE}"/>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4958280D-E92E-4A28-B953-B0D914A4561E}"/>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31" name="">
            <a:extLst xmlns:a="http://schemas.openxmlformats.org/drawingml/2006/main">
              <a:ext uri="{FF2B5EF4-FFF2-40B4-BE49-F238E27FC236}">
                <a16:creationId xmlns:a16="http://schemas.microsoft.com/office/drawing/2014/main" id="{04232D50-85C0-4E9E-AE88-072B6335D2E4}"/>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32" name="">
            <a:extLst xmlns:a="http://schemas.openxmlformats.org/drawingml/2006/main">
              <a:ext uri="{FF2B5EF4-FFF2-40B4-BE49-F238E27FC236}">
                <a16:creationId xmlns:a16="http://schemas.microsoft.com/office/drawing/2014/main" id="{CAFDA9F0-86DB-4623-862E-CED9D7305B51}"/>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E41280FA-B803-4871-9796-9A1D59255F85}"/>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34" name="">
            <a:extLst xmlns:a="http://schemas.openxmlformats.org/drawingml/2006/main">
              <a:ext uri="{FF2B5EF4-FFF2-40B4-BE49-F238E27FC236}">
                <a16:creationId xmlns:a16="http://schemas.microsoft.com/office/drawing/2014/main" id="{AC835F5E-09A6-4D87-BCBA-9CBA213FFBA1}"/>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35" name="">
            <a:extLst xmlns:a="http://schemas.openxmlformats.org/drawingml/2006/main">
              <a:ext uri="{FF2B5EF4-FFF2-40B4-BE49-F238E27FC236}">
                <a16:creationId xmlns:a16="http://schemas.microsoft.com/office/drawing/2014/main" id="{EF7E8E13-D4F9-42EB-B436-24AC9EB8D968}"/>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EC1DA4DE-9E57-4D67-AF66-C60F90AF5211}"/>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7" name="">
            <a:extLst xmlns:a="http://schemas.openxmlformats.org/drawingml/2006/main">
              <a:ext uri="{FF2B5EF4-FFF2-40B4-BE49-F238E27FC236}">
                <a16:creationId xmlns:a16="http://schemas.microsoft.com/office/drawing/2014/main" id="{0048B007-41C2-413F-AE6D-9216FBAE1891}"/>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8" name="">
            <a:extLst xmlns:a="http://schemas.openxmlformats.org/drawingml/2006/main">
              <a:ext uri="{FF2B5EF4-FFF2-40B4-BE49-F238E27FC236}">
                <a16:creationId xmlns:a16="http://schemas.microsoft.com/office/drawing/2014/main" id="{83491E1A-544C-4347-A766-5F3FFC71C9AD}"/>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586A3541-F789-43F0-AA15-5222F41A9C16}"/>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40" name="">
            <a:extLst xmlns:a="http://schemas.openxmlformats.org/drawingml/2006/main">
              <a:ext uri="{FF2B5EF4-FFF2-40B4-BE49-F238E27FC236}">
                <a16:creationId xmlns:a16="http://schemas.microsoft.com/office/drawing/2014/main" id="{83574D9D-2F2B-4275-8B96-D2483E102C6E}"/>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41" name="">
            <a:extLst xmlns:a="http://schemas.openxmlformats.org/drawingml/2006/main">
              <a:ext uri="{FF2B5EF4-FFF2-40B4-BE49-F238E27FC236}">
                <a16:creationId xmlns:a16="http://schemas.microsoft.com/office/drawing/2014/main" id="{3275B777-4756-4186-BF4F-727BA8BE6F40}"/>
              </a:ext>
            </a:extLst>
          </p:cNvPr>
          <p:cNvSpPr>
            <a:spLocks xmlns:a="http://schemas.openxmlformats.org/drawingml/2006/main" noGrp="1"/>
          </p:cNvSpPr>
          <p:nvPr/>
        </p:nvSpPr>
        <p:spPr>
          <a:xfrm xmlns:a="http://schemas.openxmlformats.org/drawingml/2006/main">
            <a:off x="1428750" y="5667375"/>
            <a:ext cx="9334500" cy="361950"/>
          </a:xfrm>
          <a:prstGeom xmlns:a="http://schemas.openxmlformats.org/drawingml/2006/main" prst="roundRect">
            <a:avLst>
              <a:gd name="adj" fmla="val 42105"/>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 production agent is a reliable call system: every conversation must be safe, observable and recoverable at scale.</a:t>
            </a:r>
          </a:p>
        </p:txBody>
      </p:sp>
      <p:sp>
        <p:nvSpPr>
          <p:cNvPr id="42" name="">
            <a:extLst xmlns:a="http://schemas.openxmlformats.org/drawingml/2006/main">
              <a:ext uri="{FF2B5EF4-FFF2-40B4-BE49-F238E27FC236}">
                <a16:creationId xmlns:a16="http://schemas.microsoft.com/office/drawing/2014/main" id="{386E1E1D-1841-41AC-9323-5699585FB62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1903686127"/>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48e0fc9e5caf438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EC53253-CE00-4901-9614-D72839BC52D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C372951-4A3A-4D42-B7ED-9076FE2D96C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F420B56A-2483-472B-B3E0-2E866AB7CD0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7DD9126-022E-4EFC-8AB2-892AB69C29E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opening: owned call data + multilingual frontier</a:t>
            </a:r>
          </a:p>
        </p:txBody>
      </p:sp>
      <p:sp>
        <p:nvSpPr>
          <p:cNvPr id="6" name="">
            <a:extLst xmlns:a="http://schemas.openxmlformats.org/drawingml/2006/main">
              <a:ext uri="{FF2B5EF4-FFF2-40B4-BE49-F238E27FC236}">
                <a16:creationId xmlns:a16="http://schemas.microsoft.com/office/drawing/2014/main" id="{71D9DEEA-65FD-41D9-8CB0-07DD0AD397F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9B3CE7F-2E3D-40C0-A5ED-1ED397F93BE8}"/>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D7E741A3-D82B-40C5-B416-5B3A2E0BB3F9}"/>
              </a:ext>
            </a:extLst>
          </p:cNvPr>
          <p:cNvSpPr>
            <a:spLocks xmlns:a="http://schemas.openxmlformats.org/drawingml/2006/main" noGrp="1"/>
          </p:cNvSpPr>
          <p:nvPr/>
        </p:nvSpPr>
        <p:spPr>
          <a:xfrm xmlns:a="http://schemas.openxmlformats.org/drawingml/2006/main">
            <a:off x="1371600" y="4076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88DC1"/>
                </a:solidFill>
                <a:latin typeface="Aptos Mono"/>
                <a:ea typeface="Aptos Mono"/>
                <a:cs typeface="Aptos Mono"/>
              </a:defRPr>
            </a:pPr>
            <a:r>
              <a:rPr sz="1125" b="1">
                <a:solidFill>
                  <a:srgbClr val="288DC1"/>
                </a:solidFill>
                <a:latin typeface="Aptos Mono"/>
                <a:ea typeface="Aptos Mono"/>
                <a:cs typeface="Aptos Mono"/>
              </a:rPr>
              <a:t>100s hrs</a:t>
            </a:r>
          </a:p>
        </p:txBody>
      </p:sp>
      <p:sp>
        <p:nvSpPr>
          <p:cNvPr id="9" name="">
            <a:extLst xmlns:a="http://schemas.openxmlformats.org/drawingml/2006/main">
              <a:ext uri="{FF2B5EF4-FFF2-40B4-BE49-F238E27FC236}">
                <a16:creationId xmlns:a16="http://schemas.microsoft.com/office/drawing/2014/main" id="{A79A7AAD-A144-402B-A5EB-65D44643CD26}"/>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Recorded ASBL</a:t>
            </a:r>
          </a:p>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sales calls</a:t>
            </a:r>
          </a:p>
        </p:txBody>
      </p:sp>
      <p:sp>
        <p:nvSpPr>
          <p:cNvPr id="10" name="">
            <a:extLst xmlns:a="http://schemas.openxmlformats.org/drawingml/2006/main">
              <a:ext uri="{FF2B5EF4-FFF2-40B4-BE49-F238E27FC236}">
                <a16:creationId xmlns:a16="http://schemas.microsoft.com/office/drawing/2014/main" id="{615A81FC-2C80-494A-A97A-59B9235EE8FF}"/>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DFB9B04E-D99B-4232-B9E0-9FE51640538F}"/>
              </a:ext>
            </a:extLst>
          </p:cNvPr>
          <p:cNvSpPr>
            <a:spLocks xmlns:a="http://schemas.openxmlformats.org/drawingml/2006/main" noGrp="1"/>
          </p:cNvSpPr>
          <p:nvPr/>
        </p:nvSpPr>
        <p:spPr>
          <a:xfrm xmlns:a="http://schemas.openxmlformats.org/drawingml/2006/main">
            <a:off x="4819650" y="32956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88DC1"/>
                </a:solidFill>
                <a:latin typeface="Aptos Mono"/>
                <a:ea typeface="Aptos Mono"/>
                <a:cs typeface="Aptos Mono"/>
              </a:defRPr>
            </a:pPr>
            <a:r>
              <a:rPr sz="1125" b="1">
                <a:solidFill>
                  <a:srgbClr val="288DC1"/>
                </a:solidFill>
                <a:latin typeface="Aptos Mono"/>
                <a:ea typeface="Aptos Mono"/>
                <a:cs typeface="Aptos Mono"/>
              </a:rPr>
              <a:t>LEARN</a:t>
            </a:r>
          </a:p>
        </p:txBody>
      </p:sp>
      <p:sp>
        <p:nvSpPr>
          <p:cNvPr id="12" name="">
            <a:extLst xmlns:a="http://schemas.openxmlformats.org/drawingml/2006/main">
              <a:ext uri="{FF2B5EF4-FFF2-40B4-BE49-F238E27FC236}">
                <a16:creationId xmlns:a16="http://schemas.microsoft.com/office/drawing/2014/main" id="{075A2B2C-8BD2-45BD-BA16-D6D1930C9B0C}"/>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Consent-safe data</a:t>
            </a:r>
          </a:p>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 real-call evals</a:t>
            </a:r>
          </a:p>
        </p:txBody>
      </p:sp>
      <p:sp>
        <p:nvSpPr>
          <p:cNvPr id="13" name="">
            <a:extLst xmlns:a="http://schemas.openxmlformats.org/drawingml/2006/main">
              <a:ext uri="{FF2B5EF4-FFF2-40B4-BE49-F238E27FC236}">
                <a16:creationId xmlns:a16="http://schemas.microsoft.com/office/drawing/2014/main" id="{17A94BC1-80CE-4B6B-99C7-4399ACCE213B}"/>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395C2DC3-B1DE-4E85-9959-78F569A68314}"/>
              </a:ext>
            </a:extLst>
          </p:cNvPr>
          <p:cNvSpPr>
            <a:spLocks xmlns:a="http://schemas.openxmlformats.org/drawingml/2006/main" noGrp="1"/>
          </p:cNvSpPr>
          <p:nvPr/>
        </p:nvSpPr>
        <p:spPr>
          <a:xfrm xmlns:a="http://schemas.openxmlformats.org/drawingml/2006/main">
            <a:off x="8267700" y="25146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FFF8EA"/>
                </a:solidFill>
                <a:latin typeface="Aptos Mono"/>
                <a:ea typeface="Aptos Mono"/>
                <a:cs typeface="Aptos Mono"/>
              </a:defRPr>
            </a:pPr>
            <a:r>
              <a:rPr sz="1125" b="1">
                <a:solidFill>
                  <a:srgbClr val="FFF8EA"/>
                </a:solidFill>
                <a:latin typeface="Aptos Mono"/>
                <a:ea typeface="Aptos Mono"/>
                <a:cs typeface="Aptos Mono"/>
              </a:rPr>
              <a:t>OPEN</a:t>
            </a:r>
          </a:p>
        </p:txBody>
      </p:sp>
      <p:sp>
        <p:nvSpPr>
          <p:cNvPr id="15" name="">
            <a:extLst xmlns:a="http://schemas.openxmlformats.org/drawingml/2006/main">
              <a:ext uri="{FF2B5EF4-FFF2-40B4-BE49-F238E27FC236}">
                <a16:creationId xmlns:a16="http://schemas.microsoft.com/office/drawing/2014/main" id="{9575AB4D-3907-4C00-AD17-9FB905632EBF}"/>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8EA"/>
                </a:solidFill>
                <a:latin typeface="Aptos"/>
                <a:ea typeface="Aptos"/>
                <a:cs typeface="Aptos"/>
              </a:defRPr>
            </a:pPr>
            <a:r>
              <a:rPr sz="1500" b="1">
                <a:solidFill>
                  <a:srgbClr val="FFF8EA"/>
                </a:solidFill>
                <a:latin typeface="Aptos"/>
                <a:ea typeface="Aptos"/>
                <a:cs typeface="Aptos"/>
              </a:rPr>
              <a:t>Multilingual + code-mixed</a:t>
            </a:r>
          </a:p>
          <a:p xmlns:a="http://schemas.openxmlformats.org/drawingml/2006/main">
            <a:pPr algn="ctr">
              <a:defRPr sz="1500" b="1">
                <a:solidFill>
                  <a:srgbClr val="FFF8EA"/>
                </a:solidFill>
                <a:latin typeface="Aptos"/>
                <a:ea typeface="Aptos"/>
                <a:cs typeface="Aptos"/>
              </a:defRPr>
            </a:pPr>
            <a:r>
              <a:rPr sz="1500" b="1">
                <a:solidFill>
                  <a:srgbClr val="FFF8EA"/>
                </a:solidFill>
                <a:latin typeface="Aptos"/>
                <a:ea typeface="Aptos"/>
                <a:cs typeface="Aptos"/>
              </a:rPr>
              <a:t>reliability is still open</a:t>
            </a:r>
          </a:p>
        </p:txBody>
      </p:sp>
      <p:sp>
        <p:nvSpPr>
          <p:cNvPr id="16" name="">
            <a:extLst xmlns:a="http://schemas.openxmlformats.org/drawingml/2006/main">
              <a:ext uri="{FF2B5EF4-FFF2-40B4-BE49-F238E27FC236}">
                <a16:creationId xmlns:a16="http://schemas.microsoft.com/office/drawing/2014/main" id="{6400FDDC-FA40-4F02-98B6-CF6268BE57B4}"/>
              </a:ext>
            </a:extLst>
          </p:cNvPr>
          <p:cNvSpPr>
            <a:spLocks xmlns:a="http://schemas.openxmlformats.org/drawingml/2006/main" noGrp="1"/>
          </p:cNvSpPr>
          <p:nvPr/>
        </p:nvSpPr>
        <p:spPr>
          <a:xfrm xmlns:a="http://schemas.openxmlformats.org/drawingml/2006/main">
            <a:off x="1428750" y="5619750"/>
            <a:ext cx="9334500" cy="342900"/>
          </a:xfrm>
          <a:prstGeom xmlns:a="http://schemas.openxmlformats.org/drawingml/2006/main" prst="roundRect">
            <a:avLst>
              <a:gd name="adj" fmla="val 44444"/>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The advantage is the loop: data → evaluations → reliability—before anyone treats multilingual voice as solved.</a:t>
            </a:r>
          </a:p>
        </p:txBody>
      </p:sp>
      <p:sp>
        <p:nvSpPr>
          <p:cNvPr id="17" name="">
            <a:extLst xmlns:a="http://schemas.openxmlformats.org/drawingml/2006/main">
              <a:ext uri="{FF2B5EF4-FFF2-40B4-BE49-F238E27FC236}">
                <a16:creationId xmlns:a16="http://schemas.microsoft.com/office/drawing/2014/main" id="{887C56C4-1A8E-4503-82EE-DB48FFE38B1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ASBL call-recording asset · Duet evaluation framework</a:t>
            </a:r>
          </a:p>
        </p:txBody>
      </p:sp>
    </p:spTree>
    <p:extLst>
      <p:ext uri="{BB962C8B-B14F-4D97-AF65-F5344CB8AC3E}">
        <p14:creationId xmlns:p14="http://schemas.microsoft.com/office/powerpoint/2010/main" val="2104622739"/>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39d19cd367634f4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C10B6E5-11B4-41FD-81BC-7D46FD0F64A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965F4414-18ED-4711-B140-BB2A72A5E70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472A22EE-1864-419A-BB52-7F8CFDD6B1C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3B06418E-B13B-4540-BD04-40D5066D377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14AA259E-DB34-4130-B640-06291923680A}"/>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A1EA273C-3057-44F9-85F8-C63CDFF51866}"/>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D160EA3A-BEFF-4EAB-8985-E650D6E379EF}"/>
              </a:ext>
            </a:extLst>
          </p:cNvPr>
          <p:cNvSpPr>
            <a:spLocks xmlns:a="http://schemas.openxmlformats.org/drawingml/2006/main" noGrp="1"/>
          </p:cNvSpPr>
          <p:nvPr/>
        </p:nvSpPr>
        <p:spPr>
          <a:xfrm xmlns:a="http://schemas.openxmlformats.org/drawingml/2006/main">
            <a:off x="1428750" y="4514850"/>
            <a:ext cx="9334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Buy the best primitives. Own interaction state, evidence and the evaluation loop. Keep the research lane alive.</a:t>
            </a:r>
          </a:p>
        </p:txBody>
      </p:sp>
      <p:sp>
        <p:nvSpPr>
          <p:cNvPr id="9" name="">
            <a:extLst xmlns:a="http://schemas.openxmlformats.org/drawingml/2006/main">
              <a:ext uri="{FF2B5EF4-FFF2-40B4-BE49-F238E27FC236}">
                <a16:creationId xmlns:a16="http://schemas.microsoft.com/office/drawing/2014/main" id="{D4719142-BBF3-4D7E-AC2B-BBCCB73C5910}"/>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10" name="">
            <a:extLst xmlns:a="http://schemas.openxmlformats.org/drawingml/2006/main">
              <a:ext uri="{FF2B5EF4-FFF2-40B4-BE49-F238E27FC236}">
                <a16:creationId xmlns:a16="http://schemas.microsoft.com/office/drawing/2014/main" id="{97E53A25-96A2-45D2-A673-4BF29FBABDB8}"/>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D5A0D258-337B-4D9D-96E7-F92A5B61BC28}"/>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10D1977A-1061-4575-A227-716D8D907657}"/>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ABD0C6F2-6D11-406A-9D89-8054DAAD5A67}"/>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D24CA2BE-28E2-4044-9113-D446F6D5B1C3}"/>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B0302CDE-36C0-4330-BBBE-2EA48BADF68E}"/>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0D2E213F-BFEA-46D8-9BBB-3D7F684863FB}"/>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D1796D7D-D61A-409C-8CE6-5DA469087191}"/>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C253F387-39F6-454A-AB85-8BE9B0C9D7BE}"/>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DE4466F4-D705-4CF5-9511-5C790D4C0202}"/>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8C220C41-DA55-4F07-A8FC-C73851B10D22}"/>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C38EB704-BE74-444D-8530-DAE2F80039FB}"/>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13FFC1A2-C8BA-468D-87DF-C9370B341CE3}"/>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5DD86FE2-3BBA-4A6C-8DF2-48D2E8E66BBC}"/>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CEDA27E3-54B7-4B74-8051-BE5CF7BE62FB}"/>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5" name="">
            <a:extLst xmlns:a="http://schemas.openxmlformats.org/drawingml/2006/main">
              <a:ext uri="{FF2B5EF4-FFF2-40B4-BE49-F238E27FC236}">
                <a16:creationId xmlns:a16="http://schemas.microsoft.com/office/drawing/2014/main" id="{CEB0BF6C-321B-47CA-A26C-1B4720DB6054}"/>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3B053250-2623-41A6-9ED9-1A37B90B40D7}"/>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D0F1DC1B-E0BD-43E5-BA92-00EE7ECF10A4}"/>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FDBAC6A2-2940-4D0B-987B-28B68BEE76D9}"/>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49D2FBA9-7374-49B5-ACFC-3F367C2F7A81}"/>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F0E85DEB-AE46-48C0-877B-AF67674B96A6}"/>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6D9B416E-8B81-48C1-BDA6-F32E8AF1A701}"/>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F86C2949-B5A2-4BBA-90DE-A994F6C03036}"/>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83BBFC5B-1997-4A84-8CC2-7FCB227E8D1A}"/>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E3B3BAD0-C36A-4BAA-B337-3C406FB4C32D}"/>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926D0F9F-D611-4FA6-8006-8B47CA68FEFB}"/>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B565BC17-FB42-40EE-8CFA-DA0DD8AE7D7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332094527"/>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0551bdc89445437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99E4A10-C830-45E3-8F69-75B71F204E4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2D86AC0-A114-467C-851F-A4CFD8C504F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217F8AE0-33B2-4DB1-8B95-05D8A9E681E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4A3B584-30E3-468E-8063-95CC15D698F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25DB8AA7-0BAC-4A99-95E9-BBAE703D474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DCB33DE-0C82-4032-8368-286C0ABC6071}"/>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79C7FA67-F5FA-4C34-AE36-A1325C806961}"/>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B1833FA1-2799-47D6-8A0E-D3C7FD338081}"/>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80CC6648-DA0E-4F3E-831A-D400BC0C6367}"/>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AFA965C9-8F4B-44EC-BD00-8DE1EFB34F58}"/>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8F081593-339B-4550-A40C-16107CD22B93}"/>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7B13EAFC-1556-4AB4-A871-EE79275E333C}"/>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79948CB8-5E34-41F9-ABFA-094FED9DA977}"/>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6E402FCD-DCA3-4E1C-BF53-A0ED36461383}"/>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65567A1F-E238-4E9A-9DC8-586D77C28A39}"/>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E4E9F20C-1132-4320-B12F-BD02F73E25EE}"/>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D7D2D7DC-2A31-41B2-9ED6-2EABBEBF0071}"/>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B8A0E586-30DE-432A-9304-1ED6947428C6}"/>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63E1DE91-9532-4AB1-A450-06130DA16F0D}"/>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753CDF95-B6AD-4D72-8FA4-C77DCD27B73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261467586"/>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902e6d9fa0b04c8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ABB03AA-899F-4C9D-9168-1A14A4CB18A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EF47C4B-86EE-46A6-8EB1-6F2F0879606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0DABE729-7E13-4C21-BD34-A01325ACE6C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0DF947E-BAD6-458B-93A6-696D2F31B2F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DD450E47-425C-4A08-8ABF-48F68810963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B3163BB-28E5-4E3E-87BB-53D478CCBA82}"/>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56912332-09F0-42A5-8501-C00E45D17E19}"/>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78EB4F9C-FB8F-4487-930C-21865E32B9A7}"/>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30BA3193-15F1-45C4-9F23-54D018F1B5C9}"/>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72EBB5FC-F179-4813-B367-0C149783387D}"/>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0A91555F-6EB6-464F-A91D-95A80D101F91}"/>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1D06D7CF-3249-4ED2-B11A-31485E22AD2A}"/>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3CDAA1D9-8E7D-45B5-ABAE-73EDF61BBD6E}"/>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5F711696-900F-45D7-A41C-32002D342560}"/>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49C693AB-99FD-434D-84EB-397474F5C93E}"/>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AE3CD88E-D7F8-4F3A-BD4A-F226886EF684}"/>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926FE7A6-4486-49E5-9B24-EFAAF7F31F9D}"/>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E983A230-1183-47AF-A8FE-4AD1D8695286}"/>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094AD2C4-3D49-44E2-9481-4793FB10FD28}"/>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B51DE006-718E-4113-9CCB-08A9EEAE100A}"/>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CA0EF13E-4FE3-4903-BB02-6D0D54AABC25}"/>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AC3E7691-3991-4F93-B25E-4A5557338CC3}"/>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FF0A2551-E6D5-4D4F-ACB0-2EE60650072F}"/>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09391544-7274-4535-BC4C-B4831B58CD94}"/>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741C1F77-E201-4FF8-B018-253A5ED2E644}"/>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14F524E9-69F7-4ADA-95B3-37470FC81670}"/>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7A668CFC-4500-4B2D-8F69-1757E4B7B14F}"/>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A0F06F12-9080-4EE7-B689-3EDD0E7895DB}"/>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BABC9279-49F0-429A-9FEB-D073090A9F4C}"/>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938CA64D-DF2B-4892-BA99-D8D8EE5CE38C}"/>
              </a:ext>
            </a:extLst>
          </p:cNvPr>
          <p:cNvSpPr>
            <a:spLocks xmlns:a="http://schemas.openxmlformats.org/drawingml/2006/main" noGrp="1"/>
          </p:cNvSpPr>
          <p:nvPr/>
        </p:nvSpPr>
        <p:spPr>
          <a:xfrm xmlns:a="http://schemas.openxmlformats.org/drawingml/2006/main">
            <a:off x="1047750" y="5734050"/>
            <a:ext cx="10096500" cy="400050"/>
          </a:xfrm>
          <a:prstGeom xmlns:a="http://schemas.openxmlformats.org/drawingml/2006/main" prst="roundRect">
            <a:avLst>
              <a:gd name="adj" fmla="val 35714"/>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98849"/>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A production voice eval is layered. Measure recognition by accent and noise, turn-taking by endpoint and overlap, reasoning by factuality and task success, speech by TTFB and preference, and the whole system by tail latency, cost and business outcomes.</a:t>
            </a:r>
          </a:p>
        </p:txBody>
      </p:sp>
      <p:sp>
        <p:nvSpPr>
          <p:cNvPr id="32" name="">
            <a:extLst xmlns:a="http://schemas.openxmlformats.org/drawingml/2006/main">
              <a:ext uri="{FF2B5EF4-FFF2-40B4-BE49-F238E27FC236}">
                <a16:creationId xmlns:a16="http://schemas.microsoft.com/office/drawing/2014/main" id="{83817783-4AC3-4F3C-825C-7B88DC85C6F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956207944"/>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d15e2d2cc2764c3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7D5FA8A-AB7B-4FEF-84A4-77A8E06E0A7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0DC787E-A6EB-46D1-982C-FB0B49A0144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09055D5B-A287-433A-A1CD-E8F6567A966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BE85105-48DA-4DAF-9CD2-1BC53276B36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Closing notes</a:t>
            </a:r>
          </a:p>
        </p:txBody>
      </p:sp>
      <p:sp>
        <p:nvSpPr>
          <p:cNvPr id="6" name="">
            <a:extLst xmlns:a="http://schemas.openxmlformats.org/drawingml/2006/main">
              <a:ext uri="{FF2B5EF4-FFF2-40B4-BE49-F238E27FC236}">
                <a16:creationId xmlns:a16="http://schemas.microsoft.com/office/drawing/2014/main" id="{DF590BAE-5D7E-4D59-B392-C3AF4A95650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0C1BEC7-22B3-4387-9979-6F60A1EB47ED}"/>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98A9B47D-5D2F-4080-A323-D1F3FE2378E6}"/>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2908E5A6-B490-4099-8492-578A0495DFF4}"/>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EFE01E11-4B2A-47CE-B718-21F5922AA8BD}"/>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953E6AB8-5C1D-44A5-92F7-096FADC4A152}"/>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01BBE2E2-76EF-4BF2-B54F-B0E270CC3022}"/>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87DEEBF0-1215-4D3E-A5AC-B92E0D9B73BD}"/>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AF9C76B0-E0C2-450B-94B4-0779AF5C56AB}"/>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No—telephony, Do Not Call (DNC), isolation and transfer are P0.</a:t>
            </a:r>
          </a:p>
        </p:txBody>
      </p:sp>
      <p:sp>
        <p:nvSpPr>
          <p:cNvPr id="15" name="">
            <a:extLst xmlns:a="http://schemas.openxmlformats.org/drawingml/2006/main">
              <a:ext uri="{FF2B5EF4-FFF2-40B4-BE49-F238E27FC236}">
                <a16:creationId xmlns:a16="http://schemas.microsoft.com/office/drawing/2014/main" id="{961445B4-4338-45FD-AA9D-0EFC33EFFBEB}"/>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267EA532-993E-42F4-BD3A-B098B498CA07}"/>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C3CE5C59-7229-48B6-AD91-D872B595FF3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1502760925"/>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39ae2fc2be3945e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9655CFA-5FD8-42B9-8EC7-F28FE11D8C5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31</a:t>
            </a:r>
          </a:p>
        </p:txBody>
      </p:sp>
      <p:sp>
        <p:nvSpPr>
          <p:cNvPr id="3" name="">
            <a:extLst xmlns:a="http://schemas.openxmlformats.org/drawingml/2006/main">
              <a:ext uri="{FF2B5EF4-FFF2-40B4-BE49-F238E27FC236}">
                <a16:creationId xmlns:a16="http://schemas.microsoft.com/office/drawing/2014/main" id="{B42C2A09-C2D6-4E46-A6F0-36A99DFDBD21}"/>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21D8AB5D-D752-40F5-A8FD-A7F310403BFA}"/>
              </a:ext>
            </a:extLst>
          </p:cNvPr>
          <p:cNvSpPr>
            <a:spLocks xmlns:a="http://schemas.openxmlformats.org/drawingml/2006/main" noGrp="1"/>
          </p:cNvSpPr>
          <p:nvPr/>
        </p:nvSpPr>
        <p:spPr>
          <a:xfrm xmlns:a="http://schemas.openxmlformats.org/drawingml/2006/main">
            <a:off x="1143000" y="245745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4650" b="1">
                <a:solidFill>
                  <a:srgbClr val="102A43"/>
                </a:solidFill>
                <a:latin typeface="Aptos"/>
                <a:ea typeface="Aptos"/>
                <a:cs typeface="Aptos"/>
              </a:defRPr>
            </a:pPr>
            <a:r>
              <a:rPr sz="4650" b="1">
                <a:solidFill>
                  <a:srgbClr val="102A43"/>
                </a:solidFill>
                <a:latin typeface="Aptos"/>
                <a:ea typeface="Aptos"/>
                <a:cs typeface="Aptos"/>
              </a:rPr>
              <a:t>Thank you.</a:t>
            </a:r>
          </a:p>
        </p:txBody>
      </p:sp>
      <p:sp>
        <p:nvSpPr>
          <p:cNvPr id="5" name="">
            <a:extLst xmlns:a="http://schemas.openxmlformats.org/drawingml/2006/main">
              <a:ext uri="{FF2B5EF4-FFF2-40B4-BE49-F238E27FC236}">
                <a16:creationId xmlns:a16="http://schemas.microsoft.com/office/drawing/2014/main" id="{8EF21336-BA4B-41F8-870B-8FBECA9CEEE9}"/>
              </a:ext>
            </a:extLst>
          </p:cNvPr>
          <p:cNvSpPr>
            <a:spLocks xmlns:a="http://schemas.openxmlformats.org/drawingml/2006/main" noGrp="1"/>
          </p:cNvSpPr>
          <p:nvPr/>
        </p:nvSpPr>
        <p:spPr>
          <a:xfrm xmlns:a="http://schemas.openxmlformats.org/drawingml/2006/main">
            <a:off x="1524000" y="3524250"/>
            <a:ext cx="9144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MS Sharat Chandra</a:t>
            </a:r>
          </a:p>
        </p:txBody>
      </p:sp>
      <p:sp>
        <p:nvSpPr>
          <p:cNvPr id="6" name="">
            <a:extLst xmlns:a="http://schemas.openxmlformats.org/drawingml/2006/main">
              <a:ext uri="{FF2B5EF4-FFF2-40B4-BE49-F238E27FC236}">
                <a16:creationId xmlns:a16="http://schemas.microsoft.com/office/drawing/2014/main" id="{0A8F13E4-3EE4-4662-A508-0C08208F971E}"/>
              </a:ext>
            </a:extLst>
          </p:cNvPr>
          <p:cNvSpPr>
            <a:spLocks xmlns:a="http://schemas.openxmlformats.org/drawingml/2006/main" noGrp="1"/>
          </p:cNvSpPr>
          <p:nvPr/>
        </p:nvSpPr>
        <p:spPr>
          <a:xfrm xmlns:a="http://schemas.openxmlformats.org/drawingml/2006/main">
            <a:off x="1714500" y="51435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05F17241-4D7E-404B-8338-38E07E019579}"/>
              </a:ext>
            </a:extLst>
          </p:cNvPr>
          <p:cNvSpPr>
            <a:spLocks xmlns:a="http://schemas.openxmlformats.org/drawingml/2006/main" noGrp="1"/>
          </p:cNvSpPr>
          <p:nvPr/>
        </p:nvSpPr>
        <p:spPr>
          <a:xfrm xmlns:a="http://schemas.openxmlformats.org/drawingml/2006/main">
            <a:off x="1714500" y="50863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41E7A2C9-1664-49D0-B5B7-D64CD2AB14CD}"/>
              </a:ext>
            </a:extLst>
          </p:cNvPr>
          <p:cNvSpPr>
            <a:spLocks xmlns:a="http://schemas.openxmlformats.org/drawingml/2006/main" noGrp="1"/>
          </p:cNvSpPr>
          <p:nvPr/>
        </p:nvSpPr>
        <p:spPr>
          <a:xfrm xmlns:a="http://schemas.openxmlformats.org/drawingml/2006/main">
            <a:off x="2057400" y="49625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D3FD1D8F-5161-475A-9020-147E0A605639}"/>
              </a:ext>
            </a:extLst>
          </p:cNvPr>
          <p:cNvSpPr>
            <a:spLocks xmlns:a="http://schemas.openxmlformats.org/drawingml/2006/main" noGrp="1"/>
          </p:cNvSpPr>
          <p:nvPr/>
        </p:nvSpPr>
        <p:spPr>
          <a:xfrm xmlns:a="http://schemas.openxmlformats.org/drawingml/2006/main">
            <a:off x="2400300" y="50482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89A17BCD-FC68-4355-B9D1-6695E63EDFC2}"/>
              </a:ext>
            </a:extLst>
          </p:cNvPr>
          <p:cNvSpPr>
            <a:spLocks xmlns:a="http://schemas.openxmlformats.org/drawingml/2006/main" noGrp="1"/>
          </p:cNvSpPr>
          <p:nvPr/>
        </p:nvSpPr>
        <p:spPr>
          <a:xfrm xmlns:a="http://schemas.openxmlformats.org/drawingml/2006/main">
            <a:off x="2743200" y="49244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1D44A838-465A-471A-A449-AE59359A37C1}"/>
              </a:ext>
            </a:extLst>
          </p:cNvPr>
          <p:cNvSpPr>
            <a:spLocks xmlns:a="http://schemas.openxmlformats.org/drawingml/2006/main" noGrp="1"/>
          </p:cNvSpPr>
          <p:nvPr/>
        </p:nvSpPr>
        <p:spPr>
          <a:xfrm xmlns:a="http://schemas.openxmlformats.org/drawingml/2006/main">
            <a:off x="3086100" y="50101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D9BDFD81-8E51-4C9D-9B1A-D2D78ECE1DA5}"/>
              </a:ext>
            </a:extLst>
          </p:cNvPr>
          <p:cNvSpPr>
            <a:spLocks xmlns:a="http://schemas.openxmlformats.org/drawingml/2006/main" noGrp="1"/>
          </p:cNvSpPr>
          <p:nvPr/>
        </p:nvSpPr>
        <p:spPr>
          <a:xfrm xmlns:a="http://schemas.openxmlformats.org/drawingml/2006/main">
            <a:off x="3429000" y="48863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5986BEA4-3861-45BD-B067-54D8CC5B4C62}"/>
              </a:ext>
            </a:extLst>
          </p:cNvPr>
          <p:cNvSpPr>
            <a:spLocks xmlns:a="http://schemas.openxmlformats.org/drawingml/2006/main" noGrp="1"/>
          </p:cNvSpPr>
          <p:nvPr/>
        </p:nvSpPr>
        <p:spPr>
          <a:xfrm xmlns:a="http://schemas.openxmlformats.org/drawingml/2006/main">
            <a:off x="3771900" y="4972050"/>
            <a:ext cx="0" cy="3429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8C3E53AE-ACD1-45C5-AEEB-E7616FB0E908}"/>
              </a:ext>
            </a:extLst>
          </p:cNvPr>
          <p:cNvSpPr>
            <a:spLocks xmlns:a="http://schemas.openxmlformats.org/drawingml/2006/main" noGrp="1"/>
          </p:cNvSpPr>
          <p:nvPr/>
        </p:nvSpPr>
        <p:spPr>
          <a:xfrm xmlns:a="http://schemas.openxmlformats.org/drawingml/2006/main">
            <a:off x="4114800" y="50577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D655BAF4-CEFF-4B0A-BC8D-F1B0D9285839}"/>
              </a:ext>
            </a:extLst>
          </p:cNvPr>
          <p:cNvSpPr>
            <a:spLocks xmlns:a="http://schemas.openxmlformats.org/drawingml/2006/main" noGrp="1"/>
          </p:cNvSpPr>
          <p:nvPr/>
        </p:nvSpPr>
        <p:spPr>
          <a:xfrm xmlns:a="http://schemas.openxmlformats.org/drawingml/2006/main">
            <a:off x="4457700" y="49339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806E7F40-B6AE-4AD4-BD65-4C436E12C818}"/>
              </a:ext>
            </a:extLst>
          </p:cNvPr>
          <p:cNvSpPr>
            <a:spLocks xmlns:a="http://schemas.openxmlformats.org/drawingml/2006/main" noGrp="1"/>
          </p:cNvSpPr>
          <p:nvPr/>
        </p:nvSpPr>
        <p:spPr>
          <a:xfrm xmlns:a="http://schemas.openxmlformats.org/drawingml/2006/main">
            <a:off x="4800600" y="50196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646526C7-067F-4A8F-9EF9-5B3CF9C609CE}"/>
              </a:ext>
            </a:extLst>
          </p:cNvPr>
          <p:cNvSpPr>
            <a:spLocks xmlns:a="http://schemas.openxmlformats.org/drawingml/2006/main" noGrp="1"/>
          </p:cNvSpPr>
          <p:nvPr/>
        </p:nvSpPr>
        <p:spPr>
          <a:xfrm xmlns:a="http://schemas.openxmlformats.org/drawingml/2006/main">
            <a:off x="5143500" y="48958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A8C7F3B7-1C20-4A5B-913D-91A338CB3689}"/>
              </a:ext>
            </a:extLst>
          </p:cNvPr>
          <p:cNvSpPr>
            <a:spLocks xmlns:a="http://schemas.openxmlformats.org/drawingml/2006/main" noGrp="1"/>
          </p:cNvSpPr>
          <p:nvPr/>
        </p:nvSpPr>
        <p:spPr>
          <a:xfrm xmlns:a="http://schemas.openxmlformats.org/drawingml/2006/main">
            <a:off x="5486400" y="49815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4935128F-1051-4D4B-9B28-4F97927AD781}"/>
              </a:ext>
            </a:extLst>
          </p:cNvPr>
          <p:cNvSpPr>
            <a:spLocks xmlns:a="http://schemas.openxmlformats.org/drawingml/2006/main" noGrp="1"/>
          </p:cNvSpPr>
          <p:nvPr/>
        </p:nvSpPr>
        <p:spPr>
          <a:xfrm xmlns:a="http://schemas.openxmlformats.org/drawingml/2006/main">
            <a:off x="5829300" y="50673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6116CF97-DAAE-4A07-98F5-C3D930AA3DE7}"/>
              </a:ext>
            </a:extLst>
          </p:cNvPr>
          <p:cNvSpPr>
            <a:spLocks xmlns:a="http://schemas.openxmlformats.org/drawingml/2006/main" noGrp="1"/>
          </p:cNvSpPr>
          <p:nvPr/>
        </p:nvSpPr>
        <p:spPr>
          <a:xfrm xmlns:a="http://schemas.openxmlformats.org/drawingml/2006/main">
            <a:off x="6172200" y="4943475"/>
            <a:ext cx="0" cy="4000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1" name="">
            <a:extLst xmlns:a="http://schemas.openxmlformats.org/drawingml/2006/main">
              <a:ext uri="{FF2B5EF4-FFF2-40B4-BE49-F238E27FC236}">
                <a16:creationId xmlns:a16="http://schemas.microsoft.com/office/drawing/2014/main" id="{3DDA2DE5-AA55-41B8-8D3F-988A9D66F0E7}"/>
              </a:ext>
            </a:extLst>
          </p:cNvPr>
          <p:cNvSpPr>
            <a:spLocks xmlns:a="http://schemas.openxmlformats.org/drawingml/2006/main" noGrp="1"/>
          </p:cNvSpPr>
          <p:nvPr/>
        </p:nvSpPr>
        <p:spPr>
          <a:xfrm xmlns:a="http://schemas.openxmlformats.org/drawingml/2006/main">
            <a:off x="6515100" y="5029200"/>
            <a:ext cx="0" cy="228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545B9766-A8C8-480A-9CBF-5DAE6965DAF8}"/>
              </a:ext>
            </a:extLst>
          </p:cNvPr>
          <p:cNvSpPr>
            <a:spLocks xmlns:a="http://schemas.openxmlformats.org/drawingml/2006/main" noGrp="1"/>
          </p:cNvSpPr>
          <p:nvPr/>
        </p:nvSpPr>
        <p:spPr>
          <a:xfrm xmlns:a="http://schemas.openxmlformats.org/drawingml/2006/main">
            <a:off x="6858000" y="49053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5B07AF52-4143-4730-BEB3-88446F8E36CA}"/>
              </a:ext>
            </a:extLst>
          </p:cNvPr>
          <p:cNvSpPr>
            <a:spLocks xmlns:a="http://schemas.openxmlformats.org/drawingml/2006/main" noGrp="1"/>
          </p:cNvSpPr>
          <p:nvPr/>
        </p:nvSpPr>
        <p:spPr>
          <a:xfrm xmlns:a="http://schemas.openxmlformats.org/drawingml/2006/main">
            <a:off x="7200900" y="4991100"/>
            <a:ext cx="0" cy="3048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53419389-2654-498B-BB84-A5C5AB26954D}"/>
              </a:ext>
            </a:extLst>
          </p:cNvPr>
          <p:cNvSpPr>
            <a:spLocks xmlns:a="http://schemas.openxmlformats.org/drawingml/2006/main" noGrp="1"/>
          </p:cNvSpPr>
          <p:nvPr/>
        </p:nvSpPr>
        <p:spPr>
          <a:xfrm xmlns:a="http://schemas.openxmlformats.org/drawingml/2006/main">
            <a:off x="7543800" y="50768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1D0AB59F-6214-4AA9-B7B8-412F355F63F1}"/>
              </a:ext>
            </a:extLst>
          </p:cNvPr>
          <p:cNvSpPr>
            <a:spLocks xmlns:a="http://schemas.openxmlformats.org/drawingml/2006/main" noGrp="1"/>
          </p:cNvSpPr>
          <p:nvPr/>
        </p:nvSpPr>
        <p:spPr>
          <a:xfrm xmlns:a="http://schemas.openxmlformats.org/drawingml/2006/main">
            <a:off x="7886700" y="49530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54CC8B3A-BB53-4012-BCAA-23CB441B1734}"/>
              </a:ext>
            </a:extLst>
          </p:cNvPr>
          <p:cNvSpPr>
            <a:spLocks xmlns:a="http://schemas.openxmlformats.org/drawingml/2006/main" noGrp="1"/>
          </p:cNvSpPr>
          <p:nvPr/>
        </p:nvSpPr>
        <p:spPr>
          <a:xfrm xmlns:a="http://schemas.openxmlformats.org/drawingml/2006/main">
            <a:off x="8229600" y="50387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F0F8E767-41E2-4FC5-BD10-8350A0E12011}"/>
              </a:ext>
            </a:extLst>
          </p:cNvPr>
          <p:cNvSpPr>
            <a:spLocks xmlns:a="http://schemas.openxmlformats.org/drawingml/2006/main" noGrp="1"/>
          </p:cNvSpPr>
          <p:nvPr/>
        </p:nvSpPr>
        <p:spPr>
          <a:xfrm xmlns:a="http://schemas.openxmlformats.org/drawingml/2006/main">
            <a:off x="8572500" y="49149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E70A1D35-C560-4D50-BAD8-EDC6C21C9972}"/>
              </a:ext>
            </a:extLst>
          </p:cNvPr>
          <p:cNvSpPr>
            <a:spLocks xmlns:a="http://schemas.openxmlformats.org/drawingml/2006/main" noGrp="1"/>
          </p:cNvSpPr>
          <p:nvPr/>
        </p:nvSpPr>
        <p:spPr>
          <a:xfrm xmlns:a="http://schemas.openxmlformats.org/drawingml/2006/main">
            <a:off x="8915400" y="50006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0BC7FF0A-E139-4D3C-9A55-E884DB274766}"/>
              </a:ext>
            </a:extLst>
          </p:cNvPr>
          <p:cNvSpPr>
            <a:spLocks xmlns:a="http://schemas.openxmlformats.org/drawingml/2006/main" noGrp="1"/>
          </p:cNvSpPr>
          <p:nvPr/>
        </p:nvSpPr>
        <p:spPr>
          <a:xfrm xmlns:a="http://schemas.openxmlformats.org/drawingml/2006/main">
            <a:off x="9258300" y="50863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41916E94-7389-409E-9AC7-DE71CC37E320}"/>
              </a:ext>
            </a:extLst>
          </p:cNvPr>
          <p:cNvSpPr>
            <a:spLocks xmlns:a="http://schemas.openxmlformats.org/drawingml/2006/main" noGrp="1"/>
          </p:cNvSpPr>
          <p:nvPr/>
        </p:nvSpPr>
        <p:spPr>
          <a:xfrm xmlns:a="http://schemas.openxmlformats.org/drawingml/2006/main">
            <a:off x="9601200" y="49625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F0BC48A6-95C0-450D-AD39-A259B473A4F2}"/>
              </a:ext>
            </a:extLst>
          </p:cNvPr>
          <p:cNvSpPr>
            <a:spLocks xmlns:a="http://schemas.openxmlformats.org/drawingml/2006/main" noGrp="1"/>
          </p:cNvSpPr>
          <p:nvPr/>
        </p:nvSpPr>
        <p:spPr>
          <a:xfrm xmlns:a="http://schemas.openxmlformats.org/drawingml/2006/main">
            <a:off x="9944100" y="50482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7469E287-5171-4207-978E-7D96389A8B8E}"/>
              </a:ext>
            </a:extLst>
          </p:cNvPr>
          <p:cNvSpPr>
            <a:spLocks xmlns:a="http://schemas.openxmlformats.org/drawingml/2006/main" noGrp="1"/>
          </p:cNvSpPr>
          <p:nvPr/>
        </p:nvSpPr>
        <p:spPr>
          <a:xfrm xmlns:a="http://schemas.openxmlformats.org/drawingml/2006/main">
            <a:off x="10287000" y="49244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45222F0E-8054-4B3D-B352-72EC42A9CF4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 Aira</a:t>
            </a:r>
          </a:p>
        </p:txBody>
      </p:sp>
    </p:spTree>
    <p:extLst>
      <p:ext uri="{BB962C8B-B14F-4D97-AF65-F5344CB8AC3E}">
        <p14:creationId xmlns:p14="http://schemas.microsoft.com/office/powerpoint/2010/main" val="6771708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2026-08-25T04:10:11.7270000Z</dcterms:created>
  <dcterms:modified xsi:type="dcterms:W3CDTF">2026-08-25T04:10:11.7270000Z</dcterms:modified>
</coreProperties>
</file>