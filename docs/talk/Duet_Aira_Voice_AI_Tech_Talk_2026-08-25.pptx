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e889acce1034f7f" /><Relationship Type="http://schemas.openxmlformats.org/officeDocument/2006/relationships/extended-properties" Target="/docProps/app.xml" Id="R3c21f54f0d2046fc" /><Relationship Type="http://schemas.openxmlformats.org/officeDocument/2006/relationships/officeDocument" Target="/ppt/presentation.xml" Id="R6d36e97853e548d2" /></Relationships>
</file>

<file path=ppt/presentation.xml><?xml version="1.0" encoding="utf-8"?>
<p:presentation xmlns:p="http://schemas.openxmlformats.org/presentationml/2006/main">
  <p:sldMasterIdLst>
    <p:sldMasterId xmlns:r="http://schemas.openxmlformats.org/officeDocument/2006/relationships" id="2147483648" r:id="Rf2de00060f524203"/>
  </p:sldMasterIdLst>
  <p:notesMasterIdLst>
    <p:notesMasterId xmlns:r="http://schemas.openxmlformats.org/officeDocument/2006/relationships" r:id="Rcc985568526c491d"/>
  </p:notesMasterIdLst>
  <p:sldIdLst>
    <p:sldId xmlns:r="http://schemas.openxmlformats.org/officeDocument/2006/relationships" id="256" r:id="Ra9b62ab6a78b4234"/>
    <p:sldId xmlns:r="http://schemas.openxmlformats.org/officeDocument/2006/relationships" id="257" r:id="R791d525d616049fa"/>
    <p:sldId xmlns:r="http://schemas.openxmlformats.org/officeDocument/2006/relationships" id="258" r:id="Rcb419f96468b41bf"/>
    <p:sldId xmlns:r="http://schemas.openxmlformats.org/officeDocument/2006/relationships" id="259" r:id="Ra43ba58c056a43fd"/>
    <p:sldId xmlns:r="http://schemas.openxmlformats.org/officeDocument/2006/relationships" id="260" r:id="Rc229c06576ab48e3"/>
    <p:sldId xmlns:r="http://schemas.openxmlformats.org/officeDocument/2006/relationships" id="261" r:id="R9a36e71e959446c2"/>
    <p:sldId xmlns:r="http://schemas.openxmlformats.org/officeDocument/2006/relationships" id="262" r:id="R45edf523db27463f"/>
    <p:sldId xmlns:r="http://schemas.openxmlformats.org/officeDocument/2006/relationships" id="263" r:id="R19adbc37ea854a70"/>
    <p:sldId xmlns:r="http://schemas.openxmlformats.org/officeDocument/2006/relationships" id="264" r:id="Rd1062849fe354511"/>
    <p:sldId xmlns:r="http://schemas.openxmlformats.org/officeDocument/2006/relationships" id="265" r:id="R52bf4daf376c4b4a"/>
    <p:sldId xmlns:r="http://schemas.openxmlformats.org/officeDocument/2006/relationships" id="266" r:id="R82c76ebe0b354256"/>
    <p:sldId xmlns:r="http://schemas.openxmlformats.org/officeDocument/2006/relationships" id="267" r:id="R2aaa280b373c4275"/>
    <p:sldId xmlns:r="http://schemas.openxmlformats.org/officeDocument/2006/relationships" id="268" r:id="R39264924607e4d81"/>
    <p:sldId xmlns:r="http://schemas.openxmlformats.org/officeDocument/2006/relationships" id="269" r:id="Ra1eb24e642eb4d18"/>
    <p:sldId xmlns:r="http://schemas.openxmlformats.org/officeDocument/2006/relationships" id="270" r:id="R73fc7ffab40748c9"/>
    <p:sldId xmlns:r="http://schemas.openxmlformats.org/officeDocument/2006/relationships" id="271" r:id="R8ad7452a4d3e4c20"/>
    <p:sldId xmlns:r="http://schemas.openxmlformats.org/officeDocument/2006/relationships" id="272" r:id="R6a8515297e284094"/>
    <p:sldId xmlns:r="http://schemas.openxmlformats.org/officeDocument/2006/relationships" id="273" r:id="R172a0c680c5c4db4"/>
    <p:sldId xmlns:r="http://schemas.openxmlformats.org/officeDocument/2006/relationships" id="274" r:id="R68c97e115aa64e4c"/>
    <p:sldId xmlns:r="http://schemas.openxmlformats.org/officeDocument/2006/relationships" id="275" r:id="Rcfc98c57450a41b2"/>
    <p:sldId xmlns:r="http://schemas.openxmlformats.org/officeDocument/2006/relationships" id="276" r:id="Rebf15ef2eaa34893"/>
    <p:sldId xmlns:r="http://schemas.openxmlformats.org/officeDocument/2006/relationships" id="277" r:id="Reaa9c3c5f22d4e40"/>
    <p:sldId xmlns:r="http://schemas.openxmlformats.org/officeDocument/2006/relationships" id="278" r:id="Ra234ee79b3104fa8"/>
    <p:sldId xmlns:r="http://schemas.openxmlformats.org/officeDocument/2006/relationships" id="279" r:id="R4b477c953d0846b8"/>
    <p:sldId xmlns:r="http://schemas.openxmlformats.org/officeDocument/2006/relationships" id="280" r:id="R303222d8770647f4"/>
    <p:sldId xmlns:r="http://schemas.openxmlformats.org/officeDocument/2006/relationships" id="281" r:id="Raefe699dc6e54edf"/>
    <p:sldId xmlns:r="http://schemas.openxmlformats.org/officeDocument/2006/relationships" id="282" r:id="R1c69fcc914914bc8"/>
    <p:sldId xmlns:r="http://schemas.openxmlformats.org/officeDocument/2006/relationships" id="283" r:id="R82b7eed66ca44676"/>
    <p:sldId xmlns:r="http://schemas.openxmlformats.org/officeDocument/2006/relationships" id="284" r:id="Re112f4901b5f45a7"/>
    <p:sldId xmlns:r="http://schemas.openxmlformats.org/officeDocument/2006/relationships" id="285" r:id="R7d20778140e64f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15ca829056d42b1" /><Relationship Type="http://schemas.openxmlformats.org/officeDocument/2006/relationships/slideMaster" Target="/ppt/slideMasters/slideMaster1.xml" Id="Rf2de00060f524203" /><Relationship Type="http://schemas.openxmlformats.org/officeDocument/2006/relationships/notesMaster" Target="/ppt/notesMasters/notesMaster1.xml" Id="Rcc985568526c491d" /><Relationship Type="http://schemas.openxmlformats.org/officeDocument/2006/relationships/presProps" Target="/ppt/presProps.xml" Id="Re57a1b7694fa4493" /><Relationship Type="http://schemas.openxmlformats.org/officeDocument/2006/relationships/tableStyles" Target="/ppt/tableStyles.xml" Id="R82997449ade34aee" /><Relationship Type="http://schemas.openxmlformats.org/officeDocument/2006/relationships/slide" Target="/ppt/slides/slide1.xml" Id="Ra9b62ab6a78b4234" /><Relationship Type="http://schemas.openxmlformats.org/officeDocument/2006/relationships/slide" Target="/ppt/slides/slide2.xml" Id="R791d525d616049fa" /><Relationship Type="http://schemas.openxmlformats.org/officeDocument/2006/relationships/slide" Target="/ppt/slides/slide3.xml" Id="Rcb419f96468b41bf" /><Relationship Type="http://schemas.openxmlformats.org/officeDocument/2006/relationships/slide" Target="/ppt/slides/slide4.xml" Id="Ra43ba58c056a43fd" /><Relationship Type="http://schemas.openxmlformats.org/officeDocument/2006/relationships/slide" Target="/ppt/slides/slide5.xml" Id="Rc229c06576ab48e3" /><Relationship Type="http://schemas.openxmlformats.org/officeDocument/2006/relationships/slide" Target="/ppt/slides/slide6.xml" Id="R9a36e71e959446c2" /><Relationship Type="http://schemas.openxmlformats.org/officeDocument/2006/relationships/slide" Target="/ppt/slides/slide7.xml" Id="R45edf523db27463f" /><Relationship Type="http://schemas.openxmlformats.org/officeDocument/2006/relationships/slide" Target="/ppt/slides/slide8.xml" Id="R19adbc37ea854a70" /><Relationship Type="http://schemas.openxmlformats.org/officeDocument/2006/relationships/slide" Target="/ppt/slides/slide9.xml" Id="Rd1062849fe354511" /><Relationship Type="http://schemas.openxmlformats.org/officeDocument/2006/relationships/slide" Target="/ppt/slides/slide10.xml" Id="R52bf4daf376c4b4a" /><Relationship Type="http://schemas.openxmlformats.org/officeDocument/2006/relationships/slide" Target="/ppt/slides/slide11.xml" Id="R82c76ebe0b354256" /><Relationship Type="http://schemas.openxmlformats.org/officeDocument/2006/relationships/slide" Target="/ppt/slides/slide12.xml" Id="R2aaa280b373c4275" /><Relationship Type="http://schemas.openxmlformats.org/officeDocument/2006/relationships/slide" Target="/ppt/slides/slide13.xml" Id="R39264924607e4d81" /><Relationship Type="http://schemas.openxmlformats.org/officeDocument/2006/relationships/slide" Target="/ppt/slides/slide14.xml" Id="Ra1eb24e642eb4d18" /><Relationship Type="http://schemas.openxmlformats.org/officeDocument/2006/relationships/slide" Target="/ppt/slides/slide15.xml" Id="R73fc7ffab40748c9" /><Relationship Type="http://schemas.openxmlformats.org/officeDocument/2006/relationships/slide" Target="/ppt/slides/slide16.xml" Id="R8ad7452a4d3e4c20" /><Relationship Type="http://schemas.openxmlformats.org/officeDocument/2006/relationships/slide" Target="/ppt/slides/slide17.xml" Id="R6a8515297e284094" /><Relationship Type="http://schemas.openxmlformats.org/officeDocument/2006/relationships/slide" Target="/ppt/slides/slide18.xml" Id="R172a0c680c5c4db4" /><Relationship Type="http://schemas.openxmlformats.org/officeDocument/2006/relationships/slide" Target="/ppt/slides/slide19.xml" Id="R68c97e115aa64e4c" /><Relationship Type="http://schemas.openxmlformats.org/officeDocument/2006/relationships/slide" Target="/ppt/slides/slide20.xml" Id="Rcfc98c57450a41b2" /><Relationship Type="http://schemas.openxmlformats.org/officeDocument/2006/relationships/slide" Target="/ppt/slides/slide21.xml" Id="Rebf15ef2eaa34893" /><Relationship Type="http://schemas.openxmlformats.org/officeDocument/2006/relationships/slide" Target="/ppt/slides/slide22.xml" Id="Reaa9c3c5f22d4e40" /><Relationship Type="http://schemas.openxmlformats.org/officeDocument/2006/relationships/slide" Target="/ppt/slides/slide23.xml" Id="Ra234ee79b3104fa8" /><Relationship Type="http://schemas.openxmlformats.org/officeDocument/2006/relationships/slide" Target="/ppt/slides/slide24.xml" Id="R4b477c953d0846b8" /><Relationship Type="http://schemas.openxmlformats.org/officeDocument/2006/relationships/slide" Target="/ppt/slides/slide25.xml" Id="R303222d8770647f4" /><Relationship Type="http://schemas.openxmlformats.org/officeDocument/2006/relationships/slide" Target="/ppt/slides/slide26.xml" Id="Raefe699dc6e54edf" /><Relationship Type="http://schemas.openxmlformats.org/officeDocument/2006/relationships/slide" Target="/ppt/slides/slide27.xml" Id="R1c69fcc914914bc8" /><Relationship Type="http://schemas.openxmlformats.org/officeDocument/2006/relationships/slide" Target="/ppt/slides/slide28.xml" Id="R82b7eed66ca44676" /><Relationship Type="http://schemas.openxmlformats.org/officeDocument/2006/relationships/slide" Target="/ppt/slides/slide29.xml" Id="Re112f4901b5f45a7" /><Relationship Type="http://schemas.openxmlformats.org/officeDocument/2006/relationships/slide" Target="/ppt/slides/slide30.xml" Id="R7d20778140e64f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1f325bb8b648e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0675b3586a45bd" /><Relationship Type="http://schemas.openxmlformats.org/officeDocument/2006/relationships/notesMaster" Target="/ppt/notesMasters/notesMaster1.xml" Id="R018f2ae988b34c20" /></Relationships>
</file>

<file path=ppt/notesSlides/_rels/notesSlide2.xml.rels>&#65279;<?xml version="1.0" encoding="utf-8"?><Relationships xmlns="http://schemas.openxmlformats.org/package/2006/relationships"><Relationship Type="http://schemas.openxmlformats.org/officeDocument/2006/relationships/slide" Target="/ppt/slides/slide2.xml" Id="R622d0af13a844180" /><Relationship Type="http://schemas.openxmlformats.org/officeDocument/2006/relationships/notesMaster" Target="/ppt/notesMasters/notesMaster1.xml" Id="Rbd37c162f9ee4d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439f4b0749bb4676" /><Relationship Type="http://schemas.openxmlformats.org/officeDocument/2006/relationships/notesMaster" Target="/ppt/notesMasters/notesMaster1.xml" Id="Rb0ab53aa18644b70"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c360222f7446ab" /><Relationship Type="http://schemas.openxmlformats.org/officeDocument/2006/relationships/notesMaster" Target="/ppt/notesMasters/notesMaster1.xml" Id="R96b6424fcfd747ac" /></Relationships>
</file>

<file path=ppt/notesSlides/_rels/notesSlide5.xml.rels>&#65279;<?xml version="1.0" encoding="utf-8"?><Relationships xmlns="http://schemas.openxmlformats.org/package/2006/relationships"><Relationship Type="http://schemas.openxmlformats.org/officeDocument/2006/relationships/slide" Target="/ppt/slides/slide5.xml" Id="Raefc11258b26433d" /><Relationship Type="http://schemas.openxmlformats.org/officeDocument/2006/relationships/notesMaster" Target="/ppt/notesMasters/notesMaster1.xml" Id="Red955f1e24ed44a8"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0475a812234758" /><Relationship Type="http://schemas.openxmlformats.org/officeDocument/2006/relationships/notesMaster" Target="/ppt/notesMasters/notesMaster1.xml" Id="R2f12207af3ff4ee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8802e81e924ea4" /><Relationship Type="http://schemas.openxmlformats.org/officeDocument/2006/relationships/notesMaster" Target="/ppt/notesMasters/notesMaster1.xml" Id="Raf2757b693334891" /></Relationships>
</file>

<file path=ppt/notesSlides/_rels/notesSlide8.xml.rels>&#65279;<?xml version="1.0" encoding="utf-8"?><Relationships xmlns="http://schemas.openxmlformats.org/package/2006/relationships"><Relationship Type="http://schemas.openxmlformats.org/officeDocument/2006/relationships/slide" Target="/ppt/slides/slide8.xml" Id="Rcfa920fa731142ba" /><Relationship Type="http://schemas.openxmlformats.org/officeDocument/2006/relationships/notesMaster" Target="/ppt/notesMasters/notesMaster1.xml" Id="Rc9c231a1602a4c8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0c01a03918b4576" /><Relationship Type="http://schemas.openxmlformats.org/officeDocument/2006/relationships/notesMaster" Target="/ppt/notesMasters/notesMaster1.xml" Id="Rccda3525dfff4c9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3de466cf1134564" /><Relationship Type="http://schemas.openxmlformats.org/officeDocument/2006/relationships/notesMaster" Target="/ppt/notesMasters/notesMaster1.xml" Id="R95b18770a2ae471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0cb86f08b604e49" /><Relationship Type="http://schemas.openxmlformats.org/officeDocument/2006/relationships/notesMaster" Target="/ppt/notesMasters/notesMaster1.xml" Id="Rd7e5f6b9854b4f9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4614c6798e04bfd" /><Relationship Type="http://schemas.openxmlformats.org/officeDocument/2006/relationships/notesMaster" Target="/ppt/notesMasters/notesMaster1.xml" Id="R3340ad74198e49e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ed5744d48284e96" /><Relationship Type="http://schemas.openxmlformats.org/officeDocument/2006/relationships/notesMaster" Target="/ppt/notesMasters/notesMaster1.xml" Id="R1899673174d8400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0bef738a7644526" /><Relationship Type="http://schemas.openxmlformats.org/officeDocument/2006/relationships/notesMaster" Target="/ppt/notesMasters/notesMaster1.xml" Id="R325a7159ebbd42f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b0b647627504440" /><Relationship Type="http://schemas.openxmlformats.org/officeDocument/2006/relationships/notesMaster" Target="/ppt/notesMasters/notesMaster1.xml" Id="Re73ab7c66640420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80f68cf70e249f2" /><Relationship Type="http://schemas.openxmlformats.org/officeDocument/2006/relationships/notesMaster" Target="/ppt/notesMasters/notesMaster1.xml" Id="R9ebc79715d2f486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537d6d1743f4889" /><Relationship Type="http://schemas.openxmlformats.org/officeDocument/2006/relationships/notesMaster" Target="/ppt/notesMasters/notesMaster1.xml" Id="R66fd692b3dcc4da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d689935a9b94f74" /><Relationship Type="http://schemas.openxmlformats.org/officeDocument/2006/relationships/notesMaster" Target="/ppt/notesMasters/notesMaster1.xml" Id="Reab9ac55212144c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a43769918af48ac" /><Relationship Type="http://schemas.openxmlformats.org/officeDocument/2006/relationships/notesMaster" Target="/ppt/notesMasters/notesMaster1.xml" Id="Rec1ba3944af1415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2307280a3ab4717" /><Relationship Type="http://schemas.openxmlformats.org/officeDocument/2006/relationships/notesMaster" Target="/ppt/notesMasters/notesMaster1.xml" Id="R5bf732e02e9c4e1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932056cd5bb4c87" /><Relationship Type="http://schemas.openxmlformats.org/officeDocument/2006/relationships/notesMaster" Target="/ppt/notesMasters/notesMaster1.xml" Id="R04ef95f1a15344c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059f1e8bb914b4b" /><Relationship Type="http://schemas.openxmlformats.org/officeDocument/2006/relationships/notesMaster" Target="/ppt/notesMasters/notesMaster1.xml" Id="Rf95400d2f7fe484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992182ef7844d16" /><Relationship Type="http://schemas.openxmlformats.org/officeDocument/2006/relationships/notesMaster" Target="/ppt/notesMasters/notesMaster1.xml" Id="R4e2a9d6726ed4bc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a9ed950233143a4" /><Relationship Type="http://schemas.openxmlformats.org/officeDocument/2006/relationships/notesMaster" Target="/ppt/notesMasters/notesMaster1.xml" Id="R3d381f05e2254a8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8ca16767dc64cdf" /><Relationship Type="http://schemas.openxmlformats.org/officeDocument/2006/relationships/notesMaster" Target="/ppt/notesMasters/notesMaster1.xml" Id="R769674782fad443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4e5c5d1d0ff4d42" /><Relationship Type="http://schemas.openxmlformats.org/officeDocument/2006/relationships/notesMaster" Target="/ppt/notesMasters/notesMaster1.xml" Id="R8967075e08c1451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fea89cd1e924347" /><Relationship Type="http://schemas.openxmlformats.org/officeDocument/2006/relationships/notesMaster" Target="/ppt/notesMasters/notesMaster1.xml" Id="Rda2ae93beb9e432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5e13f794e5b4aae" /><Relationship Type="http://schemas.openxmlformats.org/officeDocument/2006/relationships/notesMaster" Target="/ppt/notesMasters/notesMaster1.xml" Id="Rfb702da4b8df4a0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f0b6acce3844f0f" /><Relationship Type="http://schemas.openxmlformats.org/officeDocument/2006/relationships/notesMaster" Target="/ppt/notesMasters/notesMaster1.xml" Id="Rd4d7bc89de39402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e24b0a1290f413b" /><Relationship Type="http://schemas.openxmlformats.org/officeDocument/2006/relationships/notesMaster" Target="/ppt/notesMasters/notesMaster1.xml" Id="R988a62b347a24f0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question, not the architecture.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Re-evaluate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PR #1 commit 628b8b8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result from variance. Gemini explicit cache storage was unavailable on the free tier, and implicit caching did not engage. We recorded the gap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8dbb263ea1432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9bb91e1505247f0" /><Relationship Type="http://schemas.openxmlformats.org/officeDocument/2006/relationships/slideLayout" Target="/ppt/slideLayouts/slideLayout1.xml" Id="R2ad6b92d654b454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ad6b92d654b454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c6058086f9644a9" /><Relationship Type="http://schemas.openxmlformats.org/officeDocument/2006/relationships/image" Target="/ppt/media/image.jpeg" Id="Rbe8948f01dd944bd" /><Relationship Type="http://schemas.openxmlformats.org/officeDocument/2006/relationships/notesSlide" Target="/ppt/notesSlides/notesSlide1.xml" Id="R34ab8ef1ebf8491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c4c1a38164f4be2" /><Relationship Type="http://schemas.openxmlformats.org/officeDocument/2006/relationships/image" Target="/ppt/media/image2.jpeg" Id="R309d4a629eeb45c2" /><Relationship Type="http://schemas.openxmlformats.org/officeDocument/2006/relationships/notesSlide" Target="/ppt/notesSlides/notesSlide2.xml" Id="R5720ed4e652c4da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dd3572805164433" /><Relationship Type="http://schemas.openxmlformats.org/officeDocument/2006/relationships/image" Target="/ppt/media/image3.jpeg" Id="R6982eae797cc4d37" /><Relationship Type="http://schemas.openxmlformats.org/officeDocument/2006/relationships/notesSlide" Target="/ppt/notesSlides/notesSlide3.xml" Id="Rf963e809ab71463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c63754ebd184579" /><Relationship Type="http://schemas.openxmlformats.org/officeDocument/2006/relationships/image" Target="/ppt/media/image4.jpeg" Id="R17602d1cabfb4731" /><Relationship Type="http://schemas.openxmlformats.org/officeDocument/2006/relationships/notesSlide" Target="/ppt/notesSlides/notesSlide4.xml" Id="R5c17d6837fb140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cc451b60fa14cc6" /><Relationship Type="http://schemas.openxmlformats.org/officeDocument/2006/relationships/image" Target="/ppt/media/image5.jpeg" Id="R1e28a98e070e4699" /><Relationship Type="http://schemas.openxmlformats.org/officeDocument/2006/relationships/notesSlide" Target="/ppt/notesSlides/notesSlide5.xml" Id="Rda6ecd0db97b46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0329d2333bc4991" /><Relationship Type="http://schemas.openxmlformats.org/officeDocument/2006/relationships/image" Target="/ppt/media/image6.jpeg" Id="Rb47cc2f9c7a3416b" /><Relationship Type="http://schemas.openxmlformats.org/officeDocument/2006/relationships/notesSlide" Target="/ppt/notesSlides/notesSlide6.xml" Id="R98454e7c227e436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b6329241c804b69" /><Relationship Type="http://schemas.openxmlformats.org/officeDocument/2006/relationships/image" Target="/ppt/media/image7.jpeg" Id="Rd9b61dec24114394" /><Relationship Type="http://schemas.openxmlformats.org/officeDocument/2006/relationships/notesSlide" Target="/ppt/notesSlides/notesSlide7.xml" Id="R19fae24f91cd412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04422e93ab94741" /><Relationship Type="http://schemas.openxmlformats.org/officeDocument/2006/relationships/image" Target="/ppt/media/image8.jpeg" Id="Re5742507e15f4070" /><Relationship Type="http://schemas.openxmlformats.org/officeDocument/2006/relationships/notesSlide" Target="/ppt/notesSlides/notesSlide8.xml" Id="Rb4ccddd4a0d4467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888ce7a68f4635" /><Relationship Type="http://schemas.openxmlformats.org/officeDocument/2006/relationships/image" Target="/ppt/media/image9.jpeg" Id="Rfb82e40da9c84f87" /><Relationship Type="http://schemas.openxmlformats.org/officeDocument/2006/relationships/notesSlide" Target="/ppt/notesSlides/notesSlide9.xml" Id="R80aafcf6a58b47e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b8edc955d0f413e" /><Relationship Type="http://schemas.openxmlformats.org/officeDocument/2006/relationships/image" Target="/ppt/media/image10.jpeg" Id="R2f208d7d9e114cb7" /><Relationship Type="http://schemas.openxmlformats.org/officeDocument/2006/relationships/notesSlide" Target="/ppt/notesSlides/notesSlide10.xml" Id="Re268686f194d46f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48afa5de7ef43f8" /><Relationship Type="http://schemas.openxmlformats.org/officeDocument/2006/relationships/image" Target="/ppt/media/image11.jpeg" Id="R840719621c794e1a" /><Relationship Type="http://schemas.openxmlformats.org/officeDocument/2006/relationships/notesSlide" Target="/ppt/notesSlides/notesSlide11.xml" Id="R4926b0f761314cb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6ca561e79454de5" /><Relationship Type="http://schemas.openxmlformats.org/officeDocument/2006/relationships/image" Target="/ppt/media/image12.jpeg" Id="Ra97e11f1454543b4" /><Relationship Type="http://schemas.openxmlformats.org/officeDocument/2006/relationships/notesSlide" Target="/ppt/notesSlides/notesSlide12.xml" Id="Ra6557fc44af24f8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9ef9c1a9269473c" /><Relationship Type="http://schemas.openxmlformats.org/officeDocument/2006/relationships/image" Target="/ppt/media/image13.jpeg" Id="R1b72356e6fb045cb" /><Relationship Type="http://schemas.openxmlformats.org/officeDocument/2006/relationships/notesSlide" Target="/ppt/notesSlides/notesSlide13.xml" Id="R47c932d65c6f4d0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4c9001408b24c05" /><Relationship Type="http://schemas.openxmlformats.org/officeDocument/2006/relationships/image" Target="/ppt/media/image14.jpeg" Id="Rd9a3cc58d922466a" /><Relationship Type="http://schemas.openxmlformats.org/officeDocument/2006/relationships/notesSlide" Target="/ppt/notesSlides/notesSlide14.xml" Id="Radaf72e55094424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e1d6b2d896348b9" /><Relationship Type="http://schemas.openxmlformats.org/officeDocument/2006/relationships/image" Target="/ppt/media/image15.jpeg" Id="Rcfd873c3dc5740d8" /><Relationship Type="http://schemas.openxmlformats.org/officeDocument/2006/relationships/notesSlide" Target="/ppt/notesSlides/notesSlide15.xml" Id="Rd75cfbea4cfd4b1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f760e34cdac47c9" /><Relationship Type="http://schemas.openxmlformats.org/officeDocument/2006/relationships/image" Target="/ppt/media/image16.jpeg" Id="R6987f841471a4afa" /><Relationship Type="http://schemas.openxmlformats.org/officeDocument/2006/relationships/notesSlide" Target="/ppt/notesSlides/notesSlide16.xml" Id="Ra4d62e38088d4b1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6eccc8e78cc4f16" /><Relationship Type="http://schemas.openxmlformats.org/officeDocument/2006/relationships/image" Target="/ppt/media/image17.jpeg" Id="R7539c325c1b14581" /><Relationship Type="http://schemas.openxmlformats.org/officeDocument/2006/relationships/notesSlide" Target="/ppt/notesSlides/notesSlide17.xml" Id="R88c03f6ddc934f3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94a06fc45774980" /><Relationship Type="http://schemas.openxmlformats.org/officeDocument/2006/relationships/image" Target="/ppt/media/image18.jpeg" Id="Reac8baeee1354e53" /><Relationship Type="http://schemas.openxmlformats.org/officeDocument/2006/relationships/notesSlide" Target="/ppt/notesSlides/notesSlide18.xml" Id="R07a82f160263465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dfdf418af5e452e" /><Relationship Type="http://schemas.openxmlformats.org/officeDocument/2006/relationships/image" Target="/ppt/media/image19.jpeg" Id="R476eb0e0a0094002" /><Relationship Type="http://schemas.openxmlformats.org/officeDocument/2006/relationships/notesSlide" Target="/ppt/notesSlides/notesSlide19.xml" Id="Rbadcb38ac8ce4c0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1aa3dc0958a4308" /><Relationship Type="http://schemas.openxmlformats.org/officeDocument/2006/relationships/image" Target="/ppt/media/image20.jpeg" Id="R33672a0a6a8041b5" /><Relationship Type="http://schemas.openxmlformats.org/officeDocument/2006/relationships/notesSlide" Target="/ppt/notesSlides/notesSlide20.xml" Id="R91783b1b32c5476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d87f72dfd3e4454" /><Relationship Type="http://schemas.openxmlformats.org/officeDocument/2006/relationships/image" Target="/ppt/media/image21.jpeg" Id="R769cbcae1d494f65" /><Relationship Type="http://schemas.openxmlformats.org/officeDocument/2006/relationships/notesSlide" Target="/ppt/notesSlides/notesSlide21.xml" Id="Rd9ea71993ba448b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eb77df9a11045c1" /><Relationship Type="http://schemas.openxmlformats.org/officeDocument/2006/relationships/image" Target="/ppt/media/image22.jpeg" Id="Rfd5bd8d8d5fc42d1" /><Relationship Type="http://schemas.openxmlformats.org/officeDocument/2006/relationships/notesSlide" Target="/ppt/notesSlides/notesSlide22.xml" Id="R94d407465d9441b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27f61ffee1142d4" /><Relationship Type="http://schemas.openxmlformats.org/officeDocument/2006/relationships/image" Target="/ppt/media/image23.jpeg" Id="Re63b6b59eab94a53" /><Relationship Type="http://schemas.openxmlformats.org/officeDocument/2006/relationships/notesSlide" Target="/ppt/notesSlides/notesSlide23.xml" Id="R30e3ed8df2bb478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b32df2463804930" /><Relationship Type="http://schemas.openxmlformats.org/officeDocument/2006/relationships/image" Target="/ppt/media/image24.jpeg" Id="R1692ebbba7454110" /><Relationship Type="http://schemas.openxmlformats.org/officeDocument/2006/relationships/notesSlide" Target="/ppt/notesSlides/notesSlide24.xml" Id="R504c3ea23fb8400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93a6c777747489e" /><Relationship Type="http://schemas.openxmlformats.org/officeDocument/2006/relationships/image" Target="/ppt/media/image25.jpeg" Id="Rb2ad2509f3444c5a" /><Relationship Type="http://schemas.openxmlformats.org/officeDocument/2006/relationships/notesSlide" Target="/ppt/notesSlides/notesSlide25.xml" Id="R52503d84f2d942e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1059a053402431a" /><Relationship Type="http://schemas.openxmlformats.org/officeDocument/2006/relationships/image" Target="/ppt/media/image26.jpeg" Id="Re37b8116ad224af2" /><Relationship Type="http://schemas.openxmlformats.org/officeDocument/2006/relationships/notesSlide" Target="/ppt/notesSlides/notesSlide26.xml" Id="R2fb011e7d0994ae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a1cbb3b3b294bfb" /><Relationship Type="http://schemas.openxmlformats.org/officeDocument/2006/relationships/image" Target="/ppt/media/image27.jpeg" Id="Rb48ec61cdb4e45c5" /><Relationship Type="http://schemas.openxmlformats.org/officeDocument/2006/relationships/notesSlide" Target="/ppt/notesSlides/notesSlide27.xml" Id="R69dd9a8ba48b4a7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a43e1e6448f44ce" /><Relationship Type="http://schemas.openxmlformats.org/officeDocument/2006/relationships/image" Target="/ppt/media/image28.jpeg" Id="R32448b9e506e4264" /><Relationship Type="http://schemas.openxmlformats.org/officeDocument/2006/relationships/notesSlide" Target="/ppt/notesSlides/notesSlide28.xml" Id="R6917c153f2e14a0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d0d5f8ad560c4b96" /><Relationship Type="http://schemas.openxmlformats.org/officeDocument/2006/relationships/image" Target="/ppt/media/image29.jpeg" Id="R1c658b90f6264694" /><Relationship Type="http://schemas.openxmlformats.org/officeDocument/2006/relationships/notesSlide" Target="/ppt/notesSlides/notesSlide29.xml" Id="Rb121eaa2b8884ef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bac1acf5d9c4fbb" /><Relationship Type="http://schemas.openxmlformats.org/officeDocument/2006/relationships/image" Target="/ppt/media/image30.jpeg" Id="R0929b8371e6b445c" /><Relationship Type="http://schemas.openxmlformats.org/officeDocument/2006/relationships/notesSlide" Target="/ppt/notesSlides/notesSlide30.xml" Id="Re435c04f9b2b459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be8948f01dd944b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3F1002-4C86-4155-8677-EFB6BDA5E14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387DA5CC-C57D-48F8-8AF3-A39BDA10E04A}"/>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7BBF4CA1-F983-4B2C-A974-18E227AB1A0A}"/>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D544AFD3-2700-451B-95E7-BEE26FE7BACE}"/>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22373A33-3124-440A-8C87-0DD96D704DAF}"/>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4002E793-945C-42A6-9BC3-198BAB5AAAAC}"/>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17E8D333-0F0F-4798-94B2-505298F4F2C8}"/>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1E9AD9C-B742-4A72-8359-40B6654C9B14}"/>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76EF1C8-C052-4773-ABC2-9AA86F58CEB2}"/>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BDD8675-39D0-4F21-99AC-4BFDECFCCE4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5D17EDB2-D426-4C60-82AF-B760A1B2AF79}"/>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7794510-C699-4599-B7EB-89317D383CA5}"/>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638FFA81-9967-4B69-B5E8-F209798A8B03}"/>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1A690FDC-0C02-4445-809E-3A59D87FBB4A}"/>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2E7E139E-18D3-47E5-9473-44C8F4643F8A}"/>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31F6A6A-FBB6-415F-AB23-C73D009C903F}"/>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133D3E3-7949-4627-B16E-1EB902E8C619}"/>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4CEA9C15-84D9-43D4-BA76-715E06108D76}"/>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7668EF6B-FB8A-47C9-B4EA-A6578A1B7BCB}"/>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608688F-8DAC-4E30-8E6B-4AEC4074FA79}"/>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0F9ED9C6-1312-482E-A1A8-3D16CF7E3CE6}"/>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72B2714-D036-4634-8024-17A999419590}"/>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A6E42177-B55F-4C60-8042-4041F04D5CBE}"/>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EC5DC56-AA5B-4953-A23C-E98998D9C908}"/>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5C27565-860C-4416-B617-93D1A2763AB2}"/>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384EA32B-8F25-42D6-96D9-674675EC8FFB}"/>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D0A20CDE-4AA8-4A96-92D8-D88FC4482885}"/>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31160A2-5816-4FCC-A006-FD39948FAAB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85828327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309d4a629eeb45c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B1F1AE-2298-46D2-B38C-3F56098ACBC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DF0BB35-41D9-4659-BDEB-EA80619FDC8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357FC8AF-314A-445D-8D4F-371ECC191BE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B6FAE2-298A-4039-9DBB-80602F5EEC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59EFD2FC-A569-4063-A621-368EE99497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952483B0-3CF5-474B-A49F-56BD153B84F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
        <p:nvSpPr>
          <p:cNvPr id="24" name="">
            <a:extLst xmlns:a="http://schemas.openxmlformats.org/drawingml/2006/main">
              <a:ext uri="{FF2B5EF4-FFF2-40B4-BE49-F238E27FC236}">
                <a16:creationId xmlns:a16="http://schemas.microsoft.com/office/drawing/2014/main" id="{54BCB3DB-5D05-4B1B-96B2-3C8DBA04A5CF}"/>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D96B5F"/>
                </a:solidFill>
                <a:latin typeface="Aptos"/>
                <a:ea typeface="Aptos"/>
                <a:cs typeface="Aptos"/>
              </a:defRPr>
            </a:pPr>
            <a:r>
              <a:rPr sz="825" b="1">
                <a:solidFill>
                  <a:srgbClr val="D96B5F"/>
                </a:solidFill>
                <a:latin typeface="Aptos"/>
                <a:ea typeface="Aptos"/>
                <a:cs typeface="Aptos"/>
              </a:rPr>
              <a:t>ONE SHARED STATE</a:t>
            </a:r>
          </a:p>
        </p:txBody>
      </p:sp>
      <p:sp>
        <p:nvSpPr>
          <p:cNvPr id="25" name="">
            <a:extLst xmlns:a="http://schemas.openxmlformats.org/drawingml/2006/main">
              <a:ext uri="{FF2B5EF4-FFF2-40B4-BE49-F238E27FC236}">
                <a16:creationId xmlns:a16="http://schemas.microsoft.com/office/drawing/2014/main" id="{41411B1C-7ADC-47D3-B68D-9F829D868FA7}"/>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9F4F7"/>
          </a:solidFill>
          <a:ln xmlns:a="http://schemas.openxmlformats.org/drawingml/2006/main" w="9525">
            <a:solidFill>
              <a:srgbClr val="8EBBD0"/>
            </a:solidFill>
            <a:prstDash val="solid"/>
          </a:ln>
        </p:spPr>
      </p:sp>
      <p:sp>
        <p:nvSpPr>
          <p:cNvPr id="26" name="">
            <a:extLst xmlns:a="http://schemas.openxmlformats.org/drawingml/2006/main">
              <a:ext uri="{FF2B5EF4-FFF2-40B4-BE49-F238E27FC236}">
                <a16:creationId xmlns:a16="http://schemas.microsoft.com/office/drawing/2014/main" id="{33EB3B08-B2E2-485E-ADF4-B59F5556C439}"/>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E4D"/>
                </a:solidFill>
                <a:latin typeface="Aptos"/>
                <a:ea typeface="Aptos"/>
                <a:cs typeface="Aptos"/>
              </a:defRPr>
            </a:pPr>
            <a:r>
              <a:rPr sz="1500" b="1">
                <a:solidFill>
                  <a:srgbClr val="102E4D"/>
                </a:solidFill>
                <a:latin typeface="Aptos"/>
                <a:ea typeface="Aptos"/>
                <a:cs typeface="Aptos"/>
              </a:rPr>
              <a:t>conversation state</a:t>
            </a:r>
          </a:p>
        </p:txBody>
      </p:sp>
      <p:sp>
        <p:nvSpPr>
          <p:cNvPr id="27" name="">
            <a:extLst xmlns:a="http://schemas.openxmlformats.org/drawingml/2006/main">
              <a:ext uri="{FF2B5EF4-FFF2-40B4-BE49-F238E27FC236}">
                <a16:creationId xmlns:a16="http://schemas.microsoft.com/office/drawing/2014/main" id="{CE8C5837-C634-44A4-9E6E-60D93798212C}"/>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28" name="">
            <a:extLst xmlns:a="http://schemas.openxmlformats.org/drawingml/2006/main">
              <a:ext uri="{FF2B5EF4-FFF2-40B4-BE49-F238E27FC236}">
                <a16:creationId xmlns:a16="http://schemas.microsoft.com/office/drawing/2014/main" id="{B66BF1D2-4A2F-434F-B240-47E8B8C532C9}"/>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9" name="">
            <a:extLst xmlns:a="http://schemas.openxmlformats.org/drawingml/2006/main">
              <a:ext uri="{FF2B5EF4-FFF2-40B4-BE49-F238E27FC236}">
                <a16:creationId xmlns:a16="http://schemas.microsoft.com/office/drawing/2014/main" id="{D77676ED-53FD-4B0D-B44F-EF613C65B933}"/>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A8FC1"/>
                </a:solidFill>
                <a:latin typeface="Aptos"/>
                <a:ea typeface="Aptos"/>
                <a:cs typeface="Aptos"/>
              </a:defRPr>
            </a:pPr>
            <a:r>
              <a:rPr sz="825" b="1">
                <a:solidFill>
                  <a:srgbClr val="2A8FC1"/>
                </a:solidFill>
                <a:latin typeface="Aptos"/>
                <a:ea typeface="Aptos"/>
                <a:cs typeface="Aptos"/>
              </a:rPr>
              <a:t>01</a:t>
            </a:r>
          </a:p>
        </p:txBody>
      </p:sp>
      <p:sp>
        <p:nvSpPr>
          <p:cNvPr id="30" name="">
            <a:extLst xmlns:a="http://schemas.openxmlformats.org/drawingml/2006/main">
              <a:ext uri="{FF2B5EF4-FFF2-40B4-BE49-F238E27FC236}">
                <a16:creationId xmlns:a16="http://schemas.microsoft.com/office/drawing/2014/main" id="{958856D2-8A1D-4B1A-8D6F-1585CAAF1319}"/>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Listen</a:t>
            </a:r>
          </a:p>
        </p:txBody>
      </p:sp>
      <p:sp>
        <p:nvSpPr>
          <p:cNvPr id="31" name="">
            <a:extLst xmlns:a="http://schemas.openxmlformats.org/drawingml/2006/main">
              <a:ext uri="{FF2B5EF4-FFF2-40B4-BE49-F238E27FC236}">
                <a16:creationId xmlns:a16="http://schemas.microsoft.com/office/drawing/2014/main" id="{6EBF1352-E034-4183-AD49-B09BD34DAE50}"/>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32" name="">
            <a:extLst xmlns:a="http://schemas.openxmlformats.org/drawingml/2006/main">
              <a:ext uri="{FF2B5EF4-FFF2-40B4-BE49-F238E27FC236}">
                <a16:creationId xmlns:a16="http://schemas.microsoft.com/office/drawing/2014/main" id="{E04548F1-50B4-4F1B-9B4E-D32A4502B538}"/>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33" name="">
            <a:extLst xmlns:a="http://schemas.openxmlformats.org/drawingml/2006/main">
              <a:ext uri="{FF2B5EF4-FFF2-40B4-BE49-F238E27FC236}">
                <a16:creationId xmlns:a16="http://schemas.microsoft.com/office/drawing/2014/main" id="{940B2694-58BA-45E6-86DA-1E107BB54C5B}"/>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D96B5F"/>
                </a:solidFill>
                <a:latin typeface="Aptos"/>
                <a:ea typeface="Aptos"/>
                <a:cs typeface="Aptos"/>
              </a:defRPr>
            </a:pPr>
            <a:r>
              <a:rPr sz="825" b="1">
                <a:solidFill>
                  <a:srgbClr val="D96B5F"/>
                </a:solidFill>
                <a:latin typeface="Aptos"/>
                <a:ea typeface="Aptos"/>
                <a:cs typeface="Aptos"/>
              </a:rPr>
              <a:t>02</a:t>
            </a:r>
          </a:p>
        </p:txBody>
      </p:sp>
      <p:sp>
        <p:nvSpPr>
          <p:cNvPr id="34" name="">
            <a:extLst xmlns:a="http://schemas.openxmlformats.org/drawingml/2006/main">
              <a:ext uri="{FF2B5EF4-FFF2-40B4-BE49-F238E27FC236}">
                <a16:creationId xmlns:a16="http://schemas.microsoft.com/office/drawing/2014/main" id="{C50D8C9F-822D-410F-AC72-526CF171F9ED}"/>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Decide</a:t>
            </a:r>
          </a:p>
        </p:txBody>
      </p:sp>
      <p:sp>
        <p:nvSpPr>
          <p:cNvPr id="35" name="">
            <a:extLst xmlns:a="http://schemas.openxmlformats.org/drawingml/2006/main">
              <a:ext uri="{FF2B5EF4-FFF2-40B4-BE49-F238E27FC236}">
                <a16:creationId xmlns:a16="http://schemas.microsoft.com/office/drawing/2014/main" id="{FB206998-0A4C-4E8E-92E1-BF607191B2A4}"/>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36" name="">
            <a:extLst xmlns:a="http://schemas.openxmlformats.org/drawingml/2006/main">
              <a:ext uri="{FF2B5EF4-FFF2-40B4-BE49-F238E27FC236}">
                <a16:creationId xmlns:a16="http://schemas.microsoft.com/office/drawing/2014/main" id="{A4B1DD8B-3864-4E2E-B89C-DBB08C70DEC6}"/>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37" name="">
            <a:extLst xmlns:a="http://schemas.openxmlformats.org/drawingml/2006/main">
              <a:ext uri="{FF2B5EF4-FFF2-40B4-BE49-F238E27FC236}">
                <a16:creationId xmlns:a16="http://schemas.microsoft.com/office/drawing/2014/main" id="{0F63F448-D270-4599-B142-476BE86B00A7}"/>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168C82"/>
                </a:solidFill>
                <a:latin typeface="Aptos"/>
                <a:ea typeface="Aptos"/>
                <a:cs typeface="Aptos"/>
              </a:defRPr>
            </a:pPr>
            <a:r>
              <a:rPr sz="825" b="1">
                <a:solidFill>
                  <a:srgbClr val="168C82"/>
                </a:solidFill>
                <a:latin typeface="Aptos"/>
                <a:ea typeface="Aptos"/>
                <a:cs typeface="Aptos"/>
              </a:rPr>
              <a:t>03</a:t>
            </a:r>
          </a:p>
        </p:txBody>
      </p:sp>
      <p:sp>
        <p:nvSpPr>
          <p:cNvPr id="38" name="">
            <a:extLst xmlns:a="http://schemas.openxmlformats.org/drawingml/2006/main">
              <a:ext uri="{FF2B5EF4-FFF2-40B4-BE49-F238E27FC236}">
                <a16:creationId xmlns:a16="http://schemas.microsoft.com/office/drawing/2014/main" id="{B8D0A501-517C-4960-A638-035CBF39DB89}"/>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Speak</a:t>
            </a:r>
          </a:p>
        </p:txBody>
      </p:sp>
      <p:sp>
        <p:nvSpPr>
          <p:cNvPr id="39" name="">
            <a:extLst xmlns:a="http://schemas.openxmlformats.org/drawingml/2006/main">
              <a:ext uri="{FF2B5EF4-FFF2-40B4-BE49-F238E27FC236}">
                <a16:creationId xmlns:a16="http://schemas.microsoft.com/office/drawing/2014/main" id="{043DD78C-D806-4FFC-936B-D87109F02BDB}"/>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40" name="">
            <a:extLst xmlns:a="http://schemas.openxmlformats.org/drawingml/2006/main">
              <a:ext uri="{FF2B5EF4-FFF2-40B4-BE49-F238E27FC236}">
                <a16:creationId xmlns:a16="http://schemas.microsoft.com/office/drawing/2014/main" id="{15032124-52CB-46CA-8462-76F8A5282C5E}"/>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B5F"/>
                </a:solidFill>
                <a:latin typeface="Aptos"/>
                <a:ea typeface="Aptos"/>
                <a:cs typeface="Aptos"/>
              </a:defRPr>
            </a:pPr>
            <a:r>
              <a:rPr sz="2100" b="1">
                <a:solidFill>
                  <a:srgbClr val="D96B5F"/>
                </a:solidFill>
                <a:latin typeface="Aptos"/>
                <a:ea typeface="Aptos"/>
                <a:cs typeface="Aptos"/>
              </a:rPr>
              <a:t>→</a:t>
            </a:r>
          </a:p>
        </p:txBody>
      </p:sp>
      <p:sp>
        <p:nvSpPr>
          <p:cNvPr id="41" name="">
            <a:extLst xmlns:a="http://schemas.openxmlformats.org/drawingml/2006/main">
              <a:ext uri="{FF2B5EF4-FFF2-40B4-BE49-F238E27FC236}">
                <a16:creationId xmlns:a16="http://schemas.microsoft.com/office/drawing/2014/main" id="{3A6A2E32-AE31-4252-8A91-36DC4A27C847}"/>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B5F"/>
                </a:solidFill>
                <a:latin typeface="Aptos"/>
                <a:ea typeface="Aptos"/>
                <a:cs typeface="Aptos"/>
              </a:defRPr>
            </a:pPr>
            <a:r>
              <a:rPr sz="2100" b="1">
                <a:solidFill>
                  <a:srgbClr val="D96B5F"/>
                </a:solidFill>
                <a:latin typeface="Aptos"/>
                <a:ea typeface="Aptos"/>
                <a:cs typeface="Aptos"/>
              </a:rPr>
              <a:t>→</a:t>
            </a:r>
          </a:p>
        </p:txBody>
      </p:sp>
      <p:sp>
        <p:nvSpPr>
          <p:cNvPr id="42" name="">
            <a:extLst xmlns:a="http://schemas.openxmlformats.org/drawingml/2006/main">
              <a:ext uri="{FF2B5EF4-FFF2-40B4-BE49-F238E27FC236}">
                <a16:creationId xmlns:a16="http://schemas.microsoft.com/office/drawing/2014/main" id="{033E5DD0-994D-4BCB-8055-0E1348F01065}"/>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A8FC1"/>
                </a:solidFill>
                <a:latin typeface="Aptos"/>
                <a:ea typeface="Aptos"/>
                <a:cs typeface="Aptos"/>
              </a:defRPr>
            </a:pPr>
            <a:r>
              <a:rPr sz="825" b="1">
                <a:solidFill>
                  <a:srgbClr val="2A8FC1"/>
                </a:solidFill>
                <a:latin typeface="Aptos"/>
                <a:ea typeface="Aptos"/>
                <a:cs typeface="Aptos"/>
              </a:rPr>
              <a:t>CONTINUOUS CAPABILITIES</a:t>
            </a:r>
          </a:p>
        </p:txBody>
      </p:sp>
      <p:sp>
        <p:nvSpPr>
          <p:cNvPr id="43" name="">
            <a:extLst xmlns:a="http://schemas.openxmlformats.org/drawingml/2006/main">
              <a:ext uri="{FF2B5EF4-FFF2-40B4-BE49-F238E27FC236}">
                <a16:creationId xmlns:a16="http://schemas.microsoft.com/office/drawing/2014/main" id="{21F39CE6-D5E1-4487-BEBA-7FD42B4D4500}"/>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44" name="">
            <a:extLst xmlns:a="http://schemas.openxmlformats.org/drawingml/2006/main">
              <a:ext uri="{FF2B5EF4-FFF2-40B4-BE49-F238E27FC236}">
                <a16:creationId xmlns:a16="http://schemas.microsoft.com/office/drawing/2014/main" id="{D98BA21A-D776-4CA1-B125-1452F8D26568}"/>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45" name="">
            <a:extLst xmlns:a="http://schemas.openxmlformats.org/drawingml/2006/main">
              <a:ext uri="{FF2B5EF4-FFF2-40B4-BE49-F238E27FC236}">
                <a16:creationId xmlns:a16="http://schemas.microsoft.com/office/drawing/2014/main" id="{050515D6-627B-4BAF-836C-D72170632494}"/>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2A8FC1"/>
                </a:solidFill>
                <a:latin typeface="Aptos"/>
                <a:ea typeface="Aptos"/>
                <a:cs typeface="Aptos"/>
              </a:defRPr>
            </a:pPr>
            <a:r>
              <a:rPr sz="1275" b="1">
                <a:solidFill>
                  <a:srgbClr val="2A8FC1"/>
                </a:solidFill>
                <a:latin typeface="Aptos"/>
                <a:ea typeface="Aptos"/>
                <a:cs typeface="Aptos"/>
              </a:rPr>
              <a:t>Remember</a:t>
            </a:r>
          </a:p>
        </p:txBody>
      </p:sp>
      <p:sp>
        <p:nvSpPr>
          <p:cNvPr id="46" name="">
            <a:extLst xmlns:a="http://schemas.openxmlformats.org/drawingml/2006/main">
              <a:ext uri="{FF2B5EF4-FFF2-40B4-BE49-F238E27FC236}">
                <a16:creationId xmlns:a16="http://schemas.microsoft.com/office/drawing/2014/main" id="{2AFA4248-7AE5-4D1F-8C0F-F81ED3F20B29}"/>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47" name="">
            <a:extLst xmlns:a="http://schemas.openxmlformats.org/drawingml/2006/main">
              <a:ext uri="{FF2B5EF4-FFF2-40B4-BE49-F238E27FC236}">
                <a16:creationId xmlns:a16="http://schemas.microsoft.com/office/drawing/2014/main" id="{A7B8AD4F-229E-45DE-949B-670A83F74C8F}"/>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48" name="">
            <a:extLst xmlns:a="http://schemas.openxmlformats.org/drawingml/2006/main">
              <a:ext uri="{FF2B5EF4-FFF2-40B4-BE49-F238E27FC236}">
                <a16:creationId xmlns:a16="http://schemas.microsoft.com/office/drawing/2014/main" id="{9421429D-367D-4388-A642-33631C535627}"/>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D96B5F"/>
                </a:solidFill>
                <a:latin typeface="Aptos"/>
                <a:ea typeface="Aptos"/>
                <a:cs typeface="Aptos"/>
              </a:defRPr>
            </a:pPr>
            <a:r>
              <a:rPr sz="1275" b="1">
                <a:solidFill>
                  <a:srgbClr val="D96B5F"/>
                </a:solidFill>
                <a:latin typeface="Aptos"/>
                <a:ea typeface="Aptos"/>
                <a:cs typeface="Aptos"/>
              </a:rPr>
              <a:t>Yield</a:t>
            </a:r>
          </a:p>
        </p:txBody>
      </p:sp>
      <p:sp>
        <p:nvSpPr>
          <p:cNvPr id="49" name="">
            <a:extLst xmlns:a="http://schemas.openxmlformats.org/drawingml/2006/main">
              <a:ext uri="{FF2B5EF4-FFF2-40B4-BE49-F238E27FC236}">
                <a16:creationId xmlns:a16="http://schemas.microsoft.com/office/drawing/2014/main" id="{D1BB6DCE-B740-43A3-BC50-1CD4AC96F484}"/>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50" name="">
            <a:extLst xmlns:a="http://schemas.openxmlformats.org/drawingml/2006/main">
              <a:ext uri="{FF2B5EF4-FFF2-40B4-BE49-F238E27FC236}">
                <a16:creationId xmlns:a16="http://schemas.microsoft.com/office/drawing/2014/main" id="{25A9FBA0-8245-45D9-91A1-27A2395E9642}"/>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51" name="">
            <a:extLst xmlns:a="http://schemas.openxmlformats.org/drawingml/2006/main">
              <a:ext uri="{FF2B5EF4-FFF2-40B4-BE49-F238E27FC236}">
                <a16:creationId xmlns:a16="http://schemas.microsoft.com/office/drawing/2014/main" id="{1BBF9223-3CBF-47D6-B3A7-6B9B5D45C940}"/>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68C82"/>
                </a:solidFill>
                <a:latin typeface="Aptos"/>
                <a:ea typeface="Aptos"/>
                <a:cs typeface="Aptos"/>
              </a:defRPr>
            </a:pPr>
            <a:r>
              <a:rPr sz="1275" b="1">
                <a:solidFill>
                  <a:srgbClr val="168C82"/>
                </a:solidFill>
                <a:latin typeface="Aptos"/>
                <a:ea typeface="Aptos"/>
                <a:cs typeface="Aptos"/>
              </a:rPr>
              <a:t>Act</a:t>
            </a:r>
          </a:p>
        </p:txBody>
      </p:sp>
      <p:sp>
        <p:nvSpPr>
          <p:cNvPr id="52" name="">
            <a:extLst xmlns:a="http://schemas.openxmlformats.org/drawingml/2006/main">
              <a:ext uri="{FF2B5EF4-FFF2-40B4-BE49-F238E27FC236}">
                <a16:creationId xmlns:a16="http://schemas.microsoft.com/office/drawing/2014/main" id="{7D5E8883-F65A-4C61-8FDB-048C4FB3BA91}"/>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Tree>
    <p:extLst>
      <p:ext uri="{BB962C8B-B14F-4D97-AF65-F5344CB8AC3E}">
        <p14:creationId xmlns:p14="http://schemas.microsoft.com/office/powerpoint/2010/main" val="26887104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6982eae797cc4d3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CC1646-C130-4539-8819-1647E54FA7A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1C3549-3536-4C14-B95F-E071CB1952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187EE5D9-30AD-49B7-A3C5-7BE87982A1C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8A981A6-6530-4176-A5EA-FF51C468E5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EDC8F5CA-6CF8-4FFB-A885-EC2A4D7383E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1" name="">
            <a:extLst xmlns:a="http://schemas.openxmlformats.org/drawingml/2006/main">
              <a:ext uri="{FF2B5EF4-FFF2-40B4-BE49-F238E27FC236}">
                <a16:creationId xmlns:a16="http://schemas.microsoft.com/office/drawing/2014/main" id="{E9F4B347-788A-4765-A38C-4A307EF720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
        <p:nvSpPr>
          <p:cNvPr id="23" name="">
            <a:extLst xmlns:a="http://schemas.openxmlformats.org/drawingml/2006/main">
              <a:ext uri="{FF2B5EF4-FFF2-40B4-BE49-F238E27FC236}">
                <a16:creationId xmlns:a16="http://schemas.microsoft.com/office/drawing/2014/main" id="{9C3770E1-59B2-43C9-A409-840261E10394}"/>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A8FC1"/>
                </a:solidFill>
                <a:latin typeface="Aptos"/>
                <a:ea typeface="Aptos"/>
                <a:cs typeface="Aptos"/>
              </a:defRPr>
            </a:pPr>
            <a:r>
              <a:rPr sz="750" b="1">
                <a:solidFill>
                  <a:srgbClr val="2A8FC1"/>
                </a:solidFill>
                <a:latin typeface="Aptos"/>
                <a:ea typeface="Aptos"/>
                <a:cs typeface="Aptos"/>
              </a:rPr>
              <a:t>TERM</a:t>
            </a:r>
          </a:p>
        </p:txBody>
      </p:sp>
      <p:sp>
        <p:nvSpPr>
          <p:cNvPr id="24" name="">
            <a:extLst xmlns:a="http://schemas.openxmlformats.org/drawingml/2006/main">
              <a:ext uri="{FF2B5EF4-FFF2-40B4-BE49-F238E27FC236}">
                <a16:creationId xmlns:a16="http://schemas.microsoft.com/office/drawing/2014/main" id="{E2668A67-9B1B-468F-A55A-0AD97D04E226}"/>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A8FC1"/>
                </a:solidFill>
                <a:latin typeface="Aptos"/>
                <a:ea typeface="Aptos"/>
                <a:cs typeface="Aptos"/>
              </a:defRPr>
            </a:pPr>
            <a:r>
              <a:rPr sz="750" b="1">
                <a:solidFill>
                  <a:srgbClr val="2A8FC1"/>
                </a:solidFill>
                <a:latin typeface="Aptos"/>
                <a:ea typeface="Aptos"/>
                <a:cs typeface="Aptos"/>
              </a:rPr>
              <a:t>WHAT IT LITERALLY MEANS</a:t>
            </a:r>
          </a:p>
        </p:txBody>
      </p:sp>
      <p:sp>
        <p:nvSpPr>
          <p:cNvPr id="25" name="">
            <a:extLst xmlns:a="http://schemas.openxmlformats.org/drawingml/2006/main">
              <a:ext uri="{FF2B5EF4-FFF2-40B4-BE49-F238E27FC236}">
                <a16:creationId xmlns:a16="http://schemas.microsoft.com/office/drawing/2014/main" id="{55C7EFF6-997F-4DAF-A4A2-306F821806B9}"/>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A8FC1"/>
                </a:solidFill>
                <a:latin typeface="Aptos"/>
                <a:ea typeface="Aptos"/>
                <a:cs typeface="Aptos"/>
              </a:defRPr>
            </a:pPr>
            <a:r>
              <a:rPr sz="750" b="1">
                <a:solidFill>
                  <a:srgbClr val="2A8FC1"/>
                </a:solidFill>
                <a:latin typeface="Aptos"/>
                <a:ea typeface="Aptos"/>
                <a:cs typeface="Aptos"/>
              </a:rPr>
              <a:t>IN A CONVERSATION</a:t>
            </a:r>
          </a:p>
        </p:txBody>
      </p:sp>
      <p:sp>
        <p:nvSpPr>
          <p:cNvPr id="26" name="">
            <a:extLst xmlns:a="http://schemas.openxmlformats.org/drawingml/2006/main">
              <a:ext uri="{FF2B5EF4-FFF2-40B4-BE49-F238E27FC236}">
                <a16:creationId xmlns:a16="http://schemas.microsoft.com/office/drawing/2014/main" id="{D73BFE94-D4F2-4EA0-9028-6F6FDE4835A9}"/>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27" name="">
            <a:extLst xmlns:a="http://schemas.openxmlformats.org/drawingml/2006/main">
              <a:ext uri="{FF2B5EF4-FFF2-40B4-BE49-F238E27FC236}">
                <a16:creationId xmlns:a16="http://schemas.microsoft.com/office/drawing/2014/main" id="{42DF2930-F38A-4057-8F74-D73CB5E45FBF}"/>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E4D"/>
                </a:solidFill>
                <a:latin typeface="Aptos"/>
                <a:ea typeface="Aptos"/>
                <a:cs typeface="Aptos"/>
              </a:defRPr>
            </a:pPr>
            <a:r>
              <a:rPr sz="1050" b="0">
                <a:solidFill>
                  <a:srgbClr val="102E4D"/>
                </a:solidFill>
                <a:latin typeface="Aptos"/>
                <a:ea typeface="Aptos"/>
                <a:cs typeface="Aptos"/>
              </a:rPr>
              <a:t>Voice Activity Detection</a:t>
            </a:r>
          </a:p>
        </p:txBody>
      </p:sp>
      <p:sp>
        <p:nvSpPr>
          <p:cNvPr id="28" name="">
            <a:extLst xmlns:a="http://schemas.openxmlformats.org/drawingml/2006/main">
              <a:ext uri="{FF2B5EF4-FFF2-40B4-BE49-F238E27FC236}">
                <a16:creationId xmlns:a16="http://schemas.microsoft.com/office/drawing/2014/main" id="{3A3235C8-655F-4C9D-BB42-5DC40848E32A}"/>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E4D"/>
                </a:solidFill>
                <a:latin typeface="Aptos"/>
                <a:ea typeface="Aptos"/>
                <a:cs typeface="Aptos"/>
              </a:defRPr>
            </a:pPr>
            <a:r>
              <a:rPr sz="1275" b="0">
                <a:solidFill>
                  <a:srgbClr val="102E4D"/>
                </a:solidFill>
                <a:latin typeface="Aptos"/>
                <a:ea typeface="Aptos"/>
                <a:cs typeface="Aptos"/>
              </a:rPr>
              <a:t>Is someone speaking?</a:t>
            </a:r>
          </a:p>
        </p:txBody>
      </p:sp>
      <p:sp>
        <p:nvSpPr>
          <p:cNvPr id="29" name="">
            <a:extLst xmlns:a="http://schemas.openxmlformats.org/drawingml/2006/main">
              <a:ext uri="{FF2B5EF4-FFF2-40B4-BE49-F238E27FC236}">
                <a16:creationId xmlns:a16="http://schemas.microsoft.com/office/drawing/2014/main" id="{7F3E8822-2330-40AD-8B37-879DCD603B0B}"/>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1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30" name="">
            <a:extLst xmlns:a="http://schemas.openxmlformats.org/drawingml/2006/main">
              <a:ext uri="{FF2B5EF4-FFF2-40B4-BE49-F238E27FC236}">
                <a16:creationId xmlns:a16="http://schemas.microsoft.com/office/drawing/2014/main" id="{BF2A400D-26F0-439A-B163-5D5B759D1FDE}"/>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E4D"/>
                </a:solidFill>
                <a:latin typeface="Aptos"/>
                <a:ea typeface="Aptos"/>
                <a:cs typeface="Aptos"/>
              </a:defRPr>
            </a:pPr>
            <a:r>
              <a:rPr sz="1050" b="0">
                <a:solidFill>
                  <a:srgbClr val="102E4D"/>
                </a:solidFill>
                <a:latin typeface="Aptos"/>
                <a:ea typeface="Aptos"/>
                <a:cs typeface="Aptos"/>
              </a:rPr>
              <a:t>Automatic Speech Recognition / Speech-to-Text</a:t>
            </a:r>
          </a:p>
        </p:txBody>
      </p:sp>
      <p:sp>
        <p:nvSpPr>
          <p:cNvPr id="31" name="">
            <a:extLst xmlns:a="http://schemas.openxmlformats.org/drawingml/2006/main">
              <a:ext uri="{FF2B5EF4-FFF2-40B4-BE49-F238E27FC236}">
                <a16:creationId xmlns:a16="http://schemas.microsoft.com/office/drawing/2014/main" id="{7A77A942-ADB6-42FC-9BB6-3F94101520D7}"/>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E4D"/>
                </a:solidFill>
                <a:latin typeface="Aptos"/>
                <a:ea typeface="Aptos"/>
                <a:cs typeface="Aptos"/>
              </a:defRPr>
            </a:pPr>
            <a:r>
              <a:rPr sz="1275" b="0">
                <a:solidFill>
                  <a:srgbClr val="102E4D"/>
                </a:solidFill>
                <a:latin typeface="Aptos"/>
                <a:ea typeface="Aptos"/>
                <a:cs typeface="Aptos"/>
              </a:rPr>
              <a:t>What did they say?</a:t>
            </a:r>
          </a:p>
        </p:txBody>
      </p:sp>
      <p:sp>
        <p:nvSpPr>
          <p:cNvPr id="32" name="">
            <a:extLst xmlns:a="http://schemas.openxmlformats.org/drawingml/2006/main">
              <a:ext uri="{FF2B5EF4-FFF2-40B4-BE49-F238E27FC236}">
                <a16:creationId xmlns:a16="http://schemas.microsoft.com/office/drawing/2014/main" id="{200063E5-62B2-499F-B5F1-7C39F9B9BBA4}"/>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33" name="">
            <a:extLst xmlns:a="http://schemas.openxmlformats.org/drawingml/2006/main">
              <a:ext uri="{FF2B5EF4-FFF2-40B4-BE49-F238E27FC236}">
                <a16:creationId xmlns:a16="http://schemas.microsoft.com/office/drawing/2014/main" id="{64510988-3990-4CEA-ADA6-5D69B57D9675}"/>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E4D"/>
                </a:solidFill>
                <a:latin typeface="Aptos"/>
                <a:ea typeface="Aptos"/>
                <a:cs typeface="Aptos"/>
              </a:defRPr>
            </a:pPr>
            <a:r>
              <a:rPr sz="1050" b="0">
                <a:solidFill>
                  <a:srgbClr val="102E4D"/>
                </a:solidFill>
                <a:latin typeface="Aptos"/>
                <a:ea typeface="Aptos"/>
                <a:cs typeface="Aptos"/>
              </a:rPr>
              <a:t>End of Utterance / endpointing</a:t>
            </a:r>
          </a:p>
        </p:txBody>
      </p:sp>
      <p:sp>
        <p:nvSpPr>
          <p:cNvPr id="34" name="">
            <a:extLst xmlns:a="http://schemas.openxmlformats.org/drawingml/2006/main">
              <a:ext uri="{FF2B5EF4-FFF2-40B4-BE49-F238E27FC236}">
                <a16:creationId xmlns:a16="http://schemas.microsoft.com/office/drawing/2014/main" id="{5D842F5C-FC1F-4BF9-AA82-1598320CF810}"/>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E4D"/>
                </a:solidFill>
                <a:latin typeface="Aptos"/>
                <a:ea typeface="Aptos"/>
                <a:cs typeface="Aptos"/>
              </a:defRPr>
            </a:pPr>
            <a:r>
              <a:rPr sz="1275" b="0">
                <a:solidFill>
                  <a:srgbClr val="102E4D"/>
                </a:solidFill>
                <a:latin typeface="Aptos"/>
                <a:ea typeface="Aptos"/>
                <a:cs typeface="Aptos"/>
              </a:rPr>
              <a:t>Are they finished?</a:t>
            </a:r>
          </a:p>
        </p:txBody>
      </p:sp>
      <p:sp>
        <p:nvSpPr>
          <p:cNvPr id="35" name="">
            <a:extLst xmlns:a="http://schemas.openxmlformats.org/drawingml/2006/main">
              <a:ext uri="{FF2B5EF4-FFF2-40B4-BE49-F238E27FC236}">
                <a16:creationId xmlns:a16="http://schemas.microsoft.com/office/drawing/2014/main" id="{F7C4425E-8782-40D7-8034-AD17AD3E84CF}"/>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1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36" name="">
            <a:extLst xmlns:a="http://schemas.openxmlformats.org/drawingml/2006/main">
              <a:ext uri="{FF2B5EF4-FFF2-40B4-BE49-F238E27FC236}">
                <a16:creationId xmlns:a16="http://schemas.microsoft.com/office/drawing/2014/main" id="{7B72120A-3F47-42CD-849B-0113A4A50978}"/>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E4D"/>
                </a:solidFill>
                <a:latin typeface="Aptos"/>
                <a:ea typeface="Aptos"/>
                <a:cs typeface="Aptos"/>
              </a:defRPr>
            </a:pPr>
            <a:r>
              <a:rPr sz="1050" b="0">
                <a:solidFill>
                  <a:srgbClr val="102E4D"/>
                </a:solidFill>
                <a:latin typeface="Aptos"/>
                <a:ea typeface="Aptos"/>
                <a:cs typeface="Aptos"/>
              </a:rPr>
              <a:t>Large-language-model time to first token</a:t>
            </a:r>
          </a:p>
        </p:txBody>
      </p:sp>
      <p:sp>
        <p:nvSpPr>
          <p:cNvPr id="37" name="">
            <a:extLst xmlns:a="http://schemas.openxmlformats.org/drawingml/2006/main">
              <a:ext uri="{FF2B5EF4-FFF2-40B4-BE49-F238E27FC236}">
                <a16:creationId xmlns:a16="http://schemas.microsoft.com/office/drawing/2014/main" id="{4E6CB5BF-9813-4DC2-A473-5A74DE8C49F7}"/>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E4D"/>
                </a:solidFill>
                <a:latin typeface="Aptos"/>
                <a:ea typeface="Aptos"/>
                <a:cs typeface="Aptos"/>
              </a:defRPr>
            </a:pPr>
            <a:r>
              <a:rPr sz="1275" b="0">
                <a:solidFill>
                  <a:srgbClr val="102E4D"/>
                </a:solidFill>
                <a:latin typeface="Aptos"/>
                <a:ea typeface="Aptos"/>
                <a:cs typeface="Aptos"/>
              </a:rPr>
              <a:t>When does thinking begin?</a:t>
            </a:r>
          </a:p>
        </p:txBody>
      </p:sp>
      <p:sp>
        <p:nvSpPr>
          <p:cNvPr id="38" name="">
            <a:extLst xmlns:a="http://schemas.openxmlformats.org/drawingml/2006/main">
              <a:ext uri="{FF2B5EF4-FFF2-40B4-BE49-F238E27FC236}">
                <a16:creationId xmlns:a16="http://schemas.microsoft.com/office/drawing/2014/main" id="{78D446D7-7546-4C59-9112-C127B40ADB89}"/>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39" name="">
            <a:extLst xmlns:a="http://schemas.openxmlformats.org/drawingml/2006/main">
              <a:ext uri="{FF2B5EF4-FFF2-40B4-BE49-F238E27FC236}">
                <a16:creationId xmlns:a16="http://schemas.microsoft.com/office/drawing/2014/main" id="{2239DDAD-AF50-489E-A57F-ED14D4D1584D}"/>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E4D"/>
                </a:solidFill>
                <a:latin typeface="Aptos"/>
                <a:ea typeface="Aptos"/>
                <a:cs typeface="Aptos"/>
              </a:defRPr>
            </a:pPr>
            <a:r>
              <a:rPr sz="1050" b="0">
                <a:solidFill>
                  <a:srgbClr val="102E4D"/>
                </a:solidFill>
                <a:latin typeface="Aptos"/>
                <a:ea typeface="Aptos"/>
                <a:cs typeface="Aptos"/>
              </a:rPr>
              <a:t>Text-to-speech time to first byte</a:t>
            </a:r>
          </a:p>
        </p:txBody>
      </p:sp>
      <p:sp>
        <p:nvSpPr>
          <p:cNvPr id="40" name="">
            <a:extLst xmlns:a="http://schemas.openxmlformats.org/drawingml/2006/main">
              <a:ext uri="{FF2B5EF4-FFF2-40B4-BE49-F238E27FC236}">
                <a16:creationId xmlns:a16="http://schemas.microsoft.com/office/drawing/2014/main" id="{C71DC8B6-D264-42E8-A68E-C3BE039D46B8}"/>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E4D"/>
                </a:solidFill>
                <a:latin typeface="Aptos"/>
                <a:ea typeface="Aptos"/>
                <a:cs typeface="Aptos"/>
              </a:defRPr>
            </a:pPr>
            <a:r>
              <a:rPr sz="1275" b="0">
                <a:solidFill>
                  <a:srgbClr val="102E4D"/>
                </a:solidFill>
                <a:latin typeface="Aptos"/>
                <a:ea typeface="Aptos"/>
                <a:cs typeface="Aptos"/>
              </a:rPr>
              <a:t>When can speech begin?</a:t>
            </a:r>
          </a:p>
        </p:txBody>
      </p:sp>
      <p:sp>
        <p:nvSpPr>
          <p:cNvPr id="41" name="">
            <a:extLst xmlns:a="http://schemas.openxmlformats.org/drawingml/2006/main">
              <a:ext uri="{FF2B5EF4-FFF2-40B4-BE49-F238E27FC236}">
                <a16:creationId xmlns:a16="http://schemas.microsoft.com/office/drawing/2014/main" id="{602BBF9C-F826-4AC7-9A8C-F557E45FC3AA}"/>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1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42" name="">
            <a:extLst xmlns:a="http://schemas.openxmlformats.org/drawingml/2006/main">
              <a:ext uri="{FF2B5EF4-FFF2-40B4-BE49-F238E27FC236}">
                <a16:creationId xmlns:a16="http://schemas.microsoft.com/office/drawing/2014/main" id="{3B801200-28B1-436C-9347-6EA7B848D3C0}"/>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E4D"/>
                </a:solidFill>
                <a:latin typeface="Aptos"/>
                <a:ea typeface="Aptos"/>
                <a:cs typeface="Aptos"/>
              </a:defRPr>
            </a:pPr>
            <a:r>
              <a:rPr sz="1050" b="0">
                <a:solidFill>
                  <a:srgbClr val="102E4D"/>
                </a:solidFill>
                <a:latin typeface="Aptos"/>
                <a:ea typeface="Aptos"/>
                <a:cs typeface="Aptos"/>
              </a:rPr>
              <a:t>Interruption detection and recovery</a:t>
            </a:r>
          </a:p>
        </p:txBody>
      </p:sp>
      <p:sp>
        <p:nvSpPr>
          <p:cNvPr id="43" name="">
            <a:extLst xmlns:a="http://schemas.openxmlformats.org/drawingml/2006/main">
              <a:ext uri="{FF2B5EF4-FFF2-40B4-BE49-F238E27FC236}">
                <a16:creationId xmlns:a16="http://schemas.microsoft.com/office/drawing/2014/main" id="{26D6DDCB-0793-4382-ABF4-4D1DEF5068AA}"/>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E4D"/>
                </a:solidFill>
                <a:latin typeface="Aptos"/>
                <a:ea typeface="Aptos"/>
                <a:cs typeface="Aptos"/>
              </a:defRPr>
            </a:pPr>
            <a:r>
              <a:rPr sz="1275" b="0">
                <a:solidFill>
                  <a:srgbClr val="102E4D"/>
                </a:solidFill>
                <a:latin typeface="Aptos"/>
                <a:ea typeface="Aptos"/>
                <a:cs typeface="Aptos"/>
              </a:rPr>
              <a:t>Can the caller take the floor?</a:t>
            </a:r>
          </a:p>
        </p:txBody>
      </p:sp>
      <p:sp>
        <p:nvSpPr>
          <p:cNvPr id="44" name="">
            <a:extLst xmlns:a="http://schemas.openxmlformats.org/drawingml/2006/main">
              <a:ext uri="{FF2B5EF4-FFF2-40B4-BE49-F238E27FC236}">
                <a16:creationId xmlns:a16="http://schemas.microsoft.com/office/drawing/2014/main" id="{99A56D86-DF1A-4FE2-ADA9-51F925CBE515}"/>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45" name="">
            <a:extLst xmlns:a="http://schemas.openxmlformats.org/drawingml/2006/main">
              <a:ext uri="{FF2B5EF4-FFF2-40B4-BE49-F238E27FC236}">
                <a16:creationId xmlns:a16="http://schemas.microsoft.com/office/drawing/2014/main" id="{C0004AD5-5001-4C18-9811-CE14128C4AE5}"/>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E4D"/>
                </a:solidFill>
                <a:latin typeface="Aptos"/>
                <a:ea typeface="Aptos"/>
                <a:cs typeface="Aptos"/>
              </a:defRPr>
            </a:pPr>
            <a:r>
              <a:rPr sz="1050" b="0">
                <a:solidFill>
                  <a:srgbClr val="102E4D"/>
                </a:solidFill>
                <a:latin typeface="Aptos"/>
                <a:ea typeface="Aptos"/>
                <a:cs typeface="Aptos"/>
              </a:rPr>
              <a:t>Real-time factor</a:t>
            </a:r>
          </a:p>
        </p:txBody>
      </p:sp>
      <p:sp>
        <p:nvSpPr>
          <p:cNvPr id="46" name="">
            <a:extLst xmlns:a="http://schemas.openxmlformats.org/drawingml/2006/main">
              <a:ext uri="{FF2B5EF4-FFF2-40B4-BE49-F238E27FC236}">
                <a16:creationId xmlns:a16="http://schemas.microsoft.com/office/drawing/2014/main" id="{E67775E4-15F0-4CDB-B6D2-35A4FA13105C}"/>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E4D"/>
                </a:solidFill>
                <a:latin typeface="Aptos"/>
                <a:ea typeface="Aptos"/>
                <a:cs typeface="Aptos"/>
              </a:defRPr>
            </a:pPr>
            <a:r>
              <a:rPr sz="1275" b="0">
                <a:solidFill>
                  <a:srgbClr val="102E4D"/>
                </a:solidFill>
                <a:latin typeface="Aptos"/>
                <a:ea typeface="Aptos"/>
                <a:cs typeface="Aptos"/>
              </a:rPr>
              <a:t>Can inference keep up with speech?</a:t>
            </a:r>
          </a:p>
        </p:txBody>
      </p:sp>
    </p:spTree>
    <p:extLst>
      <p:ext uri="{BB962C8B-B14F-4D97-AF65-F5344CB8AC3E}">
        <p14:creationId xmlns:p14="http://schemas.microsoft.com/office/powerpoint/2010/main" val="212854006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17602d1cabfb473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826E47-699B-434F-AC1F-97DF5A61E40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5F103-4AF2-430E-AB78-F21F96ECC82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E05C1662-C523-4397-BA1D-FC78D134E91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150ABA-1607-439B-A72B-56AA6E5B88A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B2885401-D86C-47AE-A5AA-31C93C00FF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D2A99DD-D3B5-4807-8DEC-F4241DEDA736}"/>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8530A564-EFC3-4B9B-A24A-E0286A17490B}"/>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E371C8EE-165A-4D1A-AB07-51C241569ADD}"/>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2BF98B55-3E32-4580-BADA-53876635B9AE}"/>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113C58F8-2B7F-4B5A-BA93-1FA2F34A1B81}"/>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1487281C-4C40-4F54-A1DF-DDA752ADA574}"/>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530452EB-893D-4D10-8BF6-6052F2DC7B8F}"/>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31B10CAA-B131-4FDD-BDAC-19BCF623A945}"/>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A2AB0917-0BA4-4403-B2C0-4EA602E42723}"/>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D04E148F-BD73-4672-8E91-F29378E7DDFF}"/>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75F7E23C-7660-4532-B81B-A07945879A82}"/>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A51488C0-A647-46D2-BAB8-510323CB012E}"/>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8098D1E0-F219-44EA-9D9F-F6AFB3D61F8C}"/>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A680929D-67E5-481A-A1D1-3187A5C0F242}"/>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E5213C6B-C813-45BC-A991-45D77393B2D5}"/>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57A3FF77-EA3C-4100-834A-4AED68A72FA5}"/>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21C1D255-68A4-469D-ABC2-1D547329F997}"/>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717C2B59-6851-4438-98BF-22ED3CA74F68}"/>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BCCD3B2F-BB4B-4487-89D7-46096C0EBE5A}"/>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B7CA7739-9041-4BF6-AE6D-49707A6AF3C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20031649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1e28a98e070e469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3B3D20-9669-4784-9B14-2DE874C8B6D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C493B03-873A-4A69-B13A-3964AAD6572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4F819B46-0C94-4F32-B7C5-BFDF2B58EDB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2FEF27F-C8DC-4DAF-A001-39C34843679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AFA8BE28-F59F-4D85-AFA4-FC7ECC49A5C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359E346-7C37-4450-BDA9-5D8E3BDE9A0D}"/>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54C2DC8-B653-4E30-9218-AD40D78F5C49}"/>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580F6B88-F398-4722-BB58-C345D8769C78}"/>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8B7B64D4-6024-4B76-ABDE-CAA78724BB69}"/>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9AEB820B-CC58-4DE6-BF51-21294B6F2D44}"/>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4A1EB77-6A8E-412C-AAB8-4BE646359775}"/>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50ECE575-FF0D-450D-8DB8-37434E116458}"/>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B420115E-7A8C-4EBA-AFCF-E31904A9033E}"/>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5565A5B9-BB4D-4E87-987D-0514075B6500}"/>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3A65FB1-80E8-4B56-8961-521BFC733F1F}"/>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4FD1B7AE-3922-45A1-BEC6-5272FF817EEC}"/>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3C9781A0-3782-4C48-827B-2F723CB9648B}"/>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7D46C3B7-23B8-42DB-A9E1-2F289926C50F}"/>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2458A54E-78E8-4F39-BE99-2A6C9D1D4AA1}"/>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E9ABBB8-EB3E-47AC-AE9C-1F0DB7F74039}"/>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96656E6E-0DF4-4BF5-9265-07337F857A08}"/>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44EDBE88-BB61-45B7-9706-E8BC0D48F108}"/>
              </a:ext>
            </a:extLst>
          </p:cNvPr>
          <p:cNvSpPr>
            <a:spLocks xmlns:a="http://schemas.openxmlformats.org/drawingml/2006/main" noGrp="1"/>
          </p:cNvSpPr>
          <p:nvPr/>
        </p:nvSpPr>
        <p:spPr>
          <a:xfrm xmlns:a="http://schemas.openxmlformats.org/drawingml/2006/main">
            <a:off x="1524000" y="4591050"/>
            <a:ext cx="9144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400" b="1">
                <a:solidFill>
                  <a:srgbClr val="102A43"/>
                </a:solidFill>
                <a:latin typeface="Aptos"/>
                <a:ea typeface="Aptos"/>
                <a:cs typeface="Aptos"/>
              </a:defRPr>
            </a:pPr>
            <a:r>
              <a:rPr sz="2400" b="1">
                <a:solidFill>
                  <a:srgbClr val="102A43"/>
                </a:solidFill>
                <a:latin typeface="Aptos"/>
                <a:ea typeface="Aptos"/>
                <a:cs typeface="Aptos"/>
              </a:rPr>
              <a:t>p50 without p95 is a demo, not an SLO.</a:t>
            </a:r>
          </a:p>
        </p:txBody>
      </p:sp>
      <p:sp>
        <p:nvSpPr>
          <p:cNvPr id="24" name="">
            <a:extLst xmlns:a="http://schemas.openxmlformats.org/drawingml/2006/main">
              <a:ext uri="{FF2B5EF4-FFF2-40B4-BE49-F238E27FC236}">
                <a16:creationId xmlns:a16="http://schemas.microsoft.com/office/drawing/2014/main" id="{08D48FEA-9F39-404C-BCFE-F472FF5C9B3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68955446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b47cc2f9c7a3416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7A74B80-14FF-43EA-94B3-BD4A2DC7557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C38ADF8-C9E1-4A77-BCD5-F9A1D39F2C8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ABFE3343-9804-427F-B93B-B9328CC6E59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AA0547F-AB84-440B-A1E7-08CD16E9E5B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646DCF9A-73E1-4E30-9D27-2D1E8BD34E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F10521-3937-4FE2-9A4F-995576282A5F}"/>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41292C4C-EE4D-43FF-A93E-A8BA8B180239}"/>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03E3B42F-853F-4C35-9C1A-A0EE58267FD1}"/>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8E3BCFC9-0B71-491E-85E2-FCAB9A5C553D}"/>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2AD5E0F5-C45A-4A5B-8552-BF0107FB0A6C}"/>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0D9686C7-7089-4A2E-B068-5F11BE7D7B08}"/>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47C1D1B6-5911-45B6-B8B6-20062C950B1C}"/>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C61C10BC-A9F3-43DA-9EE0-77E721D0434F}"/>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F08214EF-90E5-4C6A-9F17-1A51659E25A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66462862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d9b61dec2411439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22A7DC7-69B9-4006-A475-1B2802277C7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B2C7BCB-DF98-4986-9318-5AD1433EEF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9A90AECD-5E90-4C94-BC6D-68640252084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78DF30-D2CA-47FB-83DB-5E78E68F7B9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3C2940B3-9436-46D4-AAFF-0035E474F71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695E32B-C5B9-4FF0-9A74-3D34E70FA012}"/>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CF408CB6-BF5C-4897-B9E6-D4A961499C86}"/>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CDE7857E-E955-4CDC-BD43-F688D8AE4247}"/>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8716BC16-E77F-4114-99E8-486B05FBCAB9}"/>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0FEFFB98-94A9-455F-ABD3-91884146DCA7}"/>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F01885E0-E47C-4458-988F-C0521A3A91CF}"/>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62658C33-64F6-4D69-885F-0BD0751A23C2}"/>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576AAAFA-B878-49F7-9A0D-9CB97F84D57A}"/>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286341E3-1935-4839-821E-ECBA43281ED4}"/>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D75903D0-9A30-43C8-91D5-FCBEEBB2BD49}"/>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CCB35D1C-8B2F-4E61-BCCD-D0E6E0987CF7}"/>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16687F3F-FCAB-4210-9CF0-EA8884F65A2A}"/>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4E2F8C00-B645-45DC-B56D-E036C8754EA7}"/>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11B5EFCF-5425-4915-9FA3-B4EE7905BD44}"/>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AA5FDB98-A9B1-4397-ABA6-809593C05263}"/>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D4285BE8-E6EF-45D5-9A9D-0983860722DA}"/>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429D1BAE-25F5-487B-92B3-73F513DC569E}"/>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67EB5DC7-E6FB-4EE2-91DC-00BD2CB9A377}"/>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E2332F15-038A-4C46-A90B-EA33FF3027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76974510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e5742507e15f407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1144CB5-5FA3-4357-AF91-6CFA4B6C0C9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F1C97A1-CA94-46DF-9762-ED5F22F0E54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0E2EDE72-715C-46D0-AF32-336AF8325FB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7B73CB-28E7-432F-810E-F0A29144D7D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C30171AE-E6E6-4B4A-BF05-10CFF6B7CCA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4E95890-5FB7-4A48-A72B-6ED24C269CCD}"/>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70437B5-DB38-49CC-9A88-F4EACCBC5CC5}"/>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813F5411-D59D-467B-9E0A-DBC5FEF9F02F}"/>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D1B26433-32D1-47A6-9F72-C49959B0B74F}"/>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4673D5C-A53B-4E0A-983F-1626BD7DDC89}"/>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C186B2CE-506D-479A-B2F4-0C2E884DF158}"/>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21DD82E7-B86F-4ECF-A06F-FEF400904BA3}"/>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4A017C15-83D2-4794-B2C2-1A75C9C55CE8}"/>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3B5053A5-0FE7-4559-8CA8-9574D71C04E2}"/>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64D79A2B-C586-4057-9F28-731364C69E7A}"/>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0958D9C8-55EC-4536-84F5-9B35EC004A55}"/>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CFFA3D01-D586-461B-A64B-191166D78993}"/>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669946D2-CFE8-4700-9946-BBE1AEA53AF1}"/>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F95F837D-6FCC-42FB-AEF9-AEA2AAA23866}"/>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0BF25C37-9C20-4277-9695-4D9EB2AAB4CB}"/>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3166A43B-00F6-492F-96AD-8D3EBE180FF9}"/>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FE1195B-A383-4491-A754-8F35CE2E8F0F}"/>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DDD825C4-3A55-4E06-862B-F085625CFDF9}"/>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820B5060-0E82-41B2-B1D4-E2424B2F889E}"/>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6FFDE7CC-7B72-4C61-A872-2643395C8D58}"/>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E6563BA8-5AAA-4114-9AB9-161777E6C5ED}"/>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78DEA9EE-86F5-4D11-9499-27AA19F7B20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3981742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b82e40da9c84f8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D946E54-8883-42B2-8642-4DE8FD9856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2832C681-2039-482D-A393-C09A779A9FD7}"/>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1D5D7D67-0E79-485A-8748-3A1AE2B2256B}"/>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96149D4B-43A1-4636-A2C7-FB969042EC53}"/>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1F084E3F-73CB-4E11-847F-E0C0336E4859}"/>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B201097F-B1D2-43ED-B4B5-ED83B9BB66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06389281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9" name=""/>
          <p:cNvPicPr>
            <a:picLocks xmlns:a="http://schemas.openxmlformats.org/drawingml/2006/main" noChangeAspect="1"/>
          </p:cNvPicPr>
          <p:nvPr/>
        </p:nvPicPr>
        <p:blipFill>
          <a:blip xmlns:r="http://schemas.openxmlformats.org/officeDocument/2006/relationships" xmlns:a="http://schemas.openxmlformats.org/drawingml/2006/main" r:embed="R2f208d7d9e114cb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EB37D7C-ED20-4E65-B370-7D3D669237F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F195F69-11F4-410B-942B-3AF27D822D3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009AEDC3-068A-478C-AD76-6E76A8E98F2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FDF1BB3-58DE-45B4-A6D6-B4A5D738A23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1662E5FD-6A48-4263-94D8-553611B36FA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BEB8E44-A7B0-4A54-986F-5088782DC50B}"/>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A90E02C3-F687-4E26-828B-97B941C2EAC6}"/>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D502CD4-41DD-42D9-B216-BE9BCFFB80AF}"/>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0A62EE9-9AB5-472B-8E64-D0C71E09C597}"/>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84775410-7B6E-40AB-B1DA-4C3C57B25343}"/>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4968FA89-A49C-4C3C-8DDE-0115BE3D3D1C}"/>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084C6EF-7C90-43E2-B18E-DB1D677E1851}"/>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C978581-3E12-4D5C-BFDB-3CEA12E00127}"/>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944D964-964B-4627-9A89-0FCDFC29685B}"/>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B4E81F3-BB05-4BF8-83C2-79426CA9F92A}"/>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6E11024-D159-416C-8DBC-592247F7E19C}"/>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ECF7058-7A82-40BF-AF3D-5E7E23D4A273}"/>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082E9B1-F02E-4BB1-A6FD-0D1B409398BC}"/>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64D74BC-378B-42B0-AFCD-3D0D4B1F1F6E}"/>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433D1FA-FA8C-48E1-831B-1EDD4D59692D}"/>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46BEC60-8299-4B34-A5A4-E1CA2F7BE154}"/>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8B8247F-EC9A-4A83-8C84-E42B7A6D2E2B}"/>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D96CE008-8001-45AC-954E-E3B5D1DFE649}"/>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4357B8AB-05BA-4911-92B5-2A255603E48B}"/>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48F8F1F-9B88-4DB0-A5B6-A7AB56A71269}"/>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4DC5A53-20BC-4F1A-B4B8-6790BD44BA25}"/>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86A9A267-3832-430E-B393-852F8CF3DBEE}"/>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6758EAA8-E38C-4E1A-B7E2-8C6CF46F623E}"/>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8BA0577-3F16-4D65-9B84-A6E40CD03D22}"/>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BA4ECC6-458E-4635-AB1B-74D88933F917}"/>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5AA37795-EF25-48A3-ADF9-462F0479F990}"/>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B3CD8015-F8C4-4130-BDC7-C97F19586B75}"/>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2238F992-96D7-4F94-ADC9-5E29D2812EC4}"/>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491E975-632B-43CC-84F1-EBCD98D4AADB}"/>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37568047-8B6B-4256-91EB-AD7C6A54BD13}"/>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9F9B8C25-79F4-4AF5-AFCB-31039060F32C}"/>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663041FC-887B-4673-B343-9FA252CB102E}"/>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80C9F7DF-2E68-41FA-B81B-7F610FC40D86}"/>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711216C8-7042-44CC-866F-C7F35C84C5E9}"/>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3A7C60AF-216F-45CB-92BF-6393A72FEA86}"/>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541EE4AA-7FD2-4DED-8DEF-9361EEBF43CA}"/>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C7A8C915-2C7A-4445-8DDF-169F79E4CC5E}"/>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BBAFD532-6FD7-497E-9670-4B18B82C8283}"/>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9DA5DF5C-4FEC-4CA4-BFFA-EC53A87EE31B}"/>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4C045636-62EB-4E55-AA38-63EAF8CFEED9}"/>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7DF81B80-8888-4C2A-846C-E332AA95C58F}"/>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911D13C-2520-4243-A60B-8D42BCDC0784}"/>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3F08EB83-1CD7-433F-8FFE-E71C27578C1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822BCC97-5F74-4A61-9FB5-C5C5CF06192F}"/>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C5BA0750-A93A-4E3B-9E83-396E732FC439}"/>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D170ED04-57D3-4126-8828-0BA1E71C6107}"/>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2C8EC260-243B-4F60-A9DE-6CCDDF51940E}"/>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A08C8E65-BBA8-4D53-977D-D9B7B5A4E34F}"/>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6925C950-523C-4BCB-B0E2-A61E62A63E2B}"/>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3EA6F702-EF89-41DC-B7F9-4DE3FAE1D460}"/>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1D4D67E6-0E19-4271-802F-1C8214532DAD}"/>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F6A872BC-709A-4833-8179-4B0C0EC1AB29}"/>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3D266397-8B90-42E7-96FD-8CF196A2949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B282F709-D8B5-4BB6-98A6-CAD1BDBE777A}"/>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0A32A308-A3DA-49B3-8256-D28A4F412FDF}"/>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B4FADA6C-4745-4DA9-A294-2BF157D031A1}"/>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DAC05165-32F8-46C1-BB09-60B5C183DADF}"/>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BCABE716-209E-49EB-A5EA-8AF1AB4869A3}"/>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98A8CE3B-D4ED-40AE-8596-83A6A90ADE31}"/>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0FF38166-F2E8-4336-A1C3-A1DDAF041586}"/>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DE8D9F16-E29D-43FD-814B-8DCEA21CED90}"/>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0E968615-4854-40E3-9E3A-4750A8FE34DC}"/>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36AE1311-7969-4EAB-A3F5-92F0935C68A7}"/>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91CC7E3B-FE53-48B8-9245-9CEC270762F7}"/>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76E01C3B-B125-4111-973F-9D5B126B846E}"/>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EC34ED07-F52F-48FD-BC8A-8D8317726EAE}"/>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B6BEF722-BD32-47C5-B776-168CD913A498}"/>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1D97C31D-1616-4D9C-BCDD-87F430E15A45}"/>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FCECF9D4-7C57-4D0B-A83D-CEC6B0E8AA74}"/>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63459137-B076-4C46-BD75-41842A105F7E}"/>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3875D040-4F9D-430B-ACD1-95C8413D7A62}"/>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58522840-418B-4471-8A67-DE4854D6FB1C}"/>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D97302DD-E764-4F73-AA03-3D254EB64E7C}"/>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BF717C46-81B1-4DE4-B76D-F38F5AA0458D}"/>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D6BA84C6-2B40-40EB-9EE1-7310C63EAC62}"/>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5FCD9EC7-330C-4052-8F10-B2B1510AA81D}"/>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C75B69A9-DE03-460D-B3C0-060996D33154}"/>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A97109A1-A8A0-462B-ADDF-B6DDD5A60015}"/>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7DB48159-E80D-4EFF-B160-00F1B64A2335}"/>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5A5216EC-A254-46F4-840D-908C30972A60}"/>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FCFDE989-4A9E-4A02-8491-07B6121F6A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40017685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40719621c794e1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5B5654-FED4-42C1-9D7E-5E5351177FB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CBA498D-DF39-44A5-9F5C-D0A5D82A4FE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0EB6C868-033F-45A0-8732-CF68F75D680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81216C3-CAAB-401A-8A98-5EE665DC8D8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81ED6355-6CCA-4332-8EBF-4E7B585164D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DF0C34-A6F9-4093-AD2E-F0C6542212DD}"/>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F66152EC-3F80-43BD-A902-57FCAA56086C}"/>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057A1044-4B86-49B7-9731-C4F83166BA99}"/>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45CF1F-46F8-4780-9B0D-4E0A89BC5AF8}"/>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50A7E63E-55F3-4BCE-B163-025F1F53183A}"/>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582501DF-B434-489C-9EB8-BBC8BE8A5AC5}"/>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C0CC1C-5D45-4406-B491-BB824D7630C3}"/>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D0023086-DA7B-47D4-BB8D-F82A67A60721}"/>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EC2A61A7-929E-459E-8E65-4DB945739248}"/>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B8E314-D7CF-480C-8170-957152EDDA9C}"/>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B6B21E8C-88DF-4637-865D-1094E4204424}"/>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50D2447C-60CA-4655-A5CB-DA7A2E7F4CA4}"/>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CCEE48C-B1CF-45B4-A270-8F9E08E77D85}"/>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FEF6303D-C32D-4A3C-A738-80C875B86E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201519076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a97e11f1454543b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7DCE38A-0458-4AF9-9D58-67CE26B2825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B1DC9-361A-4DE8-B15A-7B54F26F17D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A1783CC0-93A3-41DA-A8DC-75ACB1C2A96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58A94AE-7B18-4601-ACB2-E179955BC19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F7EA4469-C915-4EA3-8822-8A5F4BEFDC2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FF7777D-239D-4BF7-86E4-EBBD2C46819C}"/>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4571DA24-E5F9-406A-ACCA-0132D2E26844}"/>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A2CF587D-10C8-45D0-8AA9-78651D3B3668}"/>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C82AFB5F-D028-4BFD-BC91-EBA0336F38E7}"/>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6FC59439-848D-4893-849C-2D95CB7DC0FA}"/>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92B8377-61CD-4C7E-9014-E778B4A48981}"/>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93E14303-F0AB-4BFA-9BD2-EEDA267A9467}"/>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875CD6F4-443C-485A-B013-4DEFFA9450AD}"/>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7BFD683F-F49B-4072-B895-B374414C205D}"/>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C40648D7-BDB6-41BB-8E9F-FAEC41F29717}"/>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2A4B8B7C-DC2F-4D03-A302-9FFB15E2D938}"/>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F940D85-9E95-45AE-A56B-ADB904B4C923}"/>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52ABF8FC-31E8-4453-A183-44F2872120EB}"/>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D375B636-7D99-4B7C-85B8-630CDF90009E}"/>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4F858DFD-E3C0-4FF9-B62F-46ACC795CBF5}"/>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66A5AE-D2F7-4457-B6EE-CC3C7C04C139}"/>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E256EFB1-065E-44C3-823D-6FB741CD8572}"/>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2CF4BA9A-97AA-4F22-AE98-46A5B0912A0E}"/>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21215DE-9DEC-47E1-BCBA-2EBB8A9B6B4F}"/>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AAAD572C-E89E-4690-933C-FD664CE8DCF8}"/>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1A2154AA-1026-4D0B-B1F2-5DEA74C44C01}"/>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A20A1E3-B0E8-4ED5-95B0-705DAE82C37D}"/>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96E89AAC-5A11-4F00-83D6-28C7B8CFE1C0}"/>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BB2AFA3-DE84-42DE-9843-3B7900C7144F}"/>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8E315C57-3A82-4266-B3C3-F0A0D7B4C80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2677435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b72356e6fb045c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CA4753-3DA4-46FE-8650-CDAB5DA0B2B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FBC2057-38CB-4FB7-97FF-A6D28C135ED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C8801709-215B-4D3F-9A57-DC2BA2A450F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9DC66B0-B28B-4239-9568-35FCF14CFC5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69702DC4-D66F-4CF0-B25C-22FE6A191B1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ED1920A-5778-4357-81D6-18F140670885}"/>
              </a:ext>
            </a:extLst>
          </p:cNvPr>
          <p:cNvSpPr>
            <a:spLocks xmlns:a="http://schemas.openxmlformats.org/drawingml/2006/main" noGrp="1"/>
          </p:cNvSpPr>
          <p:nvPr/>
        </p:nvSpPr>
        <p:spPr>
          <a:xfrm xmlns:a="http://schemas.openxmlformats.org/drawingml/2006/main">
            <a:off x="2000250" y="5286375"/>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2D51BF58-5C89-4272-8559-67D443194F3E}"/>
              </a:ext>
            </a:extLst>
          </p:cNvPr>
          <p:cNvSpPr>
            <a:spLocks xmlns:a="http://schemas.openxmlformats.org/drawingml/2006/main" noGrp="1"/>
          </p:cNvSpPr>
          <p:nvPr/>
        </p:nvSpPr>
        <p:spPr>
          <a:xfrm xmlns:a="http://schemas.openxmlformats.org/drawingml/2006/main">
            <a:off x="2000250" y="2190750"/>
            <a:ext cx="0" cy="3095625"/>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9" name="">
            <a:extLst xmlns:a="http://schemas.openxmlformats.org/drawingml/2006/main">
              <a:ext uri="{FF2B5EF4-FFF2-40B4-BE49-F238E27FC236}">
                <a16:creationId xmlns:a16="http://schemas.microsoft.com/office/drawing/2014/main" id="{69F0CAD3-544A-44AF-903C-9588B1405146}"/>
              </a:ext>
            </a:extLst>
          </p:cNvPr>
          <p:cNvSpPr>
            <a:spLocks xmlns:a="http://schemas.openxmlformats.org/drawingml/2006/main" noGrp="1"/>
          </p:cNvSpPr>
          <p:nvPr/>
        </p:nvSpPr>
        <p:spPr>
          <a:xfrm xmlns:a="http://schemas.openxmlformats.org/drawingml/2006/main">
            <a:off x="8905875" y="54864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slower →</a:t>
            </a:r>
          </a:p>
        </p:txBody>
      </p:sp>
      <p:sp>
        <p:nvSpPr>
          <p:cNvPr id="10" name="">
            <a:extLst xmlns:a="http://schemas.openxmlformats.org/drawingml/2006/main">
              <a:ext uri="{FF2B5EF4-FFF2-40B4-BE49-F238E27FC236}">
                <a16:creationId xmlns:a16="http://schemas.microsoft.com/office/drawing/2014/main" id="{58A64263-8B31-4B46-9944-97416602AC5B}"/>
              </a:ext>
            </a:extLst>
          </p:cNvPr>
          <p:cNvSpPr>
            <a:spLocks xmlns:a="http://schemas.openxmlformats.org/drawingml/2006/main" noGrp="1"/>
          </p:cNvSpPr>
          <p:nvPr/>
        </p:nvSpPr>
        <p:spPr>
          <a:xfrm xmlns:a="http://schemas.openxmlformats.org/drawingml/2006/main">
            <a:off x="742950" y="2095500"/>
            <a:ext cx="114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more reliable ↑</a:t>
            </a:r>
          </a:p>
        </p:txBody>
      </p:sp>
      <p:sp>
        <p:nvSpPr>
          <p:cNvPr id="11" name="">
            <a:extLst xmlns:a="http://schemas.openxmlformats.org/drawingml/2006/main">
              <a:ext uri="{FF2B5EF4-FFF2-40B4-BE49-F238E27FC236}">
                <a16:creationId xmlns:a16="http://schemas.microsoft.com/office/drawing/2014/main" id="{DA59C6E6-8BEC-4D3A-992F-9738C83E0B24}"/>
              </a:ext>
            </a:extLst>
          </p:cNvPr>
          <p:cNvSpPr>
            <a:spLocks xmlns:a="http://schemas.openxmlformats.org/drawingml/2006/main" noGrp="1"/>
          </p:cNvSpPr>
          <p:nvPr/>
        </p:nvSpPr>
        <p:spPr>
          <a:xfrm xmlns:a="http://schemas.openxmlformats.org/drawingml/2006/main">
            <a:off x="4171950" y="2762250"/>
            <a:ext cx="2000250" cy="1428750"/>
          </a:xfrm>
          <a:prstGeom xmlns:a="http://schemas.openxmlformats.org/drawingml/2006/main" prst="ellipse">
            <a:avLst/>
          </a:prstGeom>
          <a:solidFill xmlns:a="http://schemas.openxmlformats.org/drawingml/2006/main">
            <a:srgbClr val="268C82"/>
          </a:solidFill>
          <a:ln xmlns:a="http://schemas.openxmlformats.org/drawingml/2006/main" w="0">
            <a:solidFill>
              <a:srgbClr val="268C82"/>
            </a:solidFill>
            <a:prstDash val="solid"/>
          </a:ln>
        </p:spPr>
      </p:sp>
      <p:sp>
        <p:nvSpPr>
          <p:cNvPr id="12" name="">
            <a:extLst xmlns:a="http://schemas.openxmlformats.org/drawingml/2006/main">
              <a:ext uri="{FF2B5EF4-FFF2-40B4-BE49-F238E27FC236}">
                <a16:creationId xmlns:a16="http://schemas.microsoft.com/office/drawing/2014/main" id="{3804B89F-51A7-44C3-B83C-56BC97E4BE2F}"/>
              </a:ext>
            </a:extLst>
          </p:cNvPr>
          <p:cNvSpPr>
            <a:spLocks xmlns:a="http://schemas.openxmlformats.org/drawingml/2006/main" noGrp="1"/>
          </p:cNvSpPr>
          <p:nvPr/>
        </p:nvSpPr>
        <p:spPr>
          <a:xfrm xmlns:a="http://schemas.openxmlformats.org/drawingml/2006/main">
            <a:off x="4314825" y="2990850"/>
            <a:ext cx="1714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Gemini</a:t>
            </a:r>
          </a:p>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viable zone</a:t>
            </a:r>
          </a:p>
        </p:txBody>
      </p:sp>
      <p:sp>
        <p:nvSpPr>
          <p:cNvPr id="13" name="">
            <a:extLst xmlns:a="http://schemas.openxmlformats.org/drawingml/2006/main">
              <a:ext uri="{FF2B5EF4-FFF2-40B4-BE49-F238E27FC236}">
                <a16:creationId xmlns:a16="http://schemas.microsoft.com/office/drawing/2014/main" id="{141ED5F6-3825-4482-927C-861054D93916}"/>
              </a:ext>
            </a:extLst>
          </p:cNvPr>
          <p:cNvSpPr>
            <a:spLocks xmlns:a="http://schemas.openxmlformats.org/drawingml/2006/main" noGrp="1"/>
          </p:cNvSpPr>
          <p:nvPr/>
        </p:nvSpPr>
        <p:spPr>
          <a:xfrm xmlns:a="http://schemas.openxmlformats.org/drawingml/2006/main">
            <a:off x="7286625"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grounded</a:t>
            </a:r>
          </a:p>
        </p:txBody>
      </p:sp>
      <p:sp>
        <p:nvSpPr>
          <p:cNvPr id="14" name="">
            <a:extLst xmlns:a="http://schemas.openxmlformats.org/drawingml/2006/main">
              <a:ext uri="{FF2B5EF4-FFF2-40B4-BE49-F238E27FC236}">
                <a16:creationId xmlns:a16="http://schemas.microsoft.com/office/drawing/2014/main" id="{5FA0370C-763E-44ED-8FC3-20C4CFBF31F9}"/>
              </a:ext>
            </a:extLst>
          </p:cNvPr>
          <p:cNvSpPr>
            <a:spLocks xmlns:a="http://schemas.openxmlformats.org/drawingml/2006/main" noGrp="1"/>
          </p:cNvSpPr>
          <p:nvPr/>
        </p:nvSpPr>
        <p:spPr>
          <a:xfrm xmlns:a="http://schemas.openxmlformats.org/drawingml/2006/main">
            <a:off x="8858250"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structured</a:t>
            </a:r>
          </a:p>
        </p:txBody>
      </p:sp>
      <p:sp>
        <p:nvSpPr>
          <p:cNvPr id="15" name="">
            <a:extLst xmlns:a="http://schemas.openxmlformats.org/drawingml/2006/main">
              <a:ext uri="{FF2B5EF4-FFF2-40B4-BE49-F238E27FC236}">
                <a16:creationId xmlns:a16="http://schemas.microsoft.com/office/drawing/2014/main" id="{8640C92B-9294-4FB2-86A0-FBBD4730011E}"/>
              </a:ext>
            </a:extLst>
          </p:cNvPr>
          <p:cNvSpPr>
            <a:spLocks xmlns:a="http://schemas.openxmlformats.org/drawingml/2006/main" noGrp="1"/>
          </p:cNvSpPr>
          <p:nvPr/>
        </p:nvSpPr>
        <p:spPr>
          <a:xfrm xmlns:a="http://schemas.openxmlformats.org/drawingml/2006/main">
            <a:off x="7286625" y="3409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tool-capable</a:t>
            </a:r>
          </a:p>
        </p:txBody>
      </p:sp>
      <p:sp>
        <p:nvSpPr>
          <p:cNvPr id="16" name="">
            <a:extLst xmlns:a="http://schemas.openxmlformats.org/drawingml/2006/main">
              <a:ext uri="{FF2B5EF4-FFF2-40B4-BE49-F238E27FC236}">
                <a16:creationId xmlns:a16="http://schemas.microsoft.com/office/drawing/2014/main" id="{2823B0A1-BE29-4DA3-BFD6-EBA42C8D865F}"/>
              </a:ext>
            </a:extLst>
          </p:cNvPr>
          <p:cNvSpPr>
            <a:spLocks xmlns:a="http://schemas.openxmlformats.org/drawingml/2006/main" noGrp="1"/>
          </p:cNvSpPr>
          <p:nvPr/>
        </p:nvSpPr>
        <p:spPr>
          <a:xfrm xmlns:a="http://schemas.openxmlformats.org/drawingml/2006/main">
            <a:off x="8858250" y="3409950"/>
            <a:ext cx="1381125"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fast enough</a:t>
            </a:r>
          </a:p>
        </p:txBody>
      </p:sp>
      <p:sp>
        <p:nvSpPr>
          <p:cNvPr id="17" name="">
            <a:extLst xmlns:a="http://schemas.openxmlformats.org/drawingml/2006/main">
              <a:ext uri="{FF2B5EF4-FFF2-40B4-BE49-F238E27FC236}">
                <a16:creationId xmlns:a16="http://schemas.microsoft.com/office/drawing/2014/main" id="{B07875D8-93F2-4855-8FCF-D9ACDB7D948B}"/>
              </a:ext>
            </a:extLst>
          </p:cNvPr>
          <p:cNvSpPr>
            <a:spLocks xmlns:a="http://schemas.openxmlformats.org/drawingml/2006/main" noGrp="1"/>
          </p:cNvSpPr>
          <p:nvPr/>
        </p:nvSpPr>
        <p:spPr>
          <a:xfrm xmlns:a="http://schemas.openxmlformats.org/drawingml/2006/main">
            <a:off x="2381250" y="5886450"/>
            <a:ext cx="742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Best measured trade-off in this experiment—not a universal ranking.</a:t>
            </a:r>
          </a:p>
        </p:txBody>
      </p:sp>
      <p:sp>
        <p:nvSpPr>
          <p:cNvPr id="18" name="">
            <a:extLst xmlns:a="http://schemas.openxmlformats.org/drawingml/2006/main">
              <a:ext uri="{FF2B5EF4-FFF2-40B4-BE49-F238E27FC236}">
                <a16:creationId xmlns:a16="http://schemas.microsoft.com/office/drawing/2014/main" id="{7D8930F4-99A9-4E5A-A22C-8C1423F39A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11929012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d9a3cc58d922466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4F94B7-7C68-4DDE-ADD9-B5E20C9E72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C622736-F237-4029-B4C0-C561F48E2B7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7C3A082D-650C-4CE4-B1E6-C577376E484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2DB8032-E17A-4FB7-8335-3F03CA13A73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344A6677-62BA-4E02-97A6-8640674BC61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2153014-891D-4616-BD68-64DBB42ED549}"/>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CCD5E9C2-BEE2-4BEB-980E-1D8943854DF6}"/>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TTFT</a:t>
            </a:r>
          </a:p>
        </p:txBody>
      </p:sp>
      <p:sp>
        <p:nvSpPr>
          <p:cNvPr id="9" name="">
            <a:extLst xmlns:a="http://schemas.openxmlformats.org/drawingml/2006/main">
              <a:ext uri="{FF2B5EF4-FFF2-40B4-BE49-F238E27FC236}">
                <a16:creationId xmlns:a16="http://schemas.microsoft.com/office/drawing/2014/main" id="{05112C2A-E0E5-4AF7-AF35-59FA9598F24C}"/>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9A355FAF-3307-428F-AE17-7AC2328C915F}"/>
              </a:ext>
            </a:extLst>
          </p:cNvPr>
          <p:cNvSpPr>
            <a:spLocks xmlns:a="http://schemas.openxmlformats.org/drawingml/2006/main" noGrp="1"/>
          </p:cNvSpPr>
          <p:nvPr/>
        </p:nvSpPr>
        <p:spPr>
          <a:xfrm xmlns:a="http://schemas.openxmlformats.org/drawingml/2006/main">
            <a:off x="781050" y="24384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78BCC3BB-4485-4867-9F1B-7906910D6F17}"/>
              </a:ext>
            </a:extLst>
          </p:cNvPr>
          <p:cNvSpPr>
            <a:spLocks xmlns:a="http://schemas.openxmlformats.org/drawingml/2006/main" noGrp="1"/>
          </p:cNvSpPr>
          <p:nvPr/>
        </p:nvSpPr>
        <p:spPr>
          <a:xfrm xmlns:a="http://schemas.openxmlformats.org/drawingml/2006/main">
            <a:off x="952500" y="24384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1CF05A1D-FA1A-432C-9515-C6564606538F}"/>
              </a:ext>
            </a:extLst>
          </p:cNvPr>
          <p:cNvSpPr>
            <a:spLocks xmlns:a="http://schemas.openxmlformats.org/drawingml/2006/main" noGrp="1"/>
          </p:cNvSpPr>
          <p:nvPr/>
        </p:nvSpPr>
        <p:spPr>
          <a:xfrm xmlns:a="http://schemas.openxmlformats.org/drawingml/2006/main">
            <a:off x="3886200" y="24384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AD1F722A-82D5-49C6-ADB9-124D10C91927}"/>
              </a:ext>
            </a:extLst>
          </p:cNvPr>
          <p:cNvSpPr>
            <a:spLocks xmlns:a="http://schemas.openxmlformats.org/drawingml/2006/main" noGrp="1"/>
          </p:cNvSpPr>
          <p:nvPr/>
        </p:nvSpPr>
        <p:spPr>
          <a:xfrm xmlns:a="http://schemas.openxmlformats.org/drawingml/2006/main">
            <a:off x="5953125" y="24384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invented facts</a:t>
            </a:r>
          </a:p>
        </p:txBody>
      </p:sp>
      <p:sp>
        <p:nvSpPr>
          <p:cNvPr id="14" name="">
            <a:extLst xmlns:a="http://schemas.openxmlformats.org/drawingml/2006/main">
              <a:ext uri="{FF2B5EF4-FFF2-40B4-BE49-F238E27FC236}">
                <a16:creationId xmlns:a16="http://schemas.microsoft.com/office/drawing/2014/main" id="{58661A32-4BC8-4C17-875C-5C75790B402E}"/>
              </a:ext>
            </a:extLst>
          </p:cNvPr>
          <p:cNvSpPr>
            <a:spLocks xmlns:a="http://schemas.openxmlformats.org/drawingml/2006/main" noGrp="1"/>
          </p:cNvSpPr>
          <p:nvPr/>
        </p:nvSpPr>
        <p:spPr>
          <a:xfrm xmlns:a="http://schemas.openxmlformats.org/drawingml/2006/main">
            <a:off x="781050" y="321945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98BEFEE5-223D-4BF8-9115-9D1413BC1A48}"/>
              </a:ext>
            </a:extLst>
          </p:cNvPr>
          <p:cNvSpPr>
            <a:spLocks xmlns:a="http://schemas.openxmlformats.org/drawingml/2006/main" noGrp="1"/>
          </p:cNvSpPr>
          <p:nvPr/>
        </p:nvSpPr>
        <p:spPr>
          <a:xfrm xmlns:a="http://schemas.openxmlformats.org/drawingml/2006/main">
            <a:off x="952500" y="32194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37CC9D2A-1448-44D6-ADC8-ECBD268D060A}"/>
              </a:ext>
            </a:extLst>
          </p:cNvPr>
          <p:cNvSpPr>
            <a:spLocks xmlns:a="http://schemas.openxmlformats.org/drawingml/2006/main" noGrp="1"/>
          </p:cNvSpPr>
          <p:nvPr/>
        </p:nvSpPr>
        <p:spPr>
          <a:xfrm xmlns:a="http://schemas.openxmlformats.org/drawingml/2006/main">
            <a:off x="3886200" y="32194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24DCEB05-8BF4-4DB0-9AFA-8FD25603C90F}"/>
              </a:ext>
            </a:extLst>
          </p:cNvPr>
          <p:cNvSpPr>
            <a:spLocks xmlns:a="http://schemas.openxmlformats.org/drawingml/2006/main" noGrp="1"/>
          </p:cNvSpPr>
          <p:nvPr/>
        </p:nvSpPr>
        <p:spPr>
          <a:xfrm xmlns:a="http://schemas.openxmlformats.org/drawingml/2006/main">
            <a:off x="5953125" y="32194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2F3F1D68-CB6A-4061-829A-1459E3232ADB}"/>
              </a:ext>
            </a:extLst>
          </p:cNvPr>
          <p:cNvSpPr>
            <a:spLocks xmlns:a="http://schemas.openxmlformats.org/drawingml/2006/main" noGrp="1"/>
          </p:cNvSpPr>
          <p:nvPr/>
        </p:nvSpPr>
        <p:spPr>
          <a:xfrm xmlns:a="http://schemas.openxmlformats.org/drawingml/2006/main">
            <a:off x="781050" y="40005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63E3B106-ACCA-4938-9A24-474F401E3CC4}"/>
              </a:ext>
            </a:extLst>
          </p:cNvPr>
          <p:cNvSpPr>
            <a:spLocks xmlns:a="http://schemas.openxmlformats.org/drawingml/2006/main" noGrp="1"/>
          </p:cNvSpPr>
          <p:nvPr/>
        </p:nvSpPr>
        <p:spPr>
          <a:xfrm xmlns:a="http://schemas.openxmlformats.org/drawingml/2006/main">
            <a:off x="952500" y="40005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866695F9-CF54-4DA2-BEF9-FAAEE2EAB07F}"/>
              </a:ext>
            </a:extLst>
          </p:cNvPr>
          <p:cNvSpPr>
            <a:spLocks xmlns:a="http://schemas.openxmlformats.org/drawingml/2006/main" noGrp="1"/>
          </p:cNvSpPr>
          <p:nvPr/>
        </p:nvSpPr>
        <p:spPr>
          <a:xfrm xmlns:a="http://schemas.openxmlformats.org/drawingml/2006/main">
            <a:off x="3886200" y="40005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8703B951-7456-4B75-860B-7C378BA8F7C3}"/>
              </a:ext>
            </a:extLst>
          </p:cNvPr>
          <p:cNvSpPr>
            <a:spLocks xmlns:a="http://schemas.openxmlformats.org/drawingml/2006/main" noGrp="1"/>
          </p:cNvSpPr>
          <p:nvPr/>
        </p:nvSpPr>
        <p:spPr>
          <a:xfrm xmlns:a="http://schemas.openxmlformats.org/drawingml/2006/main">
            <a:off x="5953125" y="40005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BAE3B22D-A163-44F8-B222-DDCC7CB51044}"/>
              </a:ext>
            </a:extLst>
          </p:cNvPr>
          <p:cNvSpPr>
            <a:spLocks xmlns:a="http://schemas.openxmlformats.org/drawingml/2006/main" noGrp="1"/>
          </p:cNvSpPr>
          <p:nvPr/>
        </p:nvSpPr>
        <p:spPr>
          <a:xfrm xmlns:a="http://schemas.openxmlformats.org/drawingml/2006/main">
            <a:off x="781050" y="4781550"/>
            <a:ext cx="10648950" cy="609600"/>
          </a:xfrm>
          <a:prstGeom xmlns:a="http://schemas.openxmlformats.org/drawingml/2006/main" prst="roundRect">
            <a:avLst>
              <a:gd name="adj" fmla="val 21875"/>
            </a:avLst>
          </a:prstGeom>
          <a:solidFill xmlns:a="http://schemas.openxmlformats.org/drawingml/2006/main">
            <a:srgbClr val="DDEE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98CDF630-5EAC-4612-B735-6B5E0A2781BE}"/>
              </a:ext>
            </a:extLst>
          </p:cNvPr>
          <p:cNvSpPr>
            <a:spLocks xmlns:a="http://schemas.openxmlformats.org/drawingml/2006/main" noGrp="1"/>
          </p:cNvSpPr>
          <p:nvPr/>
        </p:nvSpPr>
        <p:spPr>
          <a:xfrm xmlns:a="http://schemas.openxmlformats.org/drawingml/2006/main">
            <a:off x="952500" y="47815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910C97A2-394B-4DCE-858C-EC5D5F48FC8D}"/>
              </a:ext>
            </a:extLst>
          </p:cNvPr>
          <p:cNvSpPr>
            <a:spLocks xmlns:a="http://schemas.openxmlformats.org/drawingml/2006/main" noGrp="1"/>
          </p:cNvSpPr>
          <p:nvPr/>
        </p:nvSpPr>
        <p:spPr>
          <a:xfrm xmlns:a="http://schemas.openxmlformats.org/drawingml/2006/main">
            <a:off x="3886200" y="47815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CF59B321-D8C9-4783-AE16-17068740CD87}"/>
              </a:ext>
            </a:extLst>
          </p:cNvPr>
          <p:cNvSpPr>
            <a:spLocks xmlns:a="http://schemas.openxmlformats.org/drawingml/2006/main" noGrp="1"/>
          </p:cNvSpPr>
          <p:nvPr/>
        </p:nvSpPr>
        <p:spPr>
          <a:xfrm xmlns:a="http://schemas.openxmlformats.org/drawingml/2006/main">
            <a:off x="5953125" y="47815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grounded, slower</a:t>
            </a:r>
          </a:p>
        </p:txBody>
      </p:sp>
      <p:sp>
        <p:nvSpPr>
          <p:cNvPr id="26" name="">
            <a:extLst xmlns:a="http://schemas.openxmlformats.org/drawingml/2006/main">
              <a:ext uri="{FF2B5EF4-FFF2-40B4-BE49-F238E27FC236}">
                <a16:creationId xmlns:a16="http://schemas.microsoft.com/office/drawing/2014/main" id="{197E419C-A833-49E0-9CF1-B641C27018A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 #1 commit 628b8b8 · Decision 0022</a:t>
            </a:r>
          </a:p>
        </p:txBody>
      </p:sp>
    </p:spTree>
    <p:extLst>
      <p:ext uri="{BB962C8B-B14F-4D97-AF65-F5344CB8AC3E}">
        <p14:creationId xmlns:p14="http://schemas.microsoft.com/office/powerpoint/2010/main" val="15921482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fd873c3dc5740d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ECADBB2-D16F-4D35-81F7-A6F93C8532A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0C4BD27-CC8C-4F87-BDF4-82425739EAF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A6EF46F7-1FA9-4C56-B1B0-4C49E655A93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15A56DC-5931-4D25-8277-C975A61A611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D2B2E02E-A84F-4566-98AC-7107A3208FD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32AE967-F9A5-4255-B082-ABE29E9804C6}"/>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F0C438BC-885A-498C-ADD6-C410CEF6D4DD}"/>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31A09D20-094A-4819-A730-F676BDC59DBF}"/>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F5BABBC5-67C0-43AD-B069-B95BA206BCF9}"/>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A8419C5E-44A1-434C-BF0A-4029DB2BEF2F}"/>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E04C3514-3E05-45BE-BA92-C409F9888D2C}"/>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1900771F-BF03-404B-93E0-AC9D396C79D9}"/>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90F57433-3678-492C-B116-2126B18ADCA8}"/>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BC4BE353-8719-46DC-A598-64228CE1085F}"/>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0DBC4ED6-FA6B-4A04-B7C4-701BE12AF5B4}"/>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04646348-B77D-4489-B2A2-2B3F41CE7309}"/>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3E5C8FBA-90F0-4DC1-A35C-969FAB8F56D2}"/>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B010D083-E13B-4B87-8DE0-8B0A95AD096F}"/>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5DA0B94E-B8C3-4A2C-812E-4FA9D22E2840}"/>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2E1791D9-4A64-41B7-9BE0-74AE3AE2BDEA}"/>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37B0492B-A7A2-4306-9C47-57F3F1B86106}"/>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5351130-01BD-4C78-BB89-28FAEF53BB6F}"/>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2F4DBE22-D15B-422A-B901-1BBB993D151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25019634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987f841471a4af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65C18F-31B9-4B20-9BCF-0179FF07C9A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BC8BFEB-6358-4400-B0AF-083AEF27B7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F1F68F94-180A-4589-B964-2981E8EC7A5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96F351-2105-4505-8EC4-5E86822BA57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 proven speed</a:t>
            </a:r>
          </a:p>
        </p:txBody>
      </p:sp>
      <p:sp>
        <p:nvSpPr>
          <p:cNvPr id="6" name="">
            <a:extLst xmlns:a="http://schemas.openxmlformats.org/drawingml/2006/main">
              <a:ext uri="{FF2B5EF4-FFF2-40B4-BE49-F238E27FC236}">
                <a16:creationId xmlns:a16="http://schemas.microsoft.com/office/drawing/2014/main" id="{A7DDBC3F-DB0C-4102-B922-B693D6A3061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3B148B-09AC-4522-87B5-D9CB7B34D4B5}"/>
              </a:ext>
            </a:extLst>
          </p:cNvPr>
          <p:cNvSpPr>
            <a:spLocks xmlns:a="http://schemas.openxmlformats.org/drawingml/2006/main" noGrp="1"/>
          </p:cNvSpPr>
          <p:nvPr/>
        </p:nvSpPr>
        <p:spPr>
          <a:xfrm xmlns:a="http://schemas.openxmlformats.org/drawingml/2006/main">
            <a:off x="2000250" y="2701011"/>
            <a:ext cx="2476500" cy="2347239"/>
          </a:xfrm>
          <a:prstGeom xmlns:a="http://schemas.openxmlformats.org/drawingml/2006/main" prst="roundRect">
            <a:avLst>
              <a:gd name="adj" fmla="val 7304"/>
            </a:avLst>
          </a:prstGeom>
          <a:solidFill xmlns:a="http://schemas.openxmlformats.org/drawingml/2006/main">
            <a:srgbClr val="8EBB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47CEDB-3E01-4108-B525-7AD8F29EA6EB}"/>
              </a:ext>
            </a:extLst>
          </p:cNvPr>
          <p:cNvSpPr>
            <a:spLocks xmlns:a="http://schemas.openxmlformats.org/drawingml/2006/main" noGrp="1"/>
          </p:cNvSpPr>
          <p:nvPr/>
        </p:nvSpPr>
        <p:spPr>
          <a:xfrm xmlns:a="http://schemas.openxmlformats.org/drawingml/2006/main">
            <a:off x="20002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1,943 ms</a:t>
            </a:r>
          </a:p>
        </p:txBody>
      </p:sp>
      <p:sp>
        <p:nvSpPr>
          <p:cNvPr id="9" name="">
            <a:extLst xmlns:a="http://schemas.openxmlformats.org/drawingml/2006/main">
              <a:ext uri="{FF2B5EF4-FFF2-40B4-BE49-F238E27FC236}">
                <a16:creationId xmlns:a16="http://schemas.microsoft.com/office/drawing/2014/main" id="{B6F960A4-79B3-48CF-9974-33C5BCBF8BE5}"/>
              </a:ext>
            </a:extLst>
          </p:cNvPr>
          <p:cNvSpPr>
            <a:spLocks xmlns:a="http://schemas.openxmlformats.org/drawingml/2006/main" noGrp="1"/>
          </p:cNvSpPr>
          <p:nvPr/>
        </p:nvSpPr>
        <p:spPr>
          <a:xfrm xmlns:a="http://schemas.openxmlformats.org/drawingml/2006/main">
            <a:off x="20002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Before</a:t>
            </a:r>
          </a:p>
        </p:txBody>
      </p:sp>
      <p:sp>
        <p:nvSpPr>
          <p:cNvPr id="10" name="">
            <a:extLst xmlns:a="http://schemas.openxmlformats.org/drawingml/2006/main">
              <a:ext uri="{FF2B5EF4-FFF2-40B4-BE49-F238E27FC236}">
                <a16:creationId xmlns:a16="http://schemas.microsoft.com/office/drawing/2014/main" id="{AD8AD172-4A84-4A14-BC83-3CDF41D2B64D}"/>
              </a:ext>
            </a:extLst>
          </p:cNvPr>
          <p:cNvSpPr>
            <a:spLocks xmlns:a="http://schemas.openxmlformats.org/drawingml/2006/main" noGrp="1"/>
          </p:cNvSpPr>
          <p:nvPr/>
        </p:nvSpPr>
        <p:spPr>
          <a:xfrm xmlns:a="http://schemas.openxmlformats.org/drawingml/2006/main">
            <a:off x="6000750" y="2738461"/>
            <a:ext cx="2476500" cy="2309789"/>
          </a:xfrm>
          <a:prstGeom xmlns:a="http://schemas.openxmlformats.org/drawingml/2006/main" prst="roundRect">
            <a:avLst>
              <a:gd name="adj" fmla="val 7423"/>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6F7FE24-9C94-44C5-B58D-E718A95A9EA9}"/>
              </a:ext>
            </a:extLst>
          </p:cNvPr>
          <p:cNvSpPr>
            <a:spLocks xmlns:a="http://schemas.openxmlformats.org/drawingml/2006/main" noGrp="1"/>
          </p:cNvSpPr>
          <p:nvPr/>
        </p:nvSpPr>
        <p:spPr>
          <a:xfrm xmlns:a="http://schemas.openxmlformats.org/drawingml/2006/main">
            <a:off x="60007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1,912 ms</a:t>
            </a:r>
          </a:p>
        </p:txBody>
      </p:sp>
      <p:sp>
        <p:nvSpPr>
          <p:cNvPr id="12" name="">
            <a:extLst xmlns:a="http://schemas.openxmlformats.org/drawingml/2006/main">
              <a:ext uri="{FF2B5EF4-FFF2-40B4-BE49-F238E27FC236}">
                <a16:creationId xmlns:a16="http://schemas.microsoft.com/office/drawing/2014/main" id="{D27B6879-8215-4AB3-85FF-60B26B730264}"/>
              </a:ext>
            </a:extLst>
          </p:cNvPr>
          <p:cNvSpPr>
            <a:spLocks xmlns:a="http://schemas.openxmlformats.org/drawingml/2006/main" noGrp="1"/>
          </p:cNvSpPr>
          <p:nvPr/>
        </p:nvSpPr>
        <p:spPr>
          <a:xfrm xmlns:a="http://schemas.openxmlformats.org/drawingml/2006/main">
            <a:off x="60007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Two-word speculation</a:t>
            </a:r>
          </a:p>
        </p:txBody>
      </p:sp>
      <p:sp>
        <p:nvSpPr>
          <p:cNvPr id="13" name="">
            <a:extLst xmlns:a="http://schemas.openxmlformats.org/drawingml/2006/main">
              <a:ext uri="{FF2B5EF4-FFF2-40B4-BE49-F238E27FC236}">
                <a16:creationId xmlns:a16="http://schemas.microsoft.com/office/drawing/2014/main" id="{405E9037-474A-4A85-8FD3-81055295E181}"/>
              </a:ext>
            </a:extLst>
          </p:cNvPr>
          <p:cNvSpPr>
            <a:spLocks xmlns:a="http://schemas.openxmlformats.org/drawingml/2006/main" noGrp="1"/>
          </p:cNvSpPr>
          <p:nvPr/>
        </p:nvSpPr>
        <p:spPr>
          <a:xfrm xmlns:a="http://schemas.openxmlformats.org/drawingml/2006/main">
            <a:off x="1562100" y="2000250"/>
            <a:ext cx="9067800" cy="3238500"/>
          </a:xfrm>
          <a:prstGeom xmlns:a="http://schemas.openxmlformats.org/drawingml/2006/main" prst="roundRect">
            <a:avLst>
              <a:gd name="adj" fmla="val 7059"/>
            </a:avLst>
          </a:prstGeom>
          <a:solidFill xmlns:a="http://schemas.openxmlformats.org/drawingml/2006/main">
            <a:srgbClr val="E8F3F6">
              <a:alpha val="35000"/>
            </a:srgbClr>
          </a:solidFill>
          <a:ln xmlns:a="http://schemas.openxmlformats.org/drawingml/2006/main" w="9525">
            <a:solidFill>
              <a:srgbClr val="288DC1"/>
            </a:solidFill>
            <a:prstDash val="solid"/>
          </a:ln>
        </p:spPr>
      </p:sp>
      <p:sp>
        <p:nvSpPr>
          <p:cNvPr id="14" name="">
            <a:extLst xmlns:a="http://schemas.openxmlformats.org/drawingml/2006/main">
              <a:ext uri="{FF2B5EF4-FFF2-40B4-BE49-F238E27FC236}">
                <a16:creationId xmlns:a16="http://schemas.microsoft.com/office/drawing/2014/main" id="{274117B9-50FE-484C-B687-221015CAAA31}"/>
              </a:ext>
            </a:extLst>
          </p:cNvPr>
          <p:cNvSpPr>
            <a:spLocks xmlns:a="http://schemas.openxmlformats.org/drawingml/2006/main" noGrp="1"/>
          </p:cNvSpPr>
          <p:nvPr/>
        </p:nvSpPr>
        <p:spPr>
          <a:xfrm xmlns:a="http://schemas.openxmlformats.org/drawingml/2006/main">
            <a:off x="5257800" y="4248150"/>
            <a:ext cx="1676400" cy="400050"/>
          </a:xfrm>
          <a:prstGeom xmlns:a="http://schemas.openxmlformats.org/drawingml/2006/main" prst="roundRect">
            <a:avLst>
              <a:gd name="adj" fmla="val 38095"/>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Mono"/>
                <a:ea typeface="Aptos Mono"/>
                <a:cs typeface="Aptos Mono"/>
              </a:defRPr>
            </a:pPr>
            <a:r>
              <a:rPr sz="1800" b="1">
                <a:solidFill>
                  <a:srgbClr val="D96C5F"/>
                </a:solidFill>
                <a:latin typeface="Aptos Mono"/>
                <a:ea typeface="Aptos Mono"/>
                <a:cs typeface="Aptos Mono"/>
              </a:rPr>
              <a:t>31 ms</a:t>
            </a:r>
          </a:p>
        </p:txBody>
      </p:sp>
      <p:sp>
        <p:nvSpPr>
          <p:cNvPr id="15" name="">
            <a:extLst xmlns:a="http://schemas.openxmlformats.org/drawingml/2006/main">
              <a:ext uri="{FF2B5EF4-FFF2-40B4-BE49-F238E27FC236}">
                <a16:creationId xmlns:a16="http://schemas.microsoft.com/office/drawing/2014/main" id="{6D1DED2D-D2BC-443B-A218-0425D9B6E4AC}"/>
              </a:ext>
            </a:extLst>
          </p:cNvPr>
          <p:cNvSpPr>
            <a:spLocks xmlns:a="http://schemas.openxmlformats.org/drawingml/2006/main" noGrp="1"/>
          </p:cNvSpPr>
          <p:nvPr/>
        </p:nvSpPr>
        <p:spPr>
          <a:xfrm xmlns:a="http://schemas.openxmlformats.org/drawingml/2006/main">
            <a:off x="3905250" y="5810250"/>
            <a:ext cx="438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within variance · n = 2</a:t>
            </a:r>
          </a:p>
        </p:txBody>
      </p:sp>
      <p:sp>
        <p:nvSpPr>
          <p:cNvPr id="16" name="">
            <a:extLst xmlns:a="http://schemas.openxmlformats.org/drawingml/2006/main">
              <a:ext uri="{FF2B5EF4-FFF2-40B4-BE49-F238E27FC236}">
                <a16:creationId xmlns:a16="http://schemas.microsoft.com/office/drawing/2014/main" id="{412383BF-831F-4BA9-ABFE-2085E423EBE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64143044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539c325c1b1458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BC33F0-F58B-4F9A-8016-A3F5F205F79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12B9C74-F4DD-4694-8A87-D7B5FA9D357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5C852F35-8828-44F6-8D67-2BE4A3B1FA0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B41FB49-99D6-4896-A9A2-32FABE1C63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855516E2-FA86-46AC-BA4B-D786C7FB2D5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814C978-3DE9-44BC-AA13-52A734A299F0}"/>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94A39486-F3BA-4259-9DCA-7E87B87346D8}"/>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B8BBF527-8805-4491-83A3-6D711FF87915}"/>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22161625-B684-4F0A-A38D-D86AA6A522B6}"/>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7D1C22BE-E7DC-4B0E-B548-67F214521939}"/>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7C73B8CC-1EB1-410C-88BD-57C990D98173}"/>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8C67FEBA-C194-4877-815B-8ABCC81F314C}"/>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996C3E5E-D6CE-4E4C-8CC6-3C1C520FD07D}"/>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92B25BD8-AEA0-4E78-97F0-0EF71CF4F8E7}"/>
              </a:ext>
            </a:extLst>
          </p:cNvPr>
          <p:cNvSpPr>
            <a:spLocks xmlns:a="http://schemas.openxmlformats.org/drawingml/2006/main" noGrp="1"/>
          </p:cNvSpPr>
          <p:nvPr/>
        </p:nvSpPr>
        <p:spPr>
          <a:xfrm xmlns:a="http://schemas.openxmlformats.org/drawingml/2006/main">
            <a:off x="1524000" y="56197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The quiet window was protective—not wasted latency.</a:t>
            </a:r>
          </a:p>
        </p:txBody>
      </p:sp>
      <p:sp>
        <p:nvSpPr>
          <p:cNvPr id="16" name="">
            <a:extLst xmlns:a="http://schemas.openxmlformats.org/drawingml/2006/main">
              <a:ext uri="{FF2B5EF4-FFF2-40B4-BE49-F238E27FC236}">
                <a16:creationId xmlns:a16="http://schemas.microsoft.com/office/drawing/2014/main" id="{704CB498-649D-452D-A4B4-AD5FA9E858D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210054287"/>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ac8baeee1354e5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0B30A11-3771-413B-A2DD-D8CDC6AD36F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765BBE6-FAF0-4AFF-AE44-C50B19DC722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38E2A693-4F54-4C2B-B66A-9770710409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F266FF6-9AEF-433D-8528-A6C4EA2E52B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AAFDAF8C-EA52-4665-9D19-84CD75974B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E422B0F-9BB7-4182-A665-576E13CEFA36}"/>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AF59EE38-BF60-4633-B07C-D784F2465F77}"/>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43587E0A-8E40-46A6-8A9B-3162A6C29EDB}"/>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07729C95-71B6-4AA5-AE05-9453A3FC568C}"/>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4B0DE66C-90B9-4E50-B056-92038F8E2E94}"/>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7B3F2736-24A7-484E-BE8A-4A7021BA8E4E}"/>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9E69C988-754C-43A6-BEE0-25358FDB9942}"/>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1F378EB0-56BC-4C83-8FE5-E745185A2141}"/>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857BF80E-8F79-4187-A4A0-802B89DC4A21}"/>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14871E8-6FC2-46EB-BB7E-8D6C2A6037EE}"/>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AE28AFB4-7CF2-4E7D-BDE8-F03B0DCBCB9E}"/>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E68A5F0D-D52F-42C0-8AD0-26A3453F8181}"/>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C3AE575B-24E3-411B-8C77-BA1A9E22318B}"/>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D04942AE-32F1-4A64-8922-6B872DFC362A}"/>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BBA57ABD-FEAC-442C-9D9A-723393B13708}"/>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FBD70410-22C0-4C9C-B4A0-A6D07E54887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96477612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76eb0e0a009400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3E685A8-A716-466C-9D28-A1C958DD57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FD1BA68-9D5F-487F-B225-DB4B721F821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95C8FAB5-ED65-4FCF-870D-DCD2088C09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52DB0BF-AB3A-42C0-A9C3-5C8EC3EC89F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C01AEFD5-EC81-4573-974E-988CDEC12B9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D66FE56-F213-4C5A-9C1B-509B3A59BAE4}"/>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1D3F8E3A-86E0-4B42-A0F2-67B45164A8B5}"/>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ED49D29E-7701-4235-8AFE-B83DD304F245}"/>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B6A57314-AA0F-49C9-8FCE-564B77C16482}"/>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3EC5E258-4743-413A-90DB-4A0B2F4E38B8}"/>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5DD21E31-499D-4F17-92D2-0806839F2877}"/>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74C109BE-A681-46B5-A4B1-E7C4CFD12479}"/>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69AEBC78-611B-424A-B47D-4F73C5B6304B}"/>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E3DD32B-A3D8-4048-9040-40D663E9EE01}"/>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9A2406E6-D859-4D30-97C7-6EDA29E2424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66642821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33672a0a6a8041b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A92D2A-CCFA-4802-A52B-280BD5450D3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950C434-559C-4FE4-9249-18637AD1699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FC513AD9-6964-4D9B-8781-CEE1C2B6C7E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89DE4B1-DF86-4BDF-831B-8DA7587CE5A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2C718C54-CFF0-4420-9DC7-654384949EC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9906B04-742B-4C86-B38D-E4B0938AF272}"/>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6C2640-A4BD-4068-8E05-DD20C53C6773}"/>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DA84A1FF-1DBB-4BFC-ABC7-8E73A6FDBEFB}"/>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4D260A81-CD5C-46C1-8636-AFD463F1EF7E}"/>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085CB819-5548-4E0C-B689-0F66FAEA091A}"/>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36B2B954-CF5E-4677-B0DB-1EECEE042AF1}"/>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E0CB6DC1-848E-43DB-8037-EE2F3095B61B}"/>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7BBA5F8B-440B-4B09-A352-8F7E9E096CD6}"/>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DC02AAA2-2150-4415-B39D-3865F03B4EC0}"/>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E5388B4D-8271-48C3-8CA6-AF3E5227997E}"/>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F76B3C0A-FC3A-4338-A6B0-219E80492652}"/>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1371223D-48EE-4DC7-84FE-6BE671BB5E06}"/>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D787747C-C787-4BF5-9A71-96EC476431A8}"/>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D63101E9-07F8-40DB-86D1-B51D74706F8D}"/>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598B5AEB-F818-4D0A-A81D-75B2296AA619}"/>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37560C3B-E43F-410C-BE64-D9727832783E}"/>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0E40A854-BBF8-484D-9D0F-41D542F43568}"/>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BCA3E780-49AF-41AC-8ED6-D8EA854443DC}"/>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F49B5724-CBCB-467A-8E39-5409EF3C9773}"/>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A3534073-F0C2-4773-901E-49B78A376983}"/>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E1DC9F19-3FDE-47C5-80D7-B111EA8B1F5A}"/>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EF20FF36-16AF-4D10-8C0E-0103D802B94E}"/>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4AF522E0-520B-4B3F-B3DE-0F7CA3A9A511}"/>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7C3EC9EF-3962-4516-8DB4-C63789FAB21A}"/>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5ADC747F-5D5B-42BC-ACCB-E4ED318DD56A}"/>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6889CCD1-866A-43F3-9FA3-943B41991B85}"/>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EE5D09BE-3B49-4E8C-88DB-08517AF0B1F7}"/>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A8AE619F-B753-423E-B9DF-8F2999AFE51B}"/>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73AEF9F8-3B60-49A8-BD01-0B0B97016E6B}"/>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B1DCB9F8-91D1-478D-A1F3-4D132AEBDA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80179697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769cbcae1d494f6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354DB9-A68F-4AA3-B3EA-F37B208C661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8271B47-A06A-498A-86C0-AB03AA45FF4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606731A9-7663-4494-98BB-839B1C5D53C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AA72345-1279-4B00-9825-036E682A305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20E9D45D-5ACA-4CA7-B9F3-AC5BEC6DF1A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E7ECED7-6781-40FB-AE53-0D9BEC659CB6}"/>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DE3B05B-35BD-4939-B510-CE28AD3EC67F}"/>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53C3A337-61C4-4DB1-B6AB-A9172FA2068A}"/>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11C5444E-0732-46BE-A943-9F6E5B7211AB}"/>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13AFC0CD-20B6-41AB-8EEB-9FC71B6E5B14}"/>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BF822E3-F5EA-474B-B0E7-DD8C8FC87D21}"/>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B8B9AE09-CA9A-4101-A198-2F5E1F2CC469}"/>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105705AA-7508-440C-A3E3-A349DD37CF60}"/>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D7D3DCED-CC0C-4925-B1AF-45349BFC7B8B}"/>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C5CD171C-B5F0-4C78-82D0-D649AAA3ACC3}"/>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E3C891A0-A413-4783-8116-31951B18E711}"/>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518448AA-A99E-45FE-B44F-B175D94792C6}"/>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55C0BE2A-919C-4167-B9DD-193ED47B7E81}"/>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0725BEB-7F71-4249-AED9-1EB1E4F47471}"/>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AA5DE731-4C48-42F5-A859-DA24A124EE32}"/>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401E7953-C022-4E96-9B51-9549CBFA0C99}"/>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0E3B9A26-5753-45B2-BADC-978BA160F9E7}"/>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B2FB1FBB-015A-40D0-8214-81421F62E306}"/>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F962756-9EE5-4616-924D-22EA05D189D9}"/>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7A3F7BD9-9DFF-46BE-8C86-C70747DDE6A9}"/>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A019430-A21B-48A6-8B48-C1CFFB2CED3D}"/>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80163ED2-8795-4B05-BA3B-3F23CA8B9EEE}"/>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F2BF8B7-E74A-4D83-B135-AB3E473AA4E9}"/>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631183DF-0218-455D-9E0B-D2AE3EA4BA25}"/>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85D15AA-EB9E-479F-B812-FF30EC71CFC9}"/>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AFB907A3-893F-4795-AB41-B242C6DC704E}"/>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608F14E-0A2D-46E5-81B8-690BD813797B}"/>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F49073B7-52B7-40A8-923F-5E810CD5BD23}"/>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817DA75C-EAF8-4A29-B194-2B1CF2B7139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07845992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d5bd8d8d5fc42d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F1F93B-B9CF-414F-BDC5-F5CAA085C32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6561843-9F97-4352-A0CF-1136573A8E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3C230101-3392-41C7-832A-15A8A3B9AF8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BBBB42-8B31-42F0-AD85-D8AF90E315E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5E1E9AAC-F4E5-48D7-90FD-4AC08E6777A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A8DA9F7-4EA8-4DC4-8C12-BAEC5560C650}"/>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419AB950-E43A-422D-B9FF-F4CB1E1D7127}"/>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949A9D8-81E3-42E9-8289-80373376DA81}"/>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56B3A747-C343-4E46-AF4E-96958B7EB726}"/>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1E13D66D-63BD-42BD-901E-31B532096561}"/>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D5493217-12F4-45F5-8E77-C5374563D1F3}"/>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42DFD6-9BDF-4692-AC05-04F9C6927AE2}"/>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959F22CB-33C1-4F99-B502-86C3B86C1812}"/>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230182F4-C1D4-4E6D-AE04-BCE605D8605E}"/>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9000F2CC-5296-47B0-BA0B-CDC62470B978}"/>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F6BEB24-00B6-4194-BEBA-4A6AEADF9CA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0B2E3757-55B2-4EF0-87CD-8C88ACCD998A}"/>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098FD6AC-2293-4558-A769-A24FDE79BA80}"/>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14A897D1-7D0D-4562-B6EC-B4586AD72BA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80870700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63b6b59eab94a5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9981AE8-B301-44F5-ADF7-043ABFDEA65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B65242-F521-4FF8-8AC1-B339C82BB2C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1F9EFA02-06ED-4D0B-B4DD-45462923187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0494FDB-CBD9-4199-9B00-6B9D8B39D10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7C766195-84BE-4827-9ABE-E7EA4B3DB04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A680EAF-21BC-4E29-9E0B-CC362CFB8ED9}"/>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7E34CAC9-7ABA-40F2-918B-839FD303004A}"/>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4235ADBA-DBCD-4042-B933-E7129C4E7E44}"/>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61A18C10-64A9-46B9-8A52-E2F7ABE3F4FF}"/>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5684F8EA-682D-4E68-ACEE-C18530496C75}"/>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B8ECDC7D-DCB1-49D4-B4A7-AA6C9B8EA2AA}"/>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98753EFE-FFC8-42E0-BA0F-62087A7B6367}"/>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768F3801-FEF8-467E-AC1D-C4C6E4BCBB4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4B946939-3CFC-457C-8DF9-FE323C4EDB17}"/>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FCCA622-68B1-4175-BA73-B96484089052}"/>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EB4CE586-7163-4CA1-B3E2-40B094772D5F}"/>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3F9D18F1-7C5A-4192-A06B-6248C32CF99A}"/>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A4627585-2098-4DC5-855C-62869AEB4192}"/>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E8AEBD78-54AF-47EF-AFA7-A05802127B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36336506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1692ebbba745411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2E8EE9-1E75-4E87-BA0F-C7440E46771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A9FE1CD-B199-4841-B2A1-B9C06EFE9D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5761FAD9-3070-45FE-A00C-F32D23C904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9FEFA23-D30C-4B21-9A73-03B620BE88B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265BD4FD-3BCC-47D4-BE29-33A9E6F57BB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5272BA8-1F28-4B9F-BA74-A948B454EEC9}"/>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6844C001-D4FC-4BE7-AD56-453BEEB90BB1}"/>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6015FDA2-7ED6-4170-A08B-CB83D80C6F2D}"/>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195A6CD8-BF49-43EF-AEE1-AA2436158B66}"/>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3AD7C552-73C2-4B91-B733-010A1A0953AE}"/>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A6F52B41-C3A8-4BDA-9C19-B09EB80D8189}"/>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FD888381-47F3-4A47-945A-94D88DA462A7}"/>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B42FC8B5-7962-49A8-B116-D6BD3AAF8B93}"/>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C2F34388-CDD7-499C-A8C2-9412186331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204443307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b2ad2509f3444c5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D9E7BA-2946-4F9F-A1ED-6BC685BF0FD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A891081-5402-40D2-9E20-2E5C5725B7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19C5684D-4457-4033-B965-40A472F3A98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231885-A748-4807-8D48-79194B0B9D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DB05CEE4-CDCB-4E4B-9131-265AD09C971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C0DD35-0442-4F3F-B2DF-3B359DD70467}"/>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C5579B-C67A-467A-98F2-5FEB91BA5B3D}"/>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E7AF049F-E2F5-4109-84E4-43FBE90E2A02}"/>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1AF78D55-A00B-480C-B77B-3C11EC72FB0C}"/>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66B90EC-A561-4D2F-81DE-1530876D2732}"/>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F193D82F-D3AE-492E-A7B2-009A58D85193}"/>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35C3CD89-D033-41B7-974F-6AE5D11370E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E9EC24-21E9-441E-BF04-A3A09B70C435}"/>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B27213AC-6F97-4909-A722-C66C475E19F4}"/>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E92A4760-3F6D-4D55-9CE7-9CAF575F6AD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B40F302-BD31-4606-9400-28F20879733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37BFC274-C26F-4D85-9155-7520B6268973}"/>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EB1828C9-454B-40F3-9141-E3BF921B854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6B369E3-9BA8-4C2E-918B-F856197C38C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C21B21B1-8452-4994-8424-8251F3759BB1}"/>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BFC6B385-CB76-4128-A7A9-E3E6BE21AE12}"/>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A1760D7-E21A-4B95-AD97-79D7D4EE81A4}"/>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9B3AA378-14E5-4C98-88E0-0B24E8D9AEEE}"/>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9EFF4CF0-6308-4F2A-81C7-783F08FFC9F9}"/>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7CBC800-353C-446C-BAC4-CA310A02D2F0}"/>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9AD4D9F6-2162-4D04-ADD4-90D22E20B37E}"/>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5C3EA52E-FB85-4061-A52C-EB5242B56A67}"/>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E1333F5-2102-4886-933F-28F23200391C}"/>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51E78DA2-C84B-4D37-913F-D05BB58F0BC2}"/>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02467C1B-172C-494A-B211-A6E2B5042B0B}"/>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1F47C81-DF68-405E-A919-EDFD65156B1E}"/>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435CB6B7-C375-4A75-B14D-217456D0CD9B}"/>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7FD41CDF-D961-45C8-A3AB-A8897F13E00A}"/>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6298A814-06F2-4341-B444-F332E9F5D560}"/>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86C02388-5FBE-41C1-B9E7-F1A1C0C77EB5}"/>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3C2A2915-C1D5-4848-98D8-B7B6A385F79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50613386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37b8116ad224af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0E5B82-AC03-41AB-B8F1-04E1833F689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8B14749-CD76-41A0-B321-E1D42AA643C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6414424F-AF00-4C2E-B8C9-A74B66DE463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7947672-071A-4BDF-BF80-1B8BB8FDE7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F52E5015-9642-4E2E-8A11-5B4BEEAC154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7026F61-9733-4EA0-981A-9C0CEEECFB52}"/>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6940679-7C12-4DBE-8512-865EA3F18848}"/>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7B354BC2-08B1-41DF-BDD5-A6C53D2C46A1}"/>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A0B44CB9-73EC-48F6-84BF-5945B9666744}"/>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B0DBFB68-B98B-4ED7-AD72-A931F87CF155}"/>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E88D8C37-1D7A-4E39-BC7F-3D1D6F9963DE}"/>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56F5E2B1-81B0-46CD-AEFC-4831F698C225}"/>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565848B-F3C2-4CA7-86C9-DDC49743461C}"/>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0AD8F080-B3D6-45D3-94AF-246A9DC22C9D}"/>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F79FCCC4-C652-4269-A9D0-0B666E61C53C}"/>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37F4D88A-1094-4D14-8271-F458C1112C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203990213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b48ec61cdb4e45c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19AAFC9-8CC6-4507-8594-7CD09ADA7EB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C4A94A24-9832-4381-854D-6690777CB0C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7472362-1823-4FD9-9127-595FD5B155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FCD5E347-EE53-44F2-AA4F-AEE55C9DD35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F3DF39A3-8C07-4A56-B368-32752BCD225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F2A48CBD-F602-42EA-888F-AAA7B5FD49C0}"/>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8B1C4B4E-0DB0-418F-BF73-EC272181C197}"/>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9A3AD76A-EA80-48B7-94DF-25B7E5F5AE7B}"/>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790AF0F-D852-4DF7-87DB-BFC4AF4109A5}"/>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5674DB3-1072-4D54-831E-77466D04ACB8}"/>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1DE6945-1937-4A70-8E17-7D3270E94EB6}"/>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494537A8-4173-4012-AA5E-6EBC5A61D234}"/>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9F58309-15FE-44D5-9BFD-29979365220F}"/>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EACDFF6E-6980-437C-B76F-C248D4113D6F}"/>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A9B53C8-AE2E-4BC7-8DAE-057C0D16FA9B}"/>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4E7E81D-F043-4B79-AD17-244B87A56848}"/>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4CA63F2-80BF-4790-955A-A30AB45E20AD}"/>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E902906-849D-420D-9D65-CFA7F180BC7D}"/>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3D043B23-1475-417A-8F5A-0BC09B1EC86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CF3931D-0FF9-4940-BCD7-2272ACB06F8F}"/>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16997B34-B326-48A4-B464-2B4F4607ED5D}"/>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A15BBAFF-4C76-48D6-B8F9-22179391C09D}"/>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FCAA4F20-CF15-45D2-B8DF-79E84999BABA}"/>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87DC8FBA-67B6-4192-BF6E-78D919EB14FB}"/>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37688BD-A627-4369-9198-650EC79CA86A}"/>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D273052-704A-490E-934A-82BE42F74C87}"/>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64EE810D-08BA-4593-ADE6-47AB3F21D9A2}"/>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0D7C6E1E-8445-4F3C-85FA-E9E95843F565}"/>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31612AC9-AB14-4199-A342-F50BE8FE0DB8}"/>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0AF0856-B3A2-4D52-A709-99B339595270}"/>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98556520-887B-4BC7-8767-CFA812964F24}"/>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0B8C9FF0-0164-43A8-BE3C-C1466F49ED22}"/>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3AF0D26F-F28B-4A03-A6B9-8AAC55EB2A85}"/>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FD9D7B1-946D-4E64-A6A7-F8361DF3398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99651473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32448b9e506e426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FE72FBB-E2E5-4C80-BC15-10F5C578BBC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43B2CBF-0957-425F-828D-BE7C598864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D270F12B-6803-4277-8E9C-CE65228B5AB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E9CD9F4-4D55-4099-9F66-72E72162595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88AB65A6-2583-4D5E-8FB3-D9BF0DF52AB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87304FA-ED66-465E-9B41-CD8229A50AEB}"/>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2AE57328-12B1-4DC0-8F7F-594478CDDB75}"/>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D95EB22A-AA58-476A-8DA2-D08CB4E97239}"/>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AB532860-B59F-4184-BBA8-63E92B2E1434}"/>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0461ABAB-26E1-4B25-B378-1D9BF89BC4CF}"/>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C2D7275B-F513-4B54-98A9-E89CCF592B91}"/>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9950E2B9-02B9-4F6F-AF20-5C051EC559E7}"/>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F3B08A58-CD4C-4B81-B431-501A6C719029}"/>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5935C260-4335-4E06-BFA9-673D093CCACF}"/>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4469CA41-DB90-4BC5-91E6-95C7E54B2237}"/>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44075480-A061-45D1-837F-21A57A72C9E2}"/>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53F568B1-BC14-4163-9A44-5099A136C3F4}"/>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0F127B49-09F0-4041-94BE-1B841989FBE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0AD9A860-030A-48CD-B6E9-AB1472CA06D4}"/>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B9504F06-FE14-4634-A3DC-E9FE209CFFE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5927836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1c658b90f626469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6157EB7-1667-46FA-B2B7-24EAAAEBB45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B83F6A9-BA66-49F3-9B0D-AE288AB840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B739ADB4-9D46-4693-B2E7-BAC8E4670FB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4E11785-E3EB-4BE8-870C-8F8A0CFAAC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E2DBA945-192F-4B0E-9664-88AC611710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9689FE-9FA2-4B1C-B304-3DB8909AAAAB}"/>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2E5BDE0-EA10-4763-A246-17909104FCDE}"/>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218A99C6-17A9-465F-9C73-03B86D59636A}"/>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31A016BE-F77B-46BD-BA93-73434BCFEE31}"/>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BBAF2771-BE3C-4955-8F20-46A20D2AAE62}"/>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AC92164-3C7B-44EB-8453-E0D5AE6C11FE}"/>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55F21E3-E483-45F6-9FE9-2816DEF797E7}"/>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3B1331F6-33A3-4F0A-A546-E3E0FD20F6D7}"/>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DF01435E-E48A-4B2A-A521-7C6F4F952EC5}"/>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8D410B5-EB3A-4634-B370-0ABABABD9422}"/>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F9B52D77-3AAF-4F42-AE7D-FAC2AAAFC93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3BCD576C-4827-4771-83A1-D7C74BFF3CBD}"/>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6F464545-D3FD-499A-B413-FF9201F59778}"/>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4FA28686-539A-492A-AE76-CCC29FB40FEC}"/>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B832DE8A-8775-4BB6-9307-0AA9B5F71E91}"/>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5B999BDE-D9B9-4001-88A1-8C260F4302D3}"/>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34A4AF0B-BAEC-42E8-A4B1-7A1C5645FC5C}"/>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4EAA8AAC-308D-4C29-B2E6-D615BC5A918B}"/>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E65D644F-4972-413F-BD3F-64460BD38785}"/>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8CD8145E-2C74-4DD1-BC1D-50357A1B5426}"/>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A1709B4D-D7CC-4D75-B231-6DD6A89DBCA4}"/>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077A7B1-C958-4D7D-B842-F1238E7B946A}"/>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932E92F6-4676-4719-B920-BDEB0FC60F05}"/>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16918269-411E-4428-8EEE-F84CBF6E1476}"/>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D65FE0FD-6AF9-48E8-BB44-5D54DAA49B4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20116106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929b8371e6b445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A9E7F1-DF8A-4FD7-BDF8-01C3AEE677C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3F1DC5B-0926-4125-B2AC-7E70F0167BC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E6DBCEA6-8224-49B5-B332-12D87C455CB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088589C-8261-4F84-8D3E-8B82AA457F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9A638A4F-2A6B-476D-8C3B-5E79AA9375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54ABB42-83C2-4A3B-8ACA-C8A0F7463AA0}"/>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CD624D5A-F2E0-4671-BB18-BE81DBB2C0F7}"/>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B911116B-2C38-41D3-B501-8E3977E5E66D}"/>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2DD60B70-7E69-4A1D-A5FE-B483B8F3321A}"/>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EB22EDBE-F649-4F32-A335-FF34400D431E}"/>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8F90A70F-7616-467F-AA45-1C48517F739E}"/>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2B39649A-ACB9-40BA-93D4-9D9C3053E579}"/>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1987CF46-FACF-45F4-95D1-3FD680D12798}"/>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7E9A37E4-D1DF-4CDA-8CB9-1E1A4A40CC3A}"/>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F48BF83F-BF7C-4AA9-A8A2-D5C675B7694A}"/>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B659D967-C410-4E2F-B383-8F3ACC97ED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3037280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2026-08-25T02:52:43.6120000Z</dcterms:created>
  <dcterms:modified xsi:type="dcterms:W3CDTF">2026-08-25T02:52:43.6130000Z</dcterms:modified>
</coreProperties>
</file>