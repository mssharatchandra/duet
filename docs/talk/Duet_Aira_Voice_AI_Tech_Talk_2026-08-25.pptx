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7d0f3e7723483d" /><Relationship Type="http://schemas.openxmlformats.org/officeDocument/2006/relationships/extended-properties" Target="/docProps/app.xml" Id="R59f7e07260c640a9" /><Relationship Type="http://schemas.openxmlformats.org/officeDocument/2006/relationships/officeDocument" Target="/ppt/presentation.xml" Id="R2c1fc16778b94548" /></Relationships>
</file>

<file path=ppt/presentation.xml><?xml version="1.0" encoding="utf-8"?>
<p:presentation xmlns:p="http://schemas.openxmlformats.org/presentationml/2006/main">
  <p:sldMasterIdLst>
    <p:sldMasterId xmlns:r="http://schemas.openxmlformats.org/officeDocument/2006/relationships" id="2147483648" r:id="R378ba66f3c0f41f2"/>
  </p:sldMasterIdLst>
  <p:notesMasterIdLst>
    <p:notesMasterId xmlns:r="http://schemas.openxmlformats.org/officeDocument/2006/relationships" r:id="R1a05f220b7754e3e"/>
  </p:notesMasterIdLst>
  <p:sldIdLst>
    <p:sldId xmlns:r="http://schemas.openxmlformats.org/officeDocument/2006/relationships" id="256" r:id="R5c128bff155c4bb4"/>
    <p:sldId xmlns:r="http://schemas.openxmlformats.org/officeDocument/2006/relationships" id="257" r:id="Rfc7964480d694f80"/>
    <p:sldId xmlns:r="http://schemas.openxmlformats.org/officeDocument/2006/relationships" id="258" r:id="Rc1462023d3fc4b65"/>
    <p:sldId xmlns:r="http://schemas.openxmlformats.org/officeDocument/2006/relationships" id="259" r:id="R68a3a1838e35470d"/>
    <p:sldId xmlns:r="http://schemas.openxmlformats.org/officeDocument/2006/relationships" id="260" r:id="R17db0ecd74cb404e"/>
    <p:sldId xmlns:r="http://schemas.openxmlformats.org/officeDocument/2006/relationships" id="261" r:id="R3f97ac66e4bd4a90"/>
    <p:sldId xmlns:r="http://schemas.openxmlformats.org/officeDocument/2006/relationships" id="262" r:id="R459c2e21da3747c6"/>
    <p:sldId xmlns:r="http://schemas.openxmlformats.org/officeDocument/2006/relationships" id="263" r:id="R207de7020ff24e27"/>
    <p:sldId xmlns:r="http://schemas.openxmlformats.org/officeDocument/2006/relationships" id="264" r:id="R444dfc702fc446c4"/>
    <p:sldId xmlns:r="http://schemas.openxmlformats.org/officeDocument/2006/relationships" id="265" r:id="Rba32c9978ea647ca"/>
    <p:sldId xmlns:r="http://schemas.openxmlformats.org/officeDocument/2006/relationships" id="266" r:id="R6f310e5cdee64543"/>
    <p:sldId xmlns:r="http://schemas.openxmlformats.org/officeDocument/2006/relationships" id="267" r:id="R49f84eb932914271"/>
    <p:sldId xmlns:r="http://schemas.openxmlformats.org/officeDocument/2006/relationships" id="268" r:id="R413cc7ab1f204026"/>
    <p:sldId xmlns:r="http://schemas.openxmlformats.org/officeDocument/2006/relationships" id="269" r:id="R15c39468a61f413b"/>
    <p:sldId xmlns:r="http://schemas.openxmlformats.org/officeDocument/2006/relationships" id="270" r:id="R7479fb9f891e491d"/>
    <p:sldId xmlns:r="http://schemas.openxmlformats.org/officeDocument/2006/relationships" id="271" r:id="Rcd5576f8ff954055"/>
    <p:sldId xmlns:r="http://schemas.openxmlformats.org/officeDocument/2006/relationships" id="272" r:id="R75e16f23a81d4186"/>
    <p:sldId xmlns:r="http://schemas.openxmlformats.org/officeDocument/2006/relationships" id="273" r:id="R44ca69813d5246a7"/>
    <p:sldId xmlns:r="http://schemas.openxmlformats.org/officeDocument/2006/relationships" id="274" r:id="R96486a0156bc483e"/>
    <p:sldId xmlns:r="http://schemas.openxmlformats.org/officeDocument/2006/relationships" id="275" r:id="R8cdee6c5634d464e"/>
    <p:sldId xmlns:r="http://schemas.openxmlformats.org/officeDocument/2006/relationships" id="276" r:id="R93461edd037a405a"/>
    <p:sldId xmlns:r="http://schemas.openxmlformats.org/officeDocument/2006/relationships" id="277" r:id="R44669212fbab43f8"/>
    <p:sldId xmlns:r="http://schemas.openxmlformats.org/officeDocument/2006/relationships" id="278" r:id="R139c7a3214454495"/>
    <p:sldId xmlns:r="http://schemas.openxmlformats.org/officeDocument/2006/relationships" id="279" r:id="R75ecf6e0fd5e4c7a"/>
    <p:sldId xmlns:r="http://schemas.openxmlformats.org/officeDocument/2006/relationships" id="280" r:id="R726b54ca3fc04689"/>
    <p:sldId xmlns:r="http://schemas.openxmlformats.org/officeDocument/2006/relationships" id="281" r:id="Rfd18a90c099c4b6e"/>
    <p:sldId xmlns:r="http://schemas.openxmlformats.org/officeDocument/2006/relationships" id="282" r:id="Re8240a768aa2439d"/>
    <p:sldId xmlns:r="http://schemas.openxmlformats.org/officeDocument/2006/relationships" id="283" r:id="R9e87cf7f17d0409e"/>
    <p:sldId xmlns:r="http://schemas.openxmlformats.org/officeDocument/2006/relationships" id="284" r:id="R853a91a6d92d4385"/>
    <p:sldId xmlns:r="http://schemas.openxmlformats.org/officeDocument/2006/relationships" id="285" r:id="R52565ef4a4b2425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9265d0170a4f58" /><Relationship Type="http://schemas.openxmlformats.org/officeDocument/2006/relationships/slideMaster" Target="/ppt/slideMasters/slideMaster1.xml" Id="R378ba66f3c0f41f2" /><Relationship Type="http://schemas.openxmlformats.org/officeDocument/2006/relationships/notesMaster" Target="/ppt/notesMasters/notesMaster1.xml" Id="R1a05f220b7754e3e" /><Relationship Type="http://schemas.openxmlformats.org/officeDocument/2006/relationships/presProps" Target="/ppt/presProps.xml" Id="R8ab603f59729429d" /><Relationship Type="http://schemas.openxmlformats.org/officeDocument/2006/relationships/tableStyles" Target="/ppt/tableStyles.xml" Id="Raaac9afeeb544a67" /><Relationship Type="http://schemas.openxmlformats.org/officeDocument/2006/relationships/slide" Target="/ppt/slides/slide1.xml" Id="R5c128bff155c4bb4" /><Relationship Type="http://schemas.openxmlformats.org/officeDocument/2006/relationships/slide" Target="/ppt/slides/slide2.xml" Id="Rfc7964480d694f80" /><Relationship Type="http://schemas.openxmlformats.org/officeDocument/2006/relationships/slide" Target="/ppt/slides/slide3.xml" Id="Rc1462023d3fc4b65" /><Relationship Type="http://schemas.openxmlformats.org/officeDocument/2006/relationships/slide" Target="/ppt/slides/slide4.xml" Id="R68a3a1838e35470d" /><Relationship Type="http://schemas.openxmlformats.org/officeDocument/2006/relationships/slide" Target="/ppt/slides/slide5.xml" Id="R17db0ecd74cb404e" /><Relationship Type="http://schemas.openxmlformats.org/officeDocument/2006/relationships/slide" Target="/ppt/slides/slide6.xml" Id="R3f97ac66e4bd4a90" /><Relationship Type="http://schemas.openxmlformats.org/officeDocument/2006/relationships/slide" Target="/ppt/slides/slide7.xml" Id="R459c2e21da3747c6" /><Relationship Type="http://schemas.openxmlformats.org/officeDocument/2006/relationships/slide" Target="/ppt/slides/slide8.xml" Id="R207de7020ff24e27" /><Relationship Type="http://schemas.openxmlformats.org/officeDocument/2006/relationships/slide" Target="/ppt/slides/slide9.xml" Id="R444dfc702fc446c4" /><Relationship Type="http://schemas.openxmlformats.org/officeDocument/2006/relationships/slide" Target="/ppt/slides/slide10.xml" Id="Rba32c9978ea647ca" /><Relationship Type="http://schemas.openxmlformats.org/officeDocument/2006/relationships/slide" Target="/ppt/slides/slide11.xml" Id="R6f310e5cdee64543" /><Relationship Type="http://schemas.openxmlformats.org/officeDocument/2006/relationships/slide" Target="/ppt/slides/slide12.xml" Id="R49f84eb932914271" /><Relationship Type="http://schemas.openxmlformats.org/officeDocument/2006/relationships/slide" Target="/ppt/slides/slide13.xml" Id="R413cc7ab1f204026" /><Relationship Type="http://schemas.openxmlformats.org/officeDocument/2006/relationships/slide" Target="/ppt/slides/slide14.xml" Id="R15c39468a61f413b" /><Relationship Type="http://schemas.openxmlformats.org/officeDocument/2006/relationships/slide" Target="/ppt/slides/slide15.xml" Id="R7479fb9f891e491d" /><Relationship Type="http://schemas.openxmlformats.org/officeDocument/2006/relationships/slide" Target="/ppt/slides/slide16.xml" Id="Rcd5576f8ff954055" /><Relationship Type="http://schemas.openxmlformats.org/officeDocument/2006/relationships/slide" Target="/ppt/slides/slide17.xml" Id="R75e16f23a81d4186" /><Relationship Type="http://schemas.openxmlformats.org/officeDocument/2006/relationships/slide" Target="/ppt/slides/slide18.xml" Id="R44ca69813d5246a7" /><Relationship Type="http://schemas.openxmlformats.org/officeDocument/2006/relationships/slide" Target="/ppt/slides/slide19.xml" Id="R96486a0156bc483e" /><Relationship Type="http://schemas.openxmlformats.org/officeDocument/2006/relationships/slide" Target="/ppt/slides/slide20.xml" Id="R8cdee6c5634d464e" /><Relationship Type="http://schemas.openxmlformats.org/officeDocument/2006/relationships/slide" Target="/ppt/slides/slide21.xml" Id="R93461edd037a405a" /><Relationship Type="http://schemas.openxmlformats.org/officeDocument/2006/relationships/slide" Target="/ppt/slides/slide22.xml" Id="R44669212fbab43f8" /><Relationship Type="http://schemas.openxmlformats.org/officeDocument/2006/relationships/slide" Target="/ppt/slides/slide23.xml" Id="R139c7a3214454495" /><Relationship Type="http://schemas.openxmlformats.org/officeDocument/2006/relationships/slide" Target="/ppt/slides/slide24.xml" Id="R75ecf6e0fd5e4c7a" /><Relationship Type="http://schemas.openxmlformats.org/officeDocument/2006/relationships/slide" Target="/ppt/slides/slide25.xml" Id="R726b54ca3fc04689" /><Relationship Type="http://schemas.openxmlformats.org/officeDocument/2006/relationships/slide" Target="/ppt/slides/slide26.xml" Id="Rfd18a90c099c4b6e" /><Relationship Type="http://schemas.openxmlformats.org/officeDocument/2006/relationships/slide" Target="/ppt/slides/slide27.xml" Id="Re8240a768aa2439d" /><Relationship Type="http://schemas.openxmlformats.org/officeDocument/2006/relationships/slide" Target="/ppt/slides/slide28.xml" Id="R9e87cf7f17d0409e" /><Relationship Type="http://schemas.openxmlformats.org/officeDocument/2006/relationships/slide" Target="/ppt/slides/slide29.xml" Id="R853a91a6d92d4385" /><Relationship Type="http://schemas.openxmlformats.org/officeDocument/2006/relationships/slide" Target="/ppt/slides/slide30.xml" Id="R52565ef4a4b2425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8cacd7afa94f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56e422ab3a4590" /><Relationship Type="http://schemas.openxmlformats.org/officeDocument/2006/relationships/notesMaster" Target="/ppt/notesMasters/notesMaster1.xml" Id="R8e5fe72bf11d4e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4d581c005c4f3d" /><Relationship Type="http://schemas.openxmlformats.org/officeDocument/2006/relationships/notesMaster" Target="/ppt/notesMasters/notesMaster1.xml" Id="Ra6815fe304364f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7051b70ed284436" /><Relationship Type="http://schemas.openxmlformats.org/officeDocument/2006/relationships/notesMaster" Target="/ppt/notesMasters/notesMaster1.xml" Id="Re4a87a091e4d45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4312bef6154cde" /><Relationship Type="http://schemas.openxmlformats.org/officeDocument/2006/relationships/notesMaster" Target="/ppt/notesMasters/notesMaster1.xml" Id="R0820865a4f6c4d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74f9a8a4727e4c15" /><Relationship Type="http://schemas.openxmlformats.org/officeDocument/2006/relationships/notesMaster" Target="/ppt/notesMasters/notesMaster1.xml" Id="Re686e6f1d8a341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576c6b36284ed4" /><Relationship Type="http://schemas.openxmlformats.org/officeDocument/2006/relationships/notesMaster" Target="/ppt/notesMasters/notesMaster1.xml" Id="Re41cdf0c3e9d455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a00c668071417a" /><Relationship Type="http://schemas.openxmlformats.org/officeDocument/2006/relationships/notesMaster" Target="/ppt/notesMasters/notesMaster1.xml" Id="Rf770938bfbb64b87"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ec34b1fd744c38" /><Relationship Type="http://schemas.openxmlformats.org/officeDocument/2006/relationships/notesMaster" Target="/ppt/notesMasters/notesMaster1.xml" Id="R6c27f77c903344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6c98c976e04545e1" /><Relationship Type="http://schemas.openxmlformats.org/officeDocument/2006/relationships/notesMaster" Target="/ppt/notesMasters/notesMaster1.xml" Id="Re5462f4ec06043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68e42a59644c1f" /><Relationship Type="http://schemas.openxmlformats.org/officeDocument/2006/relationships/notesMaster" Target="/ppt/notesMasters/notesMaster1.xml" Id="R7972a09bf2b4479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cf1896758e48f2" /><Relationship Type="http://schemas.openxmlformats.org/officeDocument/2006/relationships/notesMaster" Target="/ppt/notesMasters/notesMaster1.xml" Id="Rad7f8a0656c34ca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552c2eb98c74085" /><Relationship Type="http://schemas.openxmlformats.org/officeDocument/2006/relationships/notesMaster" Target="/ppt/notesMasters/notesMaster1.xml" Id="Rabf532c587094d7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df94a6d89243ab" /><Relationship Type="http://schemas.openxmlformats.org/officeDocument/2006/relationships/notesMaster" Target="/ppt/notesMasters/notesMaster1.xml" Id="R583552d3d1024c3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7e3f6ae91f04dc9" /><Relationship Type="http://schemas.openxmlformats.org/officeDocument/2006/relationships/notesMaster" Target="/ppt/notesMasters/notesMaster1.xml" Id="R6083be853c2a446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4da80edfcf64e3a" /><Relationship Type="http://schemas.openxmlformats.org/officeDocument/2006/relationships/notesMaster" Target="/ppt/notesMasters/notesMaster1.xml" Id="Rdc89e60cde45402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3002bfed6384dfe" /><Relationship Type="http://schemas.openxmlformats.org/officeDocument/2006/relationships/notesMaster" Target="/ppt/notesMasters/notesMaster1.xml" Id="R2e32295ab961419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ff4ad67de6f4907" /><Relationship Type="http://schemas.openxmlformats.org/officeDocument/2006/relationships/notesMaster" Target="/ppt/notesMasters/notesMaster1.xml" Id="R0b20bbeacfc743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190df55727142ab" /><Relationship Type="http://schemas.openxmlformats.org/officeDocument/2006/relationships/notesMaster" Target="/ppt/notesMasters/notesMaster1.xml" Id="R56a0d055baff4f5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387377650cf42f5" /><Relationship Type="http://schemas.openxmlformats.org/officeDocument/2006/relationships/notesMaster" Target="/ppt/notesMasters/notesMaster1.xml" Id="Rb762e572528a49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efce0d3f2fb46d9" /><Relationship Type="http://schemas.openxmlformats.org/officeDocument/2006/relationships/notesMaster" Target="/ppt/notesMasters/notesMaster1.xml" Id="R2055aa623ccc412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6acfec5672b4dce" /><Relationship Type="http://schemas.openxmlformats.org/officeDocument/2006/relationships/notesMaster" Target="/ppt/notesMasters/notesMaster1.xml" Id="R0340791fada8428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b0cca85c96b41d1" /><Relationship Type="http://schemas.openxmlformats.org/officeDocument/2006/relationships/notesMaster" Target="/ppt/notesMasters/notesMaster1.xml" Id="R6f5fbf609e6d42b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b46942c7f524d2b" /><Relationship Type="http://schemas.openxmlformats.org/officeDocument/2006/relationships/notesMaster" Target="/ppt/notesMasters/notesMaster1.xml" Id="R06d137c17ee2430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48e5d72b58c493c" /><Relationship Type="http://schemas.openxmlformats.org/officeDocument/2006/relationships/notesMaster" Target="/ppt/notesMasters/notesMaster1.xml" Id="R2cb2c0e713b9478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35fa253536a41fe" /><Relationship Type="http://schemas.openxmlformats.org/officeDocument/2006/relationships/notesMaster" Target="/ppt/notesMasters/notesMaster1.xml" Id="R109b9cd29a24468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eeda5d82cce49d8" /><Relationship Type="http://schemas.openxmlformats.org/officeDocument/2006/relationships/notesMaster" Target="/ppt/notesMasters/notesMaster1.xml" Id="Rf76b26daefd0421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d5fcdd155f24b19" /><Relationship Type="http://schemas.openxmlformats.org/officeDocument/2006/relationships/notesMaster" Target="/ppt/notesMasters/notesMaster1.xml" Id="R539b68181eed4f4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b2a403e90f04b25" /><Relationship Type="http://schemas.openxmlformats.org/officeDocument/2006/relationships/notesMaster" Target="/ppt/notesMasters/notesMaster1.xml" Id="R3ff32f71421249e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d2faff62ac64686" /><Relationship Type="http://schemas.openxmlformats.org/officeDocument/2006/relationships/notesMaster" Target="/ppt/notesMasters/notesMaster1.xml" Id="R06620dcef218438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f61bf4c8be548c8" /><Relationship Type="http://schemas.openxmlformats.org/officeDocument/2006/relationships/notesMaster" Target="/ppt/notesMasters/notesMaster1.xml" Id="Re24b92b63d1f43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41444cb53945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2bd9f3b94f416f" /><Relationship Type="http://schemas.openxmlformats.org/officeDocument/2006/relationships/slideLayout" Target="/ppt/slideLayouts/slideLayout1.xml" Id="R09665b2e06c142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665b2e06c142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b474032ef854587" /><Relationship Type="http://schemas.openxmlformats.org/officeDocument/2006/relationships/image" Target="/ppt/media/image.jpeg" Id="R74572fb969614ba2" /><Relationship Type="http://schemas.openxmlformats.org/officeDocument/2006/relationships/notesSlide" Target="/ppt/notesSlides/notesSlide1.xml" Id="Ra12ca5a4183d4c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c76fe141f9e4fec" /><Relationship Type="http://schemas.openxmlformats.org/officeDocument/2006/relationships/image" Target="/ppt/media/image2.jpeg" Id="R259cdaf652f84fc5" /><Relationship Type="http://schemas.openxmlformats.org/officeDocument/2006/relationships/notesSlide" Target="/ppt/notesSlides/notesSlide2.xml" Id="R5a955af3bd884be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970fc360beb4a59" /><Relationship Type="http://schemas.openxmlformats.org/officeDocument/2006/relationships/image" Target="/ppt/media/image3.jpeg" Id="R9cfa8a09b5f84e0e" /><Relationship Type="http://schemas.openxmlformats.org/officeDocument/2006/relationships/notesSlide" Target="/ppt/notesSlides/notesSlide3.xml" Id="Radaa5606ce9745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0cce076e52f4e73" /><Relationship Type="http://schemas.openxmlformats.org/officeDocument/2006/relationships/image" Target="/ppt/media/image4.jpeg" Id="Rfe79888d73224c4f" /><Relationship Type="http://schemas.openxmlformats.org/officeDocument/2006/relationships/notesSlide" Target="/ppt/notesSlides/notesSlide4.xml" Id="R5e6a24d220a3402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e61cfb8096b4f54" /><Relationship Type="http://schemas.openxmlformats.org/officeDocument/2006/relationships/image" Target="/ppt/media/image5.jpeg" Id="R82013d2924034dfc" /><Relationship Type="http://schemas.openxmlformats.org/officeDocument/2006/relationships/notesSlide" Target="/ppt/notesSlides/notesSlide5.xml" Id="Re0ce9203632d42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c1da154de04148" /><Relationship Type="http://schemas.openxmlformats.org/officeDocument/2006/relationships/image" Target="/ppt/media/image6.jpeg" Id="R0e95456c804b43c5" /><Relationship Type="http://schemas.openxmlformats.org/officeDocument/2006/relationships/notesSlide" Target="/ppt/notesSlides/notesSlide6.xml" Id="R64755c56278146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cf6683399b74acd" /><Relationship Type="http://schemas.openxmlformats.org/officeDocument/2006/relationships/image" Target="/ppt/media/image7.jpeg" Id="R7b96484c2e9e4832" /><Relationship Type="http://schemas.openxmlformats.org/officeDocument/2006/relationships/notesSlide" Target="/ppt/notesSlides/notesSlide7.xml" Id="Ra2146a4521bc49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0420ca330024292" /><Relationship Type="http://schemas.openxmlformats.org/officeDocument/2006/relationships/image" Target="/ppt/media/image8.jpeg" Id="Re55e0f18e5614a2d" /><Relationship Type="http://schemas.openxmlformats.org/officeDocument/2006/relationships/notesSlide" Target="/ppt/notesSlides/notesSlide8.xml" Id="Rd2a3e5578a0041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7927a0eafd74ad2" /><Relationship Type="http://schemas.openxmlformats.org/officeDocument/2006/relationships/image" Target="/ppt/media/image9.jpeg" Id="Re8a7352f125d4233" /><Relationship Type="http://schemas.openxmlformats.org/officeDocument/2006/relationships/notesSlide" Target="/ppt/notesSlides/notesSlide9.xml" Id="Rfac10bfd7abb45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7cb1bd25a87484a" /><Relationship Type="http://schemas.openxmlformats.org/officeDocument/2006/relationships/image" Target="/ppt/media/image10.jpeg" Id="R465ed369a53545bc" /><Relationship Type="http://schemas.openxmlformats.org/officeDocument/2006/relationships/notesSlide" Target="/ppt/notesSlides/notesSlide10.xml" Id="Rd1ee523e58ea49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3d479e3768744c8" /><Relationship Type="http://schemas.openxmlformats.org/officeDocument/2006/relationships/image" Target="/ppt/media/image11.jpeg" Id="R72c24c43852249a4" /><Relationship Type="http://schemas.openxmlformats.org/officeDocument/2006/relationships/notesSlide" Target="/ppt/notesSlides/notesSlide11.xml" Id="Rd8fd25433f1f465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3818809ef7e4715" /><Relationship Type="http://schemas.openxmlformats.org/officeDocument/2006/relationships/image" Target="/ppt/media/image12.jpeg" Id="R27d658bc5927411d" /><Relationship Type="http://schemas.openxmlformats.org/officeDocument/2006/relationships/notesSlide" Target="/ppt/notesSlides/notesSlide12.xml" Id="R418b6adb738b420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07e51c8c2464af0" /><Relationship Type="http://schemas.openxmlformats.org/officeDocument/2006/relationships/image" Target="/ppt/media/image13.jpeg" Id="R7d22dbe57959447b" /><Relationship Type="http://schemas.openxmlformats.org/officeDocument/2006/relationships/notesSlide" Target="/ppt/notesSlides/notesSlide13.xml" Id="R5f878b498f0645b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692069f12af4d2e" /><Relationship Type="http://schemas.openxmlformats.org/officeDocument/2006/relationships/image" Target="/ppt/media/image14.jpeg" Id="Rfa5c582513754e63" /><Relationship Type="http://schemas.openxmlformats.org/officeDocument/2006/relationships/notesSlide" Target="/ppt/notesSlides/notesSlide14.xml" Id="R73576ae2a0a8436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81ee18566fc4ae5" /><Relationship Type="http://schemas.openxmlformats.org/officeDocument/2006/relationships/image" Target="/ppt/media/image15.jpeg" Id="R581df46626d74d1f" /><Relationship Type="http://schemas.openxmlformats.org/officeDocument/2006/relationships/notesSlide" Target="/ppt/notesSlides/notesSlide15.xml" Id="R9f84423c5cd54d7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4d8ac7cb6b54ffe" /><Relationship Type="http://schemas.openxmlformats.org/officeDocument/2006/relationships/image" Target="/ppt/media/image16.jpeg" Id="R32aa1e9cf7c24a28" /><Relationship Type="http://schemas.openxmlformats.org/officeDocument/2006/relationships/notesSlide" Target="/ppt/notesSlides/notesSlide16.xml" Id="R15a63be22800451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ff7d51294184438" /><Relationship Type="http://schemas.openxmlformats.org/officeDocument/2006/relationships/image" Target="/ppt/media/image17.jpeg" Id="R59f86ff82cbb4ab5" /><Relationship Type="http://schemas.openxmlformats.org/officeDocument/2006/relationships/notesSlide" Target="/ppt/notesSlides/notesSlide17.xml" Id="Rcf6934fef2a045b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6ad533636af4f97" /><Relationship Type="http://schemas.openxmlformats.org/officeDocument/2006/relationships/image" Target="/ppt/media/image18.jpeg" Id="R178d8ce9efca4e60" /><Relationship Type="http://schemas.openxmlformats.org/officeDocument/2006/relationships/notesSlide" Target="/ppt/notesSlides/notesSlide18.xml" Id="Rda5ae803048c4e1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11c12d457ca4c79" /><Relationship Type="http://schemas.openxmlformats.org/officeDocument/2006/relationships/image" Target="/ppt/media/image19.jpeg" Id="Rc1be7cc38d3c4592" /><Relationship Type="http://schemas.openxmlformats.org/officeDocument/2006/relationships/notesSlide" Target="/ppt/notesSlides/notesSlide19.xml" Id="Rcd8b216171474bc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ae9b9ff832f4405" /><Relationship Type="http://schemas.openxmlformats.org/officeDocument/2006/relationships/image" Target="/ppt/media/image20.jpeg" Id="R134287781b004a15" /><Relationship Type="http://schemas.openxmlformats.org/officeDocument/2006/relationships/notesSlide" Target="/ppt/notesSlides/notesSlide20.xml" Id="R9de9e38ca348490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82d9c0914b94221" /><Relationship Type="http://schemas.openxmlformats.org/officeDocument/2006/relationships/image" Target="/ppt/media/image21.jpeg" Id="R488eaa6322c34ac9" /><Relationship Type="http://schemas.openxmlformats.org/officeDocument/2006/relationships/notesSlide" Target="/ppt/notesSlides/notesSlide21.xml" Id="Rad905830c1f9481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6029943c20949e2" /><Relationship Type="http://schemas.openxmlformats.org/officeDocument/2006/relationships/image" Target="/ppt/media/image22.jpeg" Id="Re8a8eeacdb1d4b27" /><Relationship Type="http://schemas.openxmlformats.org/officeDocument/2006/relationships/notesSlide" Target="/ppt/notesSlides/notesSlide22.xml" Id="Rab6ca67869214ac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71e762d39574cad" /><Relationship Type="http://schemas.openxmlformats.org/officeDocument/2006/relationships/image" Target="/ppt/media/image23.jpeg" Id="R21d8b062fa444e2c" /><Relationship Type="http://schemas.openxmlformats.org/officeDocument/2006/relationships/notesSlide" Target="/ppt/notesSlides/notesSlide23.xml" Id="Raf01fd31f2a94d0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3ee68c814b44e9e" /><Relationship Type="http://schemas.openxmlformats.org/officeDocument/2006/relationships/image" Target="/ppt/media/image24.jpeg" Id="R1d4caf15574944fe" /><Relationship Type="http://schemas.openxmlformats.org/officeDocument/2006/relationships/notesSlide" Target="/ppt/notesSlides/notesSlide24.xml" Id="R6b54fcf80d3b479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1d42953dc7d448d" /><Relationship Type="http://schemas.openxmlformats.org/officeDocument/2006/relationships/image" Target="/ppt/media/image25.jpeg" Id="R5b31fd9c5d844ef5" /><Relationship Type="http://schemas.openxmlformats.org/officeDocument/2006/relationships/notesSlide" Target="/ppt/notesSlides/notesSlide25.xml" Id="R49f581181a1f426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2ae81b9964e44bf" /><Relationship Type="http://schemas.openxmlformats.org/officeDocument/2006/relationships/image" Target="/ppt/media/image26.jpeg" Id="R90bffc5ae6a14d10" /><Relationship Type="http://schemas.openxmlformats.org/officeDocument/2006/relationships/notesSlide" Target="/ppt/notesSlides/notesSlide26.xml" Id="R63aac710fd2242e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219eae4b79449a4" /><Relationship Type="http://schemas.openxmlformats.org/officeDocument/2006/relationships/image" Target="/ppt/media/image27.jpeg" Id="R959a4ea6d51f49f9" /><Relationship Type="http://schemas.openxmlformats.org/officeDocument/2006/relationships/notesSlide" Target="/ppt/notesSlides/notesSlide27.xml" Id="Rf64b98c4d57c444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5ec6f8d84284c14" /><Relationship Type="http://schemas.openxmlformats.org/officeDocument/2006/relationships/image" Target="/ppt/media/image28.jpeg" Id="Re9d717ee48e74f05" /><Relationship Type="http://schemas.openxmlformats.org/officeDocument/2006/relationships/notesSlide" Target="/ppt/notesSlides/notesSlide28.xml" Id="R1c72ed7990a747f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904e966c48c47e1" /><Relationship Type="http://schemas.openxmlformats.org/officeDocument/2006/relationships/image" Target="/ppt/media/image29.jpeg" Id="R2a066f2bad0146d2" /><Relationship Type="http://schemas.openxmlformats.org/officeDocument/2006/relationships/notesSlide" Target="/ppt/notesSlides/notesSlide29.xml" Id="Raa68f088e3dc465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51b2bcc75154daa" /><Relationship Type="http://schemas.openxmlformats.org/officeDocument/2006/relationships/image" Target="/ppt/media/image30.jpeg" Id="Re4b6299b385e4ad2" /><Relationship Type="http://schemas.openxmlformats.org/officeDocument/2006/relationships/notesSlide" Target="/ppt/notesSlides/notesSlide30.xml" Id="Rfc19674668d2448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74572fb969614ba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59cdaf652f84f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cfa8a09b5f84e0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FB59277-C1B4-4DE1-930E-436948A5A5B8}"/>
              </a:ext>
            </a:extLst>
          </p:cNvPr>
          <p:cNvSpPr>
            <a:spLocks xmlns:a="http://schemas.openxmlformats.org/drawingml/2006/main" noGrp="1"/>
          </p:cNvSpPr>
          <p:nvPr/>
        </p:nvSpPr>
        <p:spPr>
          <a:xfrm xmlns:a="http://schemas.openxmlformats.org/drawingml/2006/main">
            <a:off x="4648200" y="2628900"/>
            <a:ext cx="2895600" cy="2076450"/>
          </a:xfrm>
          <a:prstGeom xmlns:a="http://schemas.openxmlformats.org/drawingml/2006/main" prst="ellipse">
            <a:avLst/>
          </a:prstGeom>
          <a:solidFill xmlns:a="http://schemas.openxmlformats.org/drawingml/2006/main">
            <a:srgbClr val="FFF8EA"/>
          </a:solidFill>
          <a:ln xmlns:a="http://schemas.openxmlformats.org/drawingml/2006/main" w="28575">
            <a:solidFill>
              <a:srgbClr val="288DC1"/>
            </a:solidFill>
            <a:prstDash val="solid"/>
          </a:ln>
        </p:spPr>
      </p:sp>
      <p:sp>
        <p:nvSpPr>
          <p:cNvPr id="8" name="">
            <a:extLst xmlns:a="http://schemas.openxmlformats.org/drawingml/2006/main">
              <a:ext uri="{FF2B5EF4-FFF2-40B4-BE49-F238E27FC236}">
                <a16:creationId xmlns:a16="http://schemas.microsoft.com/office/drawing/2014/main" id="{3F17854E-9AF3-493F-8039-7C563F555228}"/>
              </a:ext>
            </a:extLst>
          </p:cNvPr>
          <p:cNvSpPr>
            <a:spLocks xmlns:a="http://schemas.openxmlformats.org/drawingml/2006/main" noGrp="1"/>
          </p:cNvSpPr>
          <p:nvPr/>
        </p:nvSpPr>
        <p:spPr>
          <a:xfrm xmlns:a="http://schemas.openxmlformats.org/drawingml/2006/main">
            <a:off x="5048250" y="3105150"/>
            <a:ext cx="2095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102A43"/>
                </a:solidFill>
                <a:latin typeface="Aptos"/>
                <a:ea typeface="Aptos"/>
                <a:cs typeface="Aptos"/>
              </a:defRPr>
            </a:pPr>
            <a:r>
              <a:rPr sz="2100" b="1">
                <a:solidFill>
                  <a:srgbClr val="102A43"/>
                </a:solidFill>
                <a:latin typeface="Aptos"/>
                <a:ea typeface="Aptos"/>
                <a:cs typeface="Aptos"/>
              </a:rPr>
              <a:t>conversation</a:t>
            </a:r>
          </a:p>
          <a:p xmlns:a="http://schemas.openxmlformats.org/drawingml/2006/main">
            <a:pPr algn="ctr">
              <a:buNone/>
              <a:defRPr sz="2100" b="1">
                <a:solidFill>
                  <a:srgbClr val="102A43"/>
                </a:solidFill>
                <a:latin typeface="Aptos"/>
                <a:ea typeface="Aptos"/>
                <a:cs typeface="Aptos"/>
              </a:defRPr>
            </a:pPr>
            <a:r>
              <a:rPr sz="2100" b="1">
                <a:solidFill>
                  <a:srgbClr val="102A43"/>
                </a:solidFill>
                <a:latin typeface="Aptos"/>
                <a:ea typeface="Aptos"/>
                <a:cs typeface="Aptos"/>
              </a:rPr>
              <a:t>state</a:t>
            </a:r>
          </a:p>
        </p:txBody>
      </p:sp>
      <p:sp>
        <p:nvSpPr>
          <p:cNvPr id="9" name="">
            <a:extLst xmlns:a="http://schemas.openxmlformats.org/drawingml/2006/main">
              <a:ext uri="{FF2B5EF4-FFF2-40B4-BE49-F238E27FC236}">
                <a16:creationId xmlns:a16="http://schemas.microsoft.com/office/drawing/2014/main" id="{EC88A361-FA69-4ADE-BB4C-9C615D6AAD10}"/>
              </a:ext>
            </a:extLst>
          </p:cNvPr>
          <p:cNvSpPr>
            <a:spLocks xmlns:a="http://schemas.openxmlformats.org/drawingml/2006/main" noGrp="1"/>
          </p:cNvSpPr>
          <p:nvPr/>
        </p:nvSpPr>
        <p:spPr>
          <a:xfrm xmlns:a="http://schemas.openxmlformats.org/drawingml/2006/main">
            <a:off x="1571625" y="21431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C811154-014C-4902-BD6A-9682A2797914}"/>
              </a:ext>
            </a:extLst>
          </p:cNvPr>
          <p:cNvSpPr>
            <a:spLocks xmlns:a="http://schemas.openxmlformats.org/drawingml/2006/main" noGrp="1"/>
          </p:cNvSpPr>
          <p:nvPr/>
        </p:nvSpPr>
        <p:spPr>
          <a:xfrm xmlns:a="http://schemas.openxmlformats.org/drawingml/2006/main">
            <a:off x="1571625" y="21431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Listen</a:t>
            </a:r>
          </a:p>
        </p:txBody>
      </p:sp>
      <p:sp>
        <p:nvSpPr>
          <p:cNvPr id="11" name="">
            <a:extLst xmlns:a="http://schemas.openxmlformats.org/drawingml/2006/main">
              <a:ext uri="{FF2B5EF4-FFF2-40B4-BE49-F238E27FC236}">
                <a16:creationId xmlns:a16="http://schemas.microsoft.com/office/drawing/2014/main" id="{C190C01D-8356-4E67-A1B5-089033E94395}"/>
              </a:ext>
            </a:extLst>
          </p:cNvPr>
          <p:cNvSpPr>
            <a:spLocks xmlns:a="http://schemas.openxmlformats.org/drawingml/2006/main" noGrp="1"/>
          </p:cNvSpPr>
          <p:nvPr/>
        </p:nvSpPr>
        <p:spPr>
          <a:xfrm xmlns:a="http://schemas.openxmlformats.org/drawingml/2006/main">
            <a:off x="4381500" y="19526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8206EE4E-0D50-456A-8796-3639C9D78D7B}"/>
              </a:ext>
            </a:extLst>
          </p:cNvPr>
          <p:cNvSpPr>
            <a:spLocks xmlns:a="http://schemas.openxmlformats.org/drawingml/2006/main" noGrp="1"/>
          </p:cNvSpPr>
          <p:nvPr/>
        </p:nvSpPr>
        <p:spPr>
          <a:xfrm xmlns:a="http://schemas.openxmlformats.org/drawingml/2006/main">
            <a:off x="4381500" y="19526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decide</a:t>
            </a:r>
          </a:p>
        </p:txBody>
      </p:sp>
      <p:sp>
        <p:nvSpPr>
          <p:cNvPr id="13" name="">
            <a:extLst xmlns:a="http://schemas.openxmlformats.org/drawingml/2006/main">
              <a:ext uri="{FF2B5EF4-FFF2-40B4-BE49-F238E27FC236}">
                <a16:creationId xmlns:a16="http://schemas.microsoft.com/office/drawing/2014/main" id="{50278D17-BAEB-47EF-900E-00DF088DCC9C}"/>
              </a:ext>
            </a:extLst>
          </p:cNvPr>
          <p:cNvSpPr>
            <a:spLocks xmlns:a="http://schemas.openxmlformats.org/drawingml/2006/main" noGrp="1"/>
          </p:cNvSpPr>
          <p:nvPr/>
        </p:nvSpPr>
        <p:spPr>
          <a:xfrm xmlns:a="http://schemas.openxmlformats.org/drawingml/2006/main">
            <a:off x="8001000" y="21431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966340E-4736-4C85-B251-6D52020EE8A4}"/>
              </a:ext>
            </a:extLst>
          </p:cNvPr>
          <p:cNvSpPr>
            <a:spLocks xmlns:a="http://schemas.openxmlformats.org/drawingml/2006/main" noGrp="1"/>
          </p:cNvSpPr>
          <p:nvPr/>
        </p:nvSpPr>
        <p:spPr>
          <a:xfrm xmlns:a="http://schemas.openxmlformats.org/drawingml/2006/main">
            <a:off x="8001000" y="21431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speak</a:t>
            </a:r>
          </a:p>
        </p:txBody>
      </p:sp>
      <p:sp>
        <p:nvSpPr>
          <p:cNvPr id="15" name="">
            <a:extLst xmlns:a="http://schemas.openxmlformats.org/drawingml/2006/main">
              <a:ext uri="{FF2B5EF4-FFF2-40B4-BE49-F238E27FC236}">
                <a16:creationId xmlns:a16="http://schemas.microsoft.com/office/drawing/2014/main" id="{7A538C5A-F47A-4837-8F4E-B152141EE0B3}"/>
              </a:ext>
            </a:extLst>
          </p:cNvPr>
          <p:cNvSpPr>
            <a:spLocks xmlns:a="http://schemas.openxmlformats.org/drawingml/2006/main" noGrp="1"/>
          </p:cNvSpPr>
          <p:nvPr/>
        </p:nvSpPr>
        <p:spPr>
          <a:xfrm xmlns:a="http://schemas.openxmlformats.org/drawingml/2006/main">
            <a:off x="8858250" y="4095750"/>
            <a:ext cx="1485900" cy="647700"/>
          </a:xfrm>
          <a:prstGeom xmlns:a="http://schemas.openxmlformats.org/drawingml/2006/main" prst="ellipse">
            <a:avLst/>
          </a:prstGeom>
          <a:solidFill xmlns:a="http://schemas.openxmlformats.org/drawingml/2006/main">
            <a:srgbClr val="D96C5F"/>
          </a:solidFill>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DFF9AA01-2067-4086-9A68-D8D4EE089D59}"/>
              </a:ext>
            </a:extLst>
          </p:cNvPr>
          <p:cNvSpPr>
            <a:spLocks xmlns:a="http://schemas.openxmlformats.org/drawingml/2006/main" noGrp="1"/>
          </p:cNvSpPr>
          <p:nvPr/>
        </p:nvSpPr>
        <p:spPr>
          <a:xfrm xmlns:a="http://schemas.openxmlformats.org/drawingml/2006/main">
            <a:off x="8858250" y="4095750"/>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yield</a:t>
            </a:r>
          </a:p>
        </p:txBody>
      </p:sp>
      <p:sp>
        <p:nvSpPr>
          <p:cNvPr id="17" name="">
            <a:extLst xmlns:a="http://schemas.openxmlformats.org/drawingml/2006/main">
              <a:ext uri="{FF2B5EF4-FFF2-40B4-BE49-F238E27FC236}">
                <a16:creationId xmlns:a16="http://schemas.microsoft.com/office/drawing/2014/main" id="{393ABCDC-F933-4B33-B5A2-D3C3B88D5807}"/>
              </a:ext>
            </a:extLst>
          </p:cNvPr>
          <p:cNvSpPr>
            <a:spLocks xmlns:a="http://schemas.openxmlformats.org/drawingml/2006/main" noGrp="1"/>
          </p:cNvSpPr>
          <p:nvPr/>
        </p:nvSpPr>
        <p:spPr>
          <a:xfrm xmlns:a="http://schemas.openxmlformats.org/drawingml/2006/main">
            <a:off x="4953000" y="4953000"/>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58B566A4-45B2-48CF-BE10-1E31499E84B4}"/>
              </a:ext>
            </a:extLst>
          </p:cNvPr>
          <p:cNvSpPr>
            <a:spLocks xmlns:a="http://schemas.openxmlformats.org/drawingml/2006/main" noGrp="1"/>
          </p:cNvSpPr>
          <p:nvPr/>
        </p:nvSpPr>
        <p:spPr>
          <a:xfrm xmlns:a="http://schemas.openxmlformats.org/drawingml/2006/main">
            <a:off x="4953000" y="4953000"/>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remember</a:t>
            </a:r>
          </a:p>
        </p:txBody>
      </p:sp>
      <p:sp>
        <p:nvSpPr>
          <p:cNvPr id="19" name="">
            <a:extLst xmlns:a="http://schemas.openxmlformats.org/drawingml/2006/main">
              <a:ext uri="{FF2B5EF4-FFF2-40B4-BE49-F238E27FC236}">
                <a16:creationId xmlns:a16="http://schemas.microsoft.com/office/drawing/2014/main" id="{70688C23-4F04-4DD7-8140-0E98F48B59EE}"/>
              </a:ext>
            </a:extLst>
          </p:cNvPr>
          <p:cNvSpPr>
            <a:spLocks xmlns:a="http://schemas.openxmlformats.org/drawingml/2006/main" noGrp="1"/>
          </p:cNvSpPr>
          <p:nvPr/>
        </p:nvSpPr>
        <p:spPr>
          <a:xfrm xmlns:a="http://schemas.openxmlformats.org/drawingml/2006/main">
            <a:off x="1333500" y="4238625"/>
            <a:ext cx="1485900" cy="64770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7F2700C4-CCB7-47A7-AEFF-1681D6793878}"/>
              </a:ext>
            </a:extLst>
          </p:cNvPr>
          <p:cNvSpPr>
            <a:spLocks xmlns:a="http://schemas.openxmlformats.org/drawingml/2006/main" noGrp="1"/>
          </p:cNvSpPr>
          <p:nvPr/>
        </p:nvSpPr>
        <p:spPr>
          <a:xfrm xmlns:a="http://schemas.openxmlformats.org/drawingml/2006/main">
            <a:off x="1333500" y="4238625"/>
            <a:ext cx="1485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102A43"/>
                </a:solidFill>
                <a:latin typeface="Aptos"/>
                <a:ea typeface="Aptos"/>
                <a:cs typeface="Aptos"/>
              </a:defRPr>
            </a:pPr>
            <a:r>
              <a:rPr sz="1425" b="1">
                <a:solidFill>
                  <a:srgbClr val="102A43"/>
                </a:solidFill>
                <a:latin typeface="Aptos"/>
                <a:ea typeface="Aptos"/>
                <a:cs typeface="Aptos"/>
              </a:rPr>
              <a:t>act</a:t>
            </a:r>
          </a:p>
        </p:txBody>
      </p:sp>
      <p:sp>
        <p:nvSpPr>
          <p:cNvPr id="21" name="">
            <a:extLst xmlns:a="http://schemas.openxmlformats.org/drawingml/2006/main">
              <a:ext uri="{FF2B5EF4-FFF2-40B4-BE49-F238E27FC236}">
                <a16:creationId xmlns:a16="http://schemas.microsoft.com/office/drawing/2014/main" id="{474190E8-6342-4907-9B6C-16D1DCC76E8D}"/>
              </a:ext>
            </a:extLst>
          </p:cNvPr>
          <p:cNvSpPr>
            <a:spLocks xmlns:a="http://schemas.openxmlformats.org/drawingml/2006/main" noGrp="1"/>
          </p:cNvSpPr>
          <p:nvPr/>
        </p:nvSpPr>
        <p:spPr>
          <a:xfrm xmlns:a="http://schemas.openxmlformats.org/drawingml/2006/main">
            <a:off x="8448675" y="53530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800" b="1">
                <a:solidFill>
                  <a:srgbClr val="D96C5F"/>
                </a:solidFill>
                <a:latin typeface="Aptos"/>
                <a:ea typeface="Aptos"/>
                <a:cs typeface="Aptos"/>
              </a:defRPr>
            </a:pPr>
            <a:r>
              <a:rPr sz="1800" b="1">
                <a:solidFill>
                  <a:srgbClr val="D96C5F"/>
                </a:solidFill>
                <a:latin typeface="Aptos"/>
                <a:ea typeface="Aptos"/>
                <a:cs typeface="Aptos"/>
              </a:rPr>
              <a:t>All at once.</a:t>
            </a:r>
          </a:p>
        </p:txBody>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26887104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e79888d73224c4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80/20 glossary</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B6ACED7-511A-499C-B3E3-244B7AAA3ADD}"/>
              </a:ext>
            </a:extLst>
          </p:cNvPr>
          <p:cNvSpPr>
            <a:spLocks xmlns:a="http://schemas.openxmlformats.org/drawingml/2006/main" noGrp="1"/>
          </p:cNvSpPr>
          <p:nvPr/>
        </p:nvSpPr>
        <p:spPr>
          <a:xfrm xmlns:a="http://schemas.openxmlformats.org/drawingml/2006/main">
            <a:off x="876300" y="19431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VAD</a:t>
            </a:r>
          </a:p>
        </p:txBody>
      </p:sp>
      <p:sp>
        <p:nvSpPr>
          <p:cNvPr id="8" name="">
            <a:extLst xmlns:a="http://schemas.openxmlformats.org/drawingml/2006/main">
              <a:ext uri="{FF2B5EF4-FFF2-40B4-BE49-F238E27FC236}">
                <a16:creationId xmlns:a16="http://schemas.microsoft.com/office/drawing/2014/main" id="{B67181BE-A9A6-446B-BBCD-A88484F24E4D}"/>
              </a:ext>
            </a:extLst>
          </p:cNvPr>
          <p:cNvSpPr>
            <a:spLocks xmlns:a="http://schemas.openxmlformats.org/drawingml/2006/main" noGrp="1"/>
          </p:cNvSpPr>
          <p:nvPr/>
        </p:nvSpPr>
        <p:spPr>
          <a:xfrm xmlns:a="http://schemas.openxmlformats.org/drawingml/2006/main">
            <a:off x="3143250" y="19431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Is someone speaking?</a:t>
            </a:r>
          </a:p>
        </p:txBody>
      </p:sp>
      <p:sp>
        <p:nvSpPr>
          <p:cNvPr id="9" name="">
            <a:extLst xmlns:a="http://schemas.openxmlformats.org/drawingml/2006/main">
              <a:ext uri="{FF2B5EF4-FFF2-40B4-BE49-F238E27FC236}">
                <a16:creationId xmlns:a16="http://schemas.microsoft.com/office/drawing/2014/main" id="{44CFDC9D-F39E-4565-9029-3941E2EF9F4F}"/>
              </a:ext>
            </a:extLst>
          </p:cNvPr>
          <p:cNvSpPr>
            <a:spLocks xmlns:a="http://schemas.openxmlformats.org/drawingml/2006/main" noGrp="1"/>
          </p:cNvSpPr>
          <p:nvPr/>
        </p:nvSpPr>
        <p:spPr>
          <a:xfrm xmlns:a="http://schemas.openxmlformats.org/drawingml/2006/main">
            <a:off x="876300" y="24955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ASR / STT</a:t>
            </a:r>
          </a:p>
        </p:txBody>
      </p:sp>
      <p:sp>
        <p:nvSpPr>
          <p:cNvPr id="10" name="">
            <a:extLst xmlns:a="http://schemas.openxmlformats.org/drawingml/2006/main">
              <a:ext uri="{FF2B5EF4-FFF2-40B4-BE49-F238E27FC236}">
                <a16:creationId xmlns:a16="http://schemas.microsoft.com/office/drawing/2014/main" id="{CCCF1DC7-BBB4-449C-83DC-5C561377171E}"/>
              </a:ext>
            </a:extLst>
          </p:cNvPr>
          <p:cNvSpPr>
            <a:spLocks xmlns:a="http://schemas.openxmlformats.org/drawingml/2006/main" noGrp="1"/>
          </p:cNvSpPr>
          <p:nvPr/>
        </p:nvSpPr>
        <p:spPr>
          <a:xfrm xmlns:a="http://schemas.openxmlformats.org/drawingml/2006/main">
            <a:off x="3143250" y="24955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What did they say?</a:t>
            </a:r>
          </a:p>
        </p:txBody>
      </p:sp>
      <p:sp>
        <p:nvSpPr>
          <p:cNvPr id="11" name="">
            <a:extLst xmlns:a="http://schemas.openxmlformats.org/drawingml/2006/main">
              <a:ext uri="{FF2B5EF4-FFF2-40B4-BE49-F238E27FC236}">
                <a16:creationId xmlns:a16="http://schemas.microsoft.com/office/drawing/2014/main" id="{8B17B3BF-E4A7-427B-9AF4-B55CA173FF2C}"/>
              </a:ext>
            </a:extLst>
          </p:cNvPr>
          <p:cNvSpPr>
            <a:spLocks xmlns:a="http://schemas.openxmlformats.org/drawingml/2006/main" noGrp="1"/>
          </p:cNvSpPr>
          <p:nvPr/>
        </p:nvSpPr>
        <p:spPr>
          <a:xfrm xmlns:a="http://schemas.openxmlformats.org/drawingml/2006/main">
            <a:off x="876300" y="30480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EOU / endpoint</a:t>
            </a:r>
          </a:p>
        </p:txBody>
      </p:sp>
      <p:sp>
        <p:nvSpPr>
          <p:cNvPr id="12" name="">
            <a:extLst xmlns:a="http://schemas.openxmlformats.org/drawingml/2006/main">
              <a:ext uri="{FF2B5EF4-FFF2-40B4-BE49-F238E27FC236}">
                <a16:creationId xmlns:a16="http://schemas.microsoft.com/office/drawing/2014/main" id="{19D04F6A-79C5-419F-B8AC-C932DE307DF4}"/>
              </a:ext>
            </a:extLst>
          </p:cNvPr>
          <p:cNvSpPr>
            <a:spLocks xmlns:a="http://schemas.openxmlformats.org/drawingml/2006/main" noGrp="1"/>
          </p:cNvSpPr>
          <p:nvPr/>
        </p:nvSpPr>
        <p:spPr>
          <a:xfrm xmlns:a="http://schemas.openxmlformats.org/drawingml/2006/main">
            <a:off x="3143250" y="30480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Are they finished?</a:t>
            </a:r>
          </a:p>
        </p:txBody>
      </p:sp>
      <p:sp>
        <p:nvSpPr>
          <p:cNvPr id="13" name="">
            <a:extLst xmlns:a="http://schemas.openxmlformats.org/drawingml/2006/main">
              <a:ext uri="{FF2B5EF4-FFF2-40B4-BE49-F238E27FC236}">
                <a16:creationId xmlns:a16="http://schemas.microsoft.com/office/drawing/2014/main" id="{4882B590-615A-4E3F-AE84-31456D63191E}"/>
              </a:ext>
            </a:extLst>
          </p:cNvPr>
          <p:cNvSpPr>
            <a:spLocks xmlns:a="http://schemas.openxmlformats.org/drawingml/2006/main" noGrp="1"/>
          </p:cNvSpPr>
          <p:nvPr/>
        </p:nvSpPr>
        <p:spPr>
          <a:xfrm xmlns:a="http://schemas.openxmlformats.org/drawingml/2006/main">
            <a:off x="876300" y="36004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LLM TTFT</a:t>
            </a:r>
          </a:p>
        </p:txBody>
      </p:sp>
      <p:sp>
        <p:nvSpPr>
          <p:cNvPr id="14" name="">
            <a:extLst xmlns:a="http://schemas.openxmlformats.org/drawingml/2006/main">
              <a:ext uri="{FF2B5EF4-FFF2-40B4-BE49-F238E27FC236}">
                <a16:creationId xmlns:a16="http://schemas.microsoft.com/office/drawing/2014/main" id="{747151BA-FD53-4E8F-9607-952DAD5AAE0F}"/>
              </a:ext>
            </a:extLst>
          </p:cNvPr>
          <p:cNvSpPr>
            <a:spLocks xmlns:a="http://schemas.openxmlformats.org/drawingml/2006/main" noGrp="1"/>
          </p:cNvSpPr>
          <p:nvPr/>
        </p:nvSpPr>
        <p:spPr>
          <a:xfrm xmlns:a="http://schemas.openxmlformats.org/drawingml/2006/main">
            <a:off x="3143250" y="36004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thinking token</a:t>
            </a:r>
          </a:p>
        </p:txBody>
      </p:sp>
      <p:sp>
        <p:nvSpPr>
          <p:cNvPr id="15" name="">
            <a:extLst xmlns:a="http://schemas.openxmlformats.org/drawingml/2006/main">
              <a:ext uri="{FF2B5EF4-FFF2-40B4-BE49-F238E27FC236}">
                <a16:creationId xmlns:a16="http://schemas.microsoft.com/office/drawing/2014/main" id="{59F790ED-05D1-4EFF-AE01-900643A09DA5}"/>
              </a:ext>
            </a:extLst>
          </p:cNvPr>
          <p:cNvSpPr>
            <a:spLocks xmlns:a="http://schemas.openxmlformats.org/drawingml/2006/main" noGrp="1"/>
          </p:cNvSpPr>
          <p:nvPr/>
        </p:nvSpPr>
        <p:spPr>
          <a:xfrm xmlns:a="http://schemas.openxmlformats.org/drawingml/2006/main">
            <a:off x="876300" y="41529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TTS TTFB</a:t>
            </a:r>
          </a:p>
        </p:txBody>
      </p:sp>
      <p:sp>
        <p:nvSpPr>
          <p:cNvPr id="16" name="">
            <a:extLst xmlns:a="http://schemas.openxmlformats.org/drawingml/2006/main">
              <a:ext uri="{FF2B5EF4-FFF2-40B4-BE49-F238E27FC236}">
                <a16:creationId xmlns:a16="http://schemas.microsoft.com/office/drawing/2014/main" id="{FEF48323-BCEA-473A-AD0B-3D4D58FA4F64}"/>
              </a:ext>
            </a:extLst>
          </p:cNvPr>
          <p:cNvSpPr>
            <a:spLocks xmlns:a="http://schemas.openxmlformats.org/drawingml/2006/main" noGrp="1"/>
          </p:cNvSpPr>
          <p:nvPr/>
        </p:nvSpPr>
        <p:spPr>
          <a:xfrm xmlns:a="http://schemas.openxmlformats.org/drawingml/2006/main">
            <a:off x="3143250" y="41529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playable audio</a:t>
            </a:r>
          </a:p>
        </p:txBody>
      </p:sp>
      <p:sp>
        <p:nvSpPr>
          <p:cNvPr id="17" name="">
            <a:extLst xmlns:a="http://schemas.openxmlformats.org/drawingml/2006/main">
              <a:ext uri="{FF2B5EF4-FFF2-40B4-BE49-F238E27FC236}">
                <a16:creationId xmlns:a16="http://schemas.microsoft.com/office/drawing/2014/main" id="{6A9CEAD1-4DFD-4665-A5D1-279602C2CB97}"/>
              </a:ext>
            </a:extLst>
          </p:cNvPr>
          <p:cNvSpPr>
            <a:spLocks xmlns:a="http://schemas.openxmlformats.org/drawingml/2006/main" noGrp="1"/>
          </p:cNvSpPr>
          <p:nvPr/>
        </p:nvSpPr>
        <p:spPr>
          <a:xfrm xmlns:a="http://schemas.openxmlformats.org/drawingml/2006/main">
            <a:off x="876300" y="47053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Barge-in</a:t>
            </a:r>
          </a:p>
        </p:txBody>
      </p:sp>
      <p:sp>
        <p:nvSpPr>
          <p:cNvPr id="18" name="">
            <a:extLst xmlns:a="http://schemas.openxmlformats.org/drawingml/2006/main">
              <a:ext uri="{FF2B5EF4-FFF2-40B4-BE49-F238E27FC236}">
                <a16:creationId xmlns:a16="http://schemas.microsoft.com/office/drawing/2014/main" id="{7D1D7293-5318-44A0-B996-B83A7E34BD1B}"/>
              </a:ext>
            </a:extLst>
          </p:cNvPr>
          <p:cNvSpPr>
            <a:spLocks xmlns:a="http://schemas.openxmlformats.org/drawingml/2006/main" noGrp="1"/>
          </p:cNvSpPr>
          <p:nvPr/>
        </p:nvSpPr>
        <p:spPr>
          <a:xfrm xmlns:a="http://schemas.openxmlformats.org/drawingml/2006/main">
            <a:off x="3143250" y="47053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Caller takes the floor</a:t>
            </a:r>
          </a:p>
        </p:txBody>
      </p:sp>
      <p:sp>
        <p:nvSpPr>
          <p:cNvPr id="19" name="">
            <a:extLst xmlns:a="http://schemas.openxmlformats.org/drawingml/2006/main">
              <a:ext uri="{FF2B5EF4-FFF2-40B4-BE49-F238E27FC236}">
                <a16:creationId xmlns:a16="http://schemas.microsoft.com/office/drawing/2014/main" id="{B27D8DCD-1C0C-4AE3-992F-3215858F8CE0}"/>
              </a:ext>
            </a:extLst>
          </p:cNvPr>
          <p:cNvSpPr>
            <a:spLocks xmlns:a="http://schemas.openxmlformats.org/drawingml/2006/main" noGrp="1"/>
          </p:cNvSpPr>
          <p:nvPr/>
        </p:nvSpPr>
        <p:spPr>
          <a:xfrm xmlns:a="http://schemas.openxmlformats.org/drawingml/2006/main">
            <a:off x="876300" y="52578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RTF</a:t>
            </a:r>
          </a:p>
        </p:txBody>
      </p:sp>
      <p:sp>
        <p:nvSpPr>
          <p:cNvPr id="20" name="">
            <a:extLst xmlns:a="http://schemas.openxmlformats.org/drawingml/2006/main">
              <a:ext uri="{FF2B5EF4-FFF2-40B4-BE49-F238E27FC236}">
                <a16:creationId xmlns:a16="http://schemas.microsoft.com/office/drawing/2014/main" id="{12CF11AC-7116-4683-9D23-BBF4649125B8}"/>
              </a:ext>
            </a:extLst>
          </p:cNvPr>
          <p:cNvSpPr>
            <a:spLocks xmlns:a="http://schemas.openxmlformats.org/drawingml/2006/main" noGrp="1"/>
          </p:cNvSpPr>
          <p:nvPr/>
        </p:nvSpPr>
        <p:spPr>
          <a:xfrm xmlns:a="http://schemas.openxmlformats.org/drawingml/2006/main">
            <a:off x="3143250" y="52578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Inference keeps up with real time</a:t>
            </a:r>
          </a:p>
        </p:txBody>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212854006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2013d2924034df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0e95456c804b43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4EDBE88-BB61-45B7-9706-E8BC0D48F108}"/>
              </a:ext>
            </a:extLst>
          </p:cNvPr>
          <p:cNvSpPr>
            <a:spLocks xmlns:a="http://schemas.openxmlformats.org/drawingml/2006/main" noGrp="1"/>
          </p:cNvSpPr>
          <p:nvPr/>
        </p:nvSpPr>
        <p:spPr>
          <a:xfrm xmlns:a="http://schemas.openxmlformats.org/drawingml/2006/main">
            <a:off x="1524000" y="4591050"/>
            <a:ext cx="914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400" b="1">
                <a:solidFill>
                  <a:srgbClr val="102A43"/>
                </a:solidFill>
                <a:latin typeface="Aptos"/>
                <a:ea typeface="Aptos"/>
                <a:cs typeface="Aptos"/>
              </a:defRPr>
            </a:pPr>
            <a:r>
              <a:rPr sz="2400" b="1">
                <a:solidFill>
                  <a:srgbClr val="102A43"/>
                </a:solidFill>
                <a:latin typeface="Aptos"/>
                <a:ea typeface="Aptos"/>
                <a:cs typeface="Aptos"/>
              </a:rPr>
              <a:t>p50 without p95 is a demo, not an SLO.</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6895544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b96484c2e9e483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55e0f18e5614a2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8a7352f125d423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465ed369a53545b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2c24c43852249a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27d658bc5927411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d22dbe57959447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a5c582513754e6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81df46626d74d1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2aa1e9cf7c24a2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9f86ff82cbb4ab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78d8ce9efca4e6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1be7cc38d3c45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134287781b004a1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488eaa6322c34ac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8a8eeacdb1d4b2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1d8b062fa444e2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d4caf15574944f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b31fd9c5d844ef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0bffc5ae6a14d1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959a4ea6d51f49f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9d717ee48e74f0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2a066f2bad0146d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4b6299b385e4ad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2026-08-25T02:23:32.1580000Z</dcterms:created>
  <dcterms:modified xsi:type="dcterms:W3CDTF">2026-08-25T02:23:32.1580000Z</dcterms:modified>
</coreProperties>
</file>