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09cd22ab014338" /><Relationship Type="http://schemas.openxmlformats.org/officeDocument/2006/relationships/extended-properties" Target="/docProps/app.xml" Id="R288acae9c09b4d83" /><Relationship Type="http://schemas.openxmlformats.org/officeDocument/2006/relationships/officeDocument" Target="/ppt/presentation.xml" Id="Rb07d10bf68c34654" /></Relationships>
</file>

<file path=ppt/presentation.xml><?xml version="1.0" encoding="utf-8"?>
<p:presentation xmlns:p="http://schemas.openxmlformats.org/presentationml/2006/main">
  <p:sldMasterIdLst>
    <p:sldMasterId xmlns:r="http://schemas.openxmlformats.org/officeDocument/2006/relationships" id="2147483648" r:id="Ra571c1fd04ba4801"/>
  </p:sldMasterIdLst>
  <p:notesMasterIdLst>
    <p:notesMasterId xmlns:r="http://schemas.openxmlformats.org/officeDocument/2006/relationships" r:id="R7100eb38e8f54538"/>
  </p:notesMasterIdLst>
  <p:sldIdLst>
    <p:sldId xmlns:r="http://schemas.openxmlformats.org/officeDocument/2006/relationships" id="256" r:id="R4c8451648f284dc8"/>
    <p:sldId xmlns:r="http://schemas.openxmlformats.org/officeDocument/2006/relationships" id="257" r:id="R4821ab432b744b8c"/>
    <p:sldId xmlns:r="http://schemas.openxmlformats.org/officeDocument/2006/relationships" id="258" r:id="Red3328c9f0984ab7"/>
    <p:sldId xmlns:r="http://schemas.openxmlformats.org/officeDocument/2006/relationships" id="259" r:id="R839450828ee2498a"/>
    <p:sldId xmlns:r="http://schemas.openxmlformats.org/officeDocument/2006/relationships" id="260" r:id="Ra63b375b8dbf4dc5"/>
    <p:sldId xmlns:r="http://schemas.openxmlformats.org/officeDocument/2006/relationships" id="261" r:id="R2bfc41bff2e0425c"/>
    <p:sldId xmlns:r="http://schemas.openxmlformats.org/officeDocument/2006/relationships" id="262" r:id="Rabcc6c41f0d04ade"/>
    <p:sldId xmlns:r="http://schemas.openxmlformats.org/officeDocument/2006/relationships" id="263" r:id="Rbe1534b8085e465e"/>
    <p:sldId xmlns:r="http://schemas.openxmlformats.org/officeDocument/2006/relationships" id="264" r:id="Radf302b2e93c4043"/>
    <p:sldId xmlns:r="http://schemas.openxmlformats.org/officeDocument/2006/relationships" id="265" r:id="Ra03db2f367714051"/>
    <p:sldId xmlns:r="http://schemas.openxmlformats.org/officeDocument/2006/relationships" id="266" r:id="R0c22cdbca98d41f6"/>
    <p:sldId xmlns:r="http://schemas.openxmlformats.org/officeDocument/2006/relationships" id="267" r:id="Rf597800dafb1434c"/>
    <p:sldId xmlns:r="http://schemas.openxmlformats.org/officeDocument/2006/relationships" id="268" r:id="R1453e4c9bc9744fd"/>
    <p:sldId xmlns:r="http://schemas.openxmlformats.org/officeDocument/2006/relationships" id="269" r:id="R442ba3c3e39c4d84"/>
    <p:sldId xmlns:r="http://schemas.openxmlformats.org/officeDocument/2006/relationships" id="270" r:id="Re3f8f5627d184f2e"/>
    <p:sldId xmlns:r="http://schemas.openxmlformats.org/officeDocument/2006/relationships" id="271" r:id="Rf87f8de3365543d9"/>
    <p:sldId xmlns:r="http://schemas.openxmlformats.org/officeDocument/2006/relationships" id="272" r:id="R357a0189feb34642"/>
    <p:sldId xmlns:r="http://schemas.openxmlformats.org/officeDocument/2006/relationships" id="273" r:id="R8b884cdf287042f7"/>
    <p:sldId xmlns:r="http://schemas.openxmlformats.org/officeDocument/2006/relationships" id="274" r:id="R3cd99c8b385a499d"/>
    <p:sldId xmlns:r="http://schemas.openxmlformats.org/officeDocument/2006/relationships" id="275" r:id="R2c5812253ea640f7"/>
    <p:sldId xmlns:r="http://schemas.openxmlformats.org/officeDocument/2006/relationships" id="276" r:id="R84630627b9a8467b"/>
    <p:sldId xmlns:r="http://schemas.openxmlformats.org/officeDocument/2006/relationships" id="277" r:id="R00e2f69fc8134742"/>
    <p:sldId xmlns:r="http://schemas.openxmlformats.org/officeDocument/2006/relationships" id="278" r:id="Rd9e0f44c8b604cdd"/>
    <p:sldId xmlns:r="http://schemas.openxmlformats.org/officeDocument/2006/relationships" id="279" r:id="R454cf6b92d5f4c3f"/>
    <p:sldId xmlns:r="http://schemas.openxmlformats.org/officeDocument/2006/relationships" id="280" r:id="R37a7a1d65fc44ce6"/>
    <p:sldId xmlns:r="http://schemas.openxmlformats.org/officeDocument/2006/relationships" id="281" r:id="R8cd17a50acff4c38"/>
    <p:sldId xmlns:r="http://schemas.openxmlformats.org/officeDocument/2006/relationships" id="282" r:id="R3710967a48ae4455"/>
    <p:sldId xmlns:r="http://schemas.openxmlformats.org/officeDocument/2006/relationships" id="283" r:id="R8a9af550b5174869"/>
    <p:sldId xmlns:r="http://schemas.openxmlformats.org/officeDocument/2006/relationships" id="284" r:id="R2c8ffe3272414a63"/>
    <p:sldId xmlns:r="http://schemas.openxmlformats.org/officeDocument/2006/relationships" id="285" r:id="R99a7ce802d0542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748dafd95242cf" /><Relationship Type="http://schemas.openxmlformats.org/officeDocument/2006/relationships/slideMaster" Target="/ppt/slideMasters/slideMaster1.xml" Id="Ra571c1fd04ba4801" /><Relationship Type="http://schemas.openxmlformats.org/officeDocument/2006/relationships/notesMaster" Target="/ppt/notesMasters/notesMaster1.xml" Id="R7100eb38e8f54538" /><Relationship Type="http://schemas.openxmlformats.org/officeDocument/2006/relationships/presProps" Target="/ppt/presProps.xml" Id="R4a254a386d3448dd" /><Relationship Type="http://schemas.openxmlformats.org/officeDocument/2006/relationships/tableStyles" Target="/ppt/tableStyles.xml" Id="Rdc8787acf09b439e" /><Relationship Type="http://schemas.openxmlformats.org/officeDocument/2006/relationships/slide" Target="/ppt/slides/slide1.xml" Id="R4c8451648f284dc8" /><Relationship Type="http://schemas.openxmlformats.org/officeDocument/2006/relationships/slide" Target="/ppt/slides/slide2.xml" Id="R4821ab432b744b8c" /><Relationship Type="http://schemas.openxmlformats.org/officeDocument/2006/relationships/slide" Target="/ppt/slides/slide3.xml" Id="Red3328c9f0984ab7" /><Relationship Type="http://schemas.openxmlformats.org/officeDocument/2006/relationships/slide" Target="/ppt/slides/slide4.xml" Id="R839450828ee2498a" /><Relationship Type="http://schemas.openxmlformats.org/officeDocument/2006/relationships/slide" Target="/ppt/slides/slide5.xml" Id="Ra63b375b8dbf4dc5" /><Relationship Type="http://schemas.openxmlformats.org/officeDocument/2006/relationships/slide" Target="/ppt/slides/slide6.xml" Id="R2bfc41bff2e0425c" /><Relationship Type="http://schemas.openxmlformats.org/officeDocument/2006/relationships/slide" Target="/ppt/slides/slide7.xml" Id="Rabcc6c41f0d04ade" /><Relationship Type="http://schemas.openxmlformats.org/officeDocument/2006/relationships/slide" Target="/ppt/slides/slide8.xml" Id="Rbe1534b8085e465e" /><Relationship Type="http://schemas.openxmlformats.org/officeDocument/2006/relationships/slide" Target="/ppt/slides/slide9.xml" Id="Radf302b2e93c4043" /><Relationship Type="http://schemas.openxmlformats.org/officeDocument/2006/relationships/slide" Target="/ppt/slides/slide10.xml" Id="Ra03db2f367714051" /><Relationship Type="http://schemas.openxmlformats.org/officeDocument/2006/relationships/slide" Target="/ppt/slides/slide11.xml" Id="R0c22cdbca98d41f6" /><Relationship Type="http://schemas.openxmlformats.org/officeDocument/2006/relationships/slide" Target="/ppt/slides/slide12.xml" Id="Rf597800dafb1434c" /><Relationship Type="http://schemas.openxmlformats.org/officeDocument/2006/relationships/slide" Target="/ppt/slides/slide13.xml" Id="R1453e4c9bc9744fd" /><Relationship Type="http://schemas.openxmlformats.org/officeDocument/2006/relationships/slide" Target="/ppt/slides/slide14.xml" Id="R442ba3c3e39c4d84" /><Relationship Type="http://schemas.openxmlformats.org/officeDocument/2006/relationships/slide" Target="/ppt/slides/slide15.xml" Id="Re3f8f5627d184f2e" /><Relationship Type="http://schemas.openxmlformats.org/officeDocument/2006/relationships/slide" Target="/ppt/slides/slide16.xml" Id="Rf87f8de3365543d9" /><Relationship Type="http://schemas.openxmlformats.org/officeDocument/2006/relationships/slide" Target="/ppt/slides/slide17.xml" Id="R357a0189feb34642" /><Relationship Type="http://schemas.openxmlformats.org/officeDocument/2006/relationships/slide" Target="/ppt/slides/slide18.xml" Id="R8b884cdf287042f7" /><Relationship Type="http://schemas.openxmlformats.org/officeDocument/2006/relationships/slide" Target="/ppt/slides/slide19.xml" Id="R3cd99c8b385a499d" /><Relationship Type="http://schemas.openxmlformats.org/officeDocument/2006/relationships/slide" Target="/ppt/slides/slide20.xml" Id="R2c5812253ea640f7" /><Relationship Type="http://schemas.openxmlformats.org/officeDocument/2006/relationships/slide" Target="/ppt/slides/slide21.xml" Id="R84630627b9a8467b" /><Relationship Type="http://schemas.openxmlformats.org/officeDocument/2006/relationships/slide" Target="/ppt/slides/slide22.xml" Id="R00e2f69fc8134742" /><Relationship Type="http://schemas.openxmlformats.org/officeDocument/2006/relationships/slide" Target="/ppt/slides/slide23.xml" Id="Rd9e0f44c8b604cdd" /><Relationship Type="http://schemas.openxmlformats.org/officeDocument/2006/relationships/slide" Target="/ppt/slides/slide24.xml" Id="R454cf6b92d5f4c3f" /><Relationship Type="http://schemas.openxmlformats.org/officeDocument/2006/relationships/slide" Target="/ppt/slides/slide25.xml" Id="R37a7a1d65fc44ce6" /><Relationship Type="http://schemas.openxmlformats.org/officeDocument/2006/relationships/slide" Target="/ppt/slides/slide26.xml" Id="R8cd17a50acff4c38" /><Relationship Type="http://schemas.openxmlformats.org/officeDocument/2006/relationships/slide" Target="/ppt/slides/slide27.xml" Id="R3710967a48ae4455" /><Relationship Type="http://schemas.openxmlformats.org/officeDocument/2006/relationships/slide" Target="/ppt/slides/slide28.xml" Id="R8a9af550b5174869" /><Relationship Type="http://schemas.openxmlformats.org/officeDocument/2006/relationships/slide" Target="/ppt/slides/slide29.xml" Id="R2c8ffe3272414a63" /><Relationship Type="http://schemas.openxmlformats.org/officeDocument/2006/relationships/slide" Target="/ppt/slides/slide30.xml" Id="R99a7ce802d0542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aa2473de324c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108ffcb5a64617" /><Relationship Type="http://schemas.openxmlformats.org/officeDocument/2006/relationships/notesMaster" Target="/ppt/notesMasters/notesMaster1.xml" Id="Ra430a13b2bbe42c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a3c297831c4f13" /><Relationship Type="http://schemas.openxmlformats.org/officeDocument/2006/relationships/notesMaster" Target="/ppt/notesMasters/notesMaster1.xml" Id="R0e2bc4a378f44f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c85a0b47c74c59" /><Relationship Type="http://schemas.openxmlformats.org/officeDocument/2006/relationships/notesMaster" Target="/ppt/notesMasters/notesMaster1.xml" Id="Re8246e2f06404c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7e82d0e71b4afd" /><Relationship Type="http://schemas.openxmlformats.org/officeDocument/2006/relationships/notesMaster" Target="/ppt/notesMasters/notesMaster1.xml" Id="R5689e250b00e4b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d7c61a45e4458f" /><Relationship Type="http://schemas.openxmlformats.org/officeDocument/2006/relationships/notesMaster" Target="/ppt/notesMasters/notesMaster1.xml" Id="R0c828aa3b91b4e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bcc62dea834b2f" /><Relationship Type="http://schemas.openxmlformats.org/officeDocument/2006/relationships/notesMaster" Target="/ppt/notesMasters/notesMaster1.xml" Id="R38a4b3cd11c04f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2354d69a3d44bc" /><Relationship Type="http://schemas.openxmlformats.org/officeDocument/2006/relationships/notesMaster" Target="/ppt/notesMasters/notesMaster1.xml" Id="R4d08437e65664e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a8019c7c4344d4" /><Relationship Type="http://schemas.openxmlformats.org/officeDocument/2006/relationships/notesMaster" Target="/ppt/notesMasters/notesMaster1.xml" Id="Re4f99f58bcd74d5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0083ae81c04512" /><Relationship Type="http://schemas.openxmlformats.org/officeDocument/2006/relationships/notesMaster" Target="/ppt/notesMasters/notesMaster1.xml" Id="R13089640e8c9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312af260a5436b" /><Relationship Type="http://schemas.openxmlformats.org/officeDocument/2006/relationships/notesMaster" Target="/ppt/notesMasters/notesMaster1.xml" Id="R1f1f8215ab2048b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f34e8c0f704931" /><Relationship Type="http://schemas.openxmlformats.org/officeDocument/2006/relationships/notesMaster" Target="/ppt/notesMasters/notesMaster1.xml" Id="Ra504f503dd4541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e789c5a05e4408" /><Relationship Type="http://schemas.openxmlformats.org/officeDocument/2006/relationships/notesMaster" Target="/ppt/notesMasters/notesMaster1.xml" Id="Rd3b0a55a8057481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8b4ff04eff48d2" /><Relationship Type="http://schemas.openxmlformats.org/officeDocument/2006/relationships/notesMaster" Target="/ppt/notesMasters/notesMaster1.xml" Id="Rb8ff0e1adf0c40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30f19a7dc2c4f65" /><Relationship Type="http://schemas.openxmlformats.org/officeDocument/2006/relationships/notesMaster" Target="/ppt/notesMasters/notesMaster1.xml" Id="Rc8dfb6f5b7bb40d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911865af9834524" /><Relationship Type="http://schemas.openxmlformats.org/officeDocument/2006/relationships/notesMaster" Target="/ppt/notesMasters/notesMaster1.xml" Id="R32b069e43b4a4d6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6cb77e6a9044f8" /><Relationship Type="http://schemas.openxmlformats.org/officeDocument/2006/relationships/notesMaster" Target="/ppt/notesMasters/notesMaster1.xml" Id="R438ad693eb0748b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834bec8e284e80" /><Relationship Type="http://schemas.openxmlformats.org/officeDocument/2006/relationships/notesMaster" Target="/ppt/notesMasters/notesMaster1.xml" Id="Ra318012c2c80438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68ca43fdb8f412d" /><Relationship Type="http://schemas.openxmlformats.org/officeDocument/2006/relationships/notesMaster" Target="/ppt/notesMasters/notesMaster1.xml" Id="R3bdd1aaadb5748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6dd083a81da4c0c" /><Relationship Type="http://schemas.openxmlformats.org/officeDocument/2006/relationships/notesMaster" Target="/ppt/notesMasters/notesMaster1.xml" Id="Rbd48263b5ce34bb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cf1dfa7a4c4cac" /><Relationship Type="http://schemas.openxmlformats.org/officeDocument/2006/relationships/notesMaster" Target="/ppt/notesMasters/notesMaster1.xml" Id="R2bf798ebbe614fc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6774e80b155466a" /><Relationship Type="http://schemas.openxmlformats.org/officeDocument/2006/relationships/notesMaster" Target="/ppt/notesMasters/notesMaster1.xml" Id="R42acf6dc8ab64a3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a9bbb8780944b03" /><Relationship Type="http://schemas.openxmlformats.org/officeDocument/2006/relationships/notesMaster" Target="/ppt/notesMasters/notesMaster1.xml" Id="Rcabc73ebdfa1480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6dd8792be9a48cf" /><Relationship Type="http://schemas.openxmlformats.org/officeDocument/2006/relationships/notesMaster" Target="/ppt/notesMasters/notesMaster1.xml" Id="R78d3e4a832614e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0a8be67d3434f14" /><Relationship Type="http://schemas.openxmlformats.org/officeDocument/2006/relationships/notesMaster" Target="/ppt/notesMasters/notesMaster1.xml" Id="R22cc51260cf5421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22a97f466146a8" /><Relationship Type="http://schemas.openxmlformats.org/officeDocument/2006/relationships/notesMaster" Target="/ppt/notesMasters/notesMaster1.xml" Id="R5154476cddda405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176bbae3c214234" /><Relationship Type="http://schemas.openxmlformats.org/officeDocument/2006/relationships/notesMaster" Target="/ppt/notesMasters/notesMaster1.xml" Id="Rfa9dfdedd8be46a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7912cd6a32d42a7" /><Relationship Type="http://schemas.openxmlformats.org/officeDocument/2006/relationships/notesMaster" Target="/ppt/notesMasters/notesMaster1.xml" Id="R4d1b689392b8448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e9b57ce2bd64fb9" /><Relationship Type="http://schemas.openxmlformats.org/officeDocument/2006/relationships/notesMaster" Target="/ppt/notesMasters/notesMaster1.xml" Id="Re64683dc228843d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6cf4c74f8354a10" /><Relationship Type="http://schemas.openxmlformats.org/officeDocument/2006/relationships/notesMaster" Target="/ppt/notesMasters/notesMaster1.xml" Id="R593bbf6b189f42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39f5238665243ec" /><Relationship Type="http://schemas.openxmlformats.org/officeDocument/2006/relationships/notesMaster" Target="/ppt/notesMasters/notesMaster1.xml" Id="Rf0200e38ea2149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5da2c963b64b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3ee7ac39784a48" /><Relationship Type="http://schemas.openxmlformats.org/officeDocument/2006/relationships/slideLayout" Target="/ppt/slideLayouts/slideLayout1.xml" Id="R4abbeda8ae6942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bbeda8ae6942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c6b79a38764a06" /><Relationship Type="http://schemas.openxmlformats.org/officeDocument/2006/relationships/image" Target="/ppt/media/image.jpeg" Id="R49924bc73fe0431b" /><Relationship Type="http://schemas.openxmlformats.org/officeDocument/2006/relationships/notesSlide" Target="/ppt/notesSlides/notesSlide1.xml" Id="R08892f616b3244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67728284e264d6c" /><Relationship Type="http://schemas.openxmlformats.org/officeDocument/2006/relationships/image" Target="/ppt/media/image2.jpeg" Id="R34a14bdf76a44d0b" /><Relationship Type="http://schemas.openxmlformats.org/officeDocument/2006/relationships/notesSlide" Target="/ppt/notesSlides/notesSlide2.xml" Id="Rfb313d9e68a14a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639ae219024d40" /><Relationship Type="http://schemas.openxmlformats.org/officeDocument/2006/relationships/image" Target="/ppt/media/image3.jpeg" Id="R22efcbcce0244a25" /><Relationship Type="http://schemas.openxmlformats.org/officeDocument/2006/relationships/notesSlide" Target="/ppt/notesSlides/notesSlide3.xml" Id="R7e482ef141d74d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efc9a71f3e4660" /><Relationship Type="http://schemas.openxmlformats.org/officeDocument/2006/relationships/image" Target="/ppt/media/image4.jpeg" Id="R0f6b27362eb542a8" /><Relationship Type="http://schemas.openxmlformats.org/officeDocument/2006/relationships/notesSlide" Target="/ppt/notesSlides/notesSlide4.xml" Id="R30e74fc35d02466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a5459a961f84833" /><Relationship Type="http://schemas.openxmlformats.org/officeDocument/2006/relationships/image" Target="/ppt/media/image5.jpeg" Id="Rb0d4bef350094a34" /><Relationship Type="http://schemas.openxmlformats.org/officeDocument/2006/relationships/notesSlide" Target="/ppt/notesSlides/notesSlide5.xml" Id="R46d23dbf78944c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674c7e363b64920" /><Relationship Type="http://schemas.openxmlformats.org/officeDocument/2006/relationships/image" Target="/ppt/media/image6.jpeg" Id="Rf06d9b18135a487f" /><Relationship Type="http://schemas.openxmlformats.org/officeDocument/2006/relationships/notesSlide" Target="/ppt/notesSlides/notesSlide6.xml" Id="R6a4f4e479bfb45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74d8496c5940ad" /><Relationship Type="http://schemas.openxmlformats.org/officeDocument/2006/relationships/image" Target="/ppt/media/image7.jpeg" Id="Rbb81569b441848cf" /><Relationship Type="http://schemas.openxmlformats.org/officeDocument/2006/relationships/notesSlide" Target="/ppt/notesSlides/notesSlide7.xml" Id="R845907d603a74a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d30a0831b94ec6" /><Relationship Type="http://schemas.openxmlformats.org/officeDocument/2006/relationships/image" Target="/ppt/media/image8.jpeg" Id="Rd941b2a51d8f45fe" /><Relationship Type="http://schemas.openxmlformats.org/officeDocument/2006/relationships/notesSlide" Target="/ppt/notesSlides/notesSlide8.xml" Id="R8f2e2163d75344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5849b4b94b54f92" /><Relationship Type="http://schemas.openxmlformats.org/officeDocument/2006/relationships/image" Target="/ppt/media/image9.jpeg" Id="Rd1decc0803ee465a" /><Relationship Type="http://schemas.openxmlformats.org/officeDocument/2006/relationships/notesSlide" Target="/ppt/notesSlides/notesSlide9.xml" Id="R446e29d9ca564f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24a287b54db4e9c" /><Relationship Type="http://schemas.openxmlformats.org/officeDocument/2006/relationships/image" Target="/ppt/media/image10.jpeg" Id="R1950438352ad4d86" /><Relationship Type="http://schemas.openxmlformats.org/officeDocument/2006/relationships/notesSlide" Target="/ppt/notesSlides/notesSlide10.xml" Id="Rb15196637a074c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c4efbc7fd81474e" /><Relationship Type="http://schemas.openxmlformats.org/officeDocument/2006/relationships/image" Target="/ppt/media/image11.jpeg" Id="R27c2a69a4bdb4077" /><Relationship Type="http://schemas.openxmlformats.org/officeDocument/2006/relationships/notesSlide" Target="/ppt/notesSlides/notesSlide11.xml" Id="R2703aa0689534d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09ff11f626b41be" /><Relationship Type="http://schemas.openxmlformats.org/officeDocument/2006/relationships/image" Target="/ppt/media/image12.jpeg" Id="R394cb9caf06144a7" /><Relationship Type="http://schemas.openxmlformats.org/officeDocument/2006/relationships/notesSlide" Target="/ppt/notesSlides/notesSlide12.xml" Id="Ra2ce3178cd1240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f7a85e5f6be4795" /><Relationship Type="http://schemas.openxmlformats.org/officeDocument/2006/relationships/image" Target="/ppt/media/image13.jpeg" Id="Rd4b62c4891644d78" /><Relationship Type="http://schemas.openxmlformats.org/officeDocument/2006/relationships/notesSlide" Target="/ppt/notesSlides/notesSlide13.xml" Id="R57fa4831fee949c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a1519d90d614b99" /><Relationship Type="http://schemas.openxmlformats.org/officeDocument/2006/relationships/image" Target="/ppt/media/image14.jpeg" Id="Rc2a30a3771e54286" /><Relationship Type="http://schemas.openxmlformats.org/officeDocument/2006/relationships/notesSlide" Target="/ppt/notesSlides/notesSlide14.xml" Id="Re03d546ac07e49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4409993455c4a36" /><Relationship Type="http://schemas.openxmlformats.org/officeDocument/2006/relationships/image" Target="/ppt/media/image15.jpeg" Id="R92668ff4c5954faa" /><Relationship Type="http://schemas.openxmlformats.org/officeDocument/2006/relationships/notesSlide" Target="/ppt/notesSlides/notesSlide15.xml" Id="R38ac05ae5bdc4db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4bac66ba3f24ea8" /><Relationship Type="http://schemas.openxmlformats.org/officeDocument/2006/relationships/image" Target="/ppt/media/image16.jpeg" Id="Rd91ee465c82a490d" /><Relationship Type="http://schemas.openxmlformats.org/officeDocument/2006/relationships/notesSlide" Target="/ppt/notesSlides/notesSlide16.xml" Id="R72985671b3aa484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39df649a63b4a7d" /><Relationship Type="http://schemas.openxmlformats.org/officeDocument/2006/relationships/image" Target="/ppt/media/image17.jpeg" Id="R802baf0ea4424ca4" /><Relationship Type="http://schemas.openxmlformats.org/officeDocument/2006/relationships/notesSlide" Target="/ppt/notesSlides/notesSlide17.xml" Id="R529e6b7bcb1843d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a731ed8821b4e92" /><Relationship Type="http://schemas.openxmlformats.org/officeDocument/2006/relationships/image" Target="/ppt/media/image18.jpeg" Id="Rc86f27f7b7894586" /><Relationship Type="http://schemas.openxmlformats.org/officeDocument/2006/relationships/notesSlide" Target="/ppt/notesSlides/notesSlide18.xml" Id="R60df362525734a2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1d027b830b04826" /><Relationship Type="http://schemas.openxmlformats.org/officeDocument/2006/relationships/image" Target="/ppt/media/image19.jpeg" Id="R9ee488e25b364480" /><Relationship Type="http://schemas.openxmlformats.org/officeDocument/2006/relationships/notesSlide" Target="/ppt/notesSlides/notesSlide19.xml" Id="R2054524a3b7b4cf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332d9ff8929433a" /><Relationship Type="http://schemas.openxmlformats.org/officeDocument/2006/relationships/image" Target="/ppt/media/image20.jpeg" Id="R256a7f97cd114e1d" /><Relationship Type="http://schemas.openxmlformats.org/officeDocument/2006/relationships/notesSlide" Target="/ppt/notesSlides/notesSlide20.xml" Id="R34915eed66344e8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993db3af9954913" /><Relationship Type="http://schemas.openxmlformats.org/officeDocument/2006/relationships/image" Target="/ppt/media/image21.jpeg" Id="Rd32a2eb5646e4afa" /><Relationship Type="http://schemas.openxmlformats.org/officeDocument/2006/relationships/notesSlide" Target="/ppt/notesSlides/notesSlide21.xml" Id="R698dbf380df8499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726fce81f0a4632" /><Relationship Type="http://schemas.openxmlformats.org/officeDocument/2006/relationships/image" Target="/ppt/media/image22.jpeg" Id="Rd35eeb9c5a8a46ce" /><Relationship Type="http://schemas.openxmlformats.org/officeDocument/2006/relationships/notesSlide" Target="/ppt/notesSlides/notesSlide22.xml" Id="R32054a61ccbf445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4540c17566e403e" /><Relationship Type="http://schemas.openxmlformats.org/officeDocument/2006/relationships/image" Target="/ppt/media/image23.jpeg" Id="R2c42e55bc6ad4282" /><Relationship Type="http://schemas.openxmlformats.org/officeDocument/2006/relationships/notesSlide" Target="/ppt/notesSlides/notesSlide23.xml" Id="R775a41afbf0343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897d9d46b994d00" /><Relationship Type="http://schemas.openxmlformats.org/officeDocument/2006/relationships/image" Target="/ppt/media/image24.jpeg" Id="R3c36b3be2ab94dae" /><Relationship Type="http://schemas.openxmlformats.org/officeDocument/2006/relationships/notesSlide" Target="/ppt/notesSlides/notesSlide24.xml" Id="Rabb0b8d4a6284f2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bde31e35c654b62" /><Relationship Type="http://schemas.openxmlformats.org/officeDocument/2006/relationships/image" Target="/ppt/media/image25.jpeg" Id="R82016f26f34a421c" /><Relationship Type="http://schemas.openxmlformats.org/officeDocument/2006/relationships/notesSlide" Target="/ppt/notesSlides/notesSlide25.xml" Id="Raf70adeaddbc422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41c9776e5524a7d" /><Relationship Type="http://schemas.openxmlformats.org/officeDocument/2006/relationships/image" Target="/ppt/media/image26.jpeg" Id="Rd68fbeb4a3824467" /><Relationship Type="http://schemas.openxmlformats.org/officeDocument/2006/relationships/notesSlide" Target="/ppt/notesSlides/notesSlide26.xml" Id="Rcc538bac4d524fa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6559b93cb12444c" /><Relationship Type="http://schemas.openxmlformats.org/officeDocument/2006/relationships/image" Target="/ppt/media/image27.jpeg" Id="R0f80ab4c0c214c9c" /><Relationship Type="http://schemas.openxmlformats.org/officeDocument/2006/relationships/notesSlide" Target="/ppt/notesSlides/notesSlide27.xml" Id="Rface43ce96444ed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ef52d3b6d7045c7" /><Relationship Type="http://schemas.openxmlformats.org/officeDocument/2006/relationships/image" Target="/ppt/media/image28.jpeg" Id="R9cdb6df4a8d94d73" /><Relationship Type="http://schemas.openxmlformats.org/officeDocument/2006/relationships/notesSlide" Target="/ppt/notesSlides/notesSlide28.xml" Id="R8e8b25615c4a4cc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ec684bb5b834afa" /><Relationship Type="http://schemas.openxmlformats.org/officeDocument/2006/relationships/image" Target="/ppt/media/image29.jpeg" Id="R70b0e787853d4491" /><Relationship Type="http://schemas.openxmlformats.org/officeDocument/2006/relationships/notesSlide" Target="/ppt/notesSlides/notesSlide29.xml" Id="R5f928ee81706488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ae449ee5708464f" /><Relationship Type="http://schemas.openxmlformats.org/officeDocument/2006/relationships/image" Target="/ppt/media/image30.jpeg" Id="Rdacdd646c5ee465f" /><Relationship Type="http://schemas.openxmlformats.org/officeDocument/2006/relationships/notesSlide" Target="/ppt/notesSlides/notesSlide30.xml" Id="Re21d498d8bca4ef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9924bc73fe0431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0A9D920-4161-4BE8-B712-93657CA9D32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51C689D2-78BF-4D51-99D0-33FA1971EEB4}"/>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F6FE1DBB-F97A-4FDC-9D55-D3988871B1C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4292F154-61B7-4CDB-B31F-D120B27658F0}"/>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39FF504B-EA7C-4CBC-8C6A-D8C7A52AC167}"/>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8B58C7F8-E1CA-442E-9D05-762EBD293F37}"/>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0F79C7F2-D8B3-4A84-9911-86A1737B28A0}"/>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730B64E0-EDC8-4CA6-AA42-F242E78D7366}"/>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44E8CC8-580A-4D20-A96C-2182BAC3636F}"/>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0F6438D-D37D-49DA-98BC-296BB7F50FEB}"/>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A0AB13E8-88D2-446C-9D05-0B6ECD4BFBA6}"/>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29B2BEE9-6860-472E-B2CC-82E153A07169}"/>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9DC0001C-3D1A-43AA-BCE5-33A2DC9CA9AF}"/>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BA1E3C5-846F-4258-AFB2-17234B919639}"/>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F62EA5DF-2D95-4B20-BBA2-3EC0992A4A32}"/>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C0F0A05E-C1E9-4E77-B608-BFE542D5DE23}"/>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3BBCBA15-8F1F-40DB-ACB0-394A73F7AA76}"/>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69FE0664-67E4-4A49-B926-8DDB38F5E33E}"/>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49A801F1-6F42-4464-A4F8-72DE7B94956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3431A7C5-65E0-4AB5-AFE3-4851929436CC}"/>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9A8814C6-99A0-447C-8BB1-255BA4F6A49B}"/>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2A9E538D-05E8-4790-8398-160E18FC819D}"/>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E2B3DA05-F06A-45AD-AB69-5BFD7A73AF67}"/>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B3D256CF-F956-4255-A82B-F5565E73BAB5}"/>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F7297510-3270-47D8-98A8-CB12CFB9EA74}"/>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92CB9CBE-2CAD-4692-BEE7-816022BE7CFF}"/>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06075E53-636A-4952-A556-E63F09BBD6D7}"/>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4EC96083-3ADD-4802-836A-8EFAA35BE16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52117859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34a14bdf76a44d0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8415802-9550-41DE-9A33-908EFFE8D7F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AB3CC4E-21FB-4BC3-A630-E51BFAC29B2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461E9010-9B06-4EAC-A6B9-8A98760049D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197D67D-2ABC-4085-96A9-3BAF7E18295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DAA3219A-460C-4B05-8C60-01CAF8A1D66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CB917FF-B55D-4643-A1C9-C069C1343B7D}"/>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D719E437-6905-43A8-BF33-D59513CCE7CF}"/>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5061C278-DAD6-47F3-9467-47FB1CE20EC6}"/>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4ED0ADDD-7BED-4B57-8171-AB5556499E43}"/>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B28B5503-9EFB-4A99-8B77-D299A2886C36}"/>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B5FD9A51-C8E8-4007-9B00-A43690F0ECE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1968C893-427F-403F-9253-C378175352BE}"/>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6839CBFD-D313-46A9-8918-9B258FECBB21}"/>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3D57A92D-DA21-4159-ACA5-29DA3CB6C1AA}"/>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3564EA14-3D6B-425D-9F52-18A1E3EB0A4C}"/>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DD3C70C0-53B9-4C28-B730-FB8DD1321392}"/>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E15960A9-424F-4DBB-94F6-1F104C11706C}"/>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CEDBFB1D-58F0-4B10-80A7-6E54A3709220}"/>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522794A4-1AA3-4CC1-8477-EC530A9F3E4B}"/>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DA82427B-21F5-4308-ABC4-65D05F08E5E3}"/>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E5CE76CD-FD60-489A-9CE0-AF72F4BF524A}"/>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FE95BDCE-E548-46FF-BB4B-3D7C481D78FA}"/>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22C1262C-E7F6-4778-8976-DBBE6214CEBA}"/>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68FB8C1B-9901-474F-8417-626BE25246D6}"/>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E11ED5F4-AA24-4EF6-8C87-51D1B1000954}"/>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62AEE599-1546-4581-9F92-10EA4F546693}"/>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EA6B3146-B870-46E7-B09C-F809F58666E1}"/>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5B103C53-7BE1-4E1E-9F09-F7278B1CFC06}"/>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333A972D-25CE-45FC-BBFA-8A366A13F982}"/>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744CA0D6-F50D-43AD-AB74-D2613F117908}"/>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F96F6E33-68C2-429C-9C03-B9A0ACAD3D17}"/>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99D4EA98-41CA-46E3-825E-AEB43BC842AB}"/>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C429C045-4F92-4C66-9362-E73CCEB6A4D4}"/>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BB685F09-B461-4CAE-9866-B7B0B0941605}"/>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99CC18F0-0E3F-4868-AA45-0B8D92C1314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0101399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2efcbcce0244a2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A12307-7F33-471A-AB6C-B8060B5CAD7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901CD0C-9E41-48CC-BEED-C2AFDF4E88F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AB98CADC-305A-4AFB-A634-E02DD21A17F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AE7955B-3E91-4BE1-8A2F-9834117F5BA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F75CA2F0-D87E-4DF4-BC63-3A3E4FCDBF5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5F63BB7-FB89-4057-8780-8A8223C4F5D7}"/>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E68B0C96-B36D-414F-A37D-F54D7CE58ECE}"/>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B788DA60-2006-4523-A089-0464B7C1C17F}"/>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473949D1-DB5D-4561-9D62-51602704F76F}"/>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8874C2E2-47FD-4A4A-8239-091CB82B6D23}"/>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8863FFE6-3747-45B3-B48A-844BF33EDC2B}"/>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20CEE9CE-1994-47A9-90D8-0363F0C645AE}"/>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CDCE2A45-6768-4563-9165-BEB2D1DA9846}"/>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CFA1E4FA-3212-41FA-9ED3-1B4327ECA7F6}"/>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95846B99-403A-4B56-A34A-B6CA0FD0AACF}"/>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628BEED3-6101-4319-A30D-8DE53CBD6A34}"/>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F2BCE397-FD67-4F7E-BFE5-A911073E6011}"/>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B8A41530-4135-4854-A548-AAB1DEAEED65}"/>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D5442307-1089-4D24-9B35-973756B79257}"/>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738EDA09-4E1E-4887-AC72-0AC9E44EBC35}"/>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910CDDF8-6F17-47A2-B296-C5C947EA3A43}"/>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771BF7E7-69D0-4E3D-AD0D-ED6112008CF2}"/>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5FF98BD0-484A-4944-B19B-2036FA2D765E}"/>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C14D7673-0F49-479C-882C-F56E257FD213}"/>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91A9F9C0-DE26-4548-BC81-AF1CA947F02E}"/>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D546DE86-1C67-4649-A1B0-BB1916442E60}"/>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12013E7E-9BBF-46B7-ADFB-6CFA8392C714}"/>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185E39C4-7D81-42C9-A1DD-74466EB66077}"/>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A1EBE071-201F-4052-A10F-A75553E93184}"/>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D7B0A01C-9D6E-45E7-97F2-B3D445DB83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20984520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f6b27362eb542a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EF5D15-3F91-4645-A64F-B0332CFC110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EB91170-86FC-49CA-BC4F-2332CA3346F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F238509-DB93-4973-AABA-7132B1FED0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AE48873-3C24-4CD1-A1B5-D5A46A65ABC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1E9DA4A8-D2AE-4C00-A3CF-40392B45753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C26D570-63E8-48F3-BA20-4144BD7438AA}"/>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C1982760-904F-46D7-A3F8-4A13A614429E}"/>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C2A5D648-4D41-481F-B20F-C98C30BAC9CB}"/>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1EF708E-63A4-4362-ABB6-3B6EC4BAED26}"/>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E0AF956D-EBC5-4F48-90F6-0E674C372A08}"/>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2E81FF73-45B9-49E6-9B80-43674AA3D9C3}"/>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6BC6B20C-865E-4669-B1AD-F9EB0EEDC520}"/>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0735BF63-BE73-40DC-908C-38F0CF5D1A62}"/>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8CAE0F9B-49E7-4A6E-893A-316BCDCA034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7E0347CF-0431-41E0-BB61-ED8916B78EB7}"/>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62CE7E0A-F6FD-4ADB-9CAE-011E07C701C1}"/>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DFE712C6-B20C-4010-BD8A-7C0DC7149077}"/>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C3A44F08-36BD-4035-9603-F0995A3F5EEA}"/>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B87D63E2-81E5-4BC8-AA85-1A6DDFF14B2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91DBC365-0872-4334-A972-094274CA51BB}"/>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EA887661-6170-40CE-989C-93D119E61884}"/>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911E22E5-1CC6-42A2-AB68-6E45B4D2B12C}"/>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3D86D5C9-6E6F-463D-9555-07D222FBFDD9}"/>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6538DE8-2668-43B3-B216-6E5AD1A12C21}"/>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26C40871-E019-4BB4-B9FA-D074571F88F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25316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b0d4bef350094a3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ADBC5B6-A7E6-4C2A-8F4C-E111DF5C984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5D19F9E-A69D-4C82-9137-0B56AC6E14B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68045C70-67A0-4EE4-BD23-E5FD7998D99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4ED7285-8870-4A15-99EB-C35ABAEA63E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9D9E721-B9A2-413C-A323-F5013A9A8E0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385A0D4-0B3C-4DEE-96D6-9669B744AD87}"/>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8CE31D4-488B-4A82-B026-B7CD9A95927E}"/>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6469A55D-F56E-46BB-961A-C062F4A18493}"/>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2611C01D-D7DA-46B9-84BB-EAC4C5F93660}"/>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7487D120-1EBB-4E04-9EF3-00B8BA7F3E70}"/>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B06F405B-4B5B-4848-8C59-E3EDDA3BB70C}"/>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F9E902C3-AAE9-48E6-A6EF-D229F30A9819}"/>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F7A889D0-4242-4C21-A64E-8FB478619532}"/>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AB9ED990-F7CF-470F-9AC1-444F111F6A3B}"/>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49F686-3BE9-450D-B254-4D81140A92A5}"/>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0E5E4732-FAFA-4295-9936-3B1D7CF97AA8}"/>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236A8EB3-7166-4EA9-97B7-4138C9F2FC5E}"/>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82620F51-1D79-4A27-8EE9-58E21A576B8C}"/>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AB853A7D-FC64-4B7E-AA97-54ABFFB9A2BE}"/>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0B22F3BD-8F36-4DF8-9A50-0C03E6E10C33}"/>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E11EFE12-7907-475E-91BF-0BC32975A873}"/>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53BDCBC9-C0E2-4894-A0B6-1C8093332D46}"/>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BFEC1625-92F2-4245-80FB-C13F6C1EC3F4}"/>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4217C521-6BD7-451B-9F5A-E328A1E08BF4}"/>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509827CA-B674-448A-8DB4-1BEDA03B523C}"/>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94F13E08-3FCD-4A9B-AA46-604790E4042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068E53C5-D736-4F3A-94D6-62E344E86731}"/>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CA1FF518-2D52-47E2-A1D5-BFE928898A06}"/>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6F3A16CA-3C6B-4A1A-8D66-E3880E42B2EF}"/>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E3C80BE8-BA0A-4BEA-B8B4-10182BCBA9B2}"/>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2AC91795-B7CE-495E-8648-995B455EBB1B}"/>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70F9BDF1-0EE4-4323-A88D-7EB43675646B}"/>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B3EA96B5-9B96-4C3F-802C-CFB4CA638224}"/>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70761F2D-2F92-48C1-AACF-5296D084453D}"/>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8494DE4D-8B6B-4F63-8EE1-66D40ACA81C4}"/>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C73CB08A-3075-4154-8206-95F231D655A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69269653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f06d9b18135a487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C37E84-4A0D-47B7-AB11-4B080891643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1656476-AEE4-4E6A-B7CC-CC223045258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058E3BFD-F64C-4518-B32D-8D435ACCBF9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054E54-CB1A-4B98-A659-7C59F1BBD52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F4470E82-681F-49A9-A252-117F808BA02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35B85D9-B03F-4980-ABC7-BDDA954A8413}"/>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DEFED5D-3FE8-40C7-B395-01FBF17D18AE}"/>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18099F5D-85C9-4E46-894A-9CF87A5FE19F}"/>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C6745704-35AB-44C5-B07C-B4FDE7695B33}"/>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15AB43EC-D095-46EC-B470-F1138889C2FA}"/>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5DB3CBF7-4A9B-4EB2-A7C8-F5892D489FA4}"/>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37105644-655F-442F-A3C8-5FF6A16F1280}"/>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068C4CDD-566B-4B33-8DF7-5BA55BEC9920}"/>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3E247435-540C-4644-B140-A88EF54DF88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18894151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b81569b441848c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C37443-9B42-4525-9729-EEF1C6563F7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45B5316-81C3-43F8-A082-A70819F53F0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4F4ADDD6-DE8D-4608-AFEB-F2B46AD613B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E38D970-F9B0-4C2E-8B5A-765DCECEF70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DFA6DA9F-3510-41E1-B0BB-90DFDA5B0FE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8E61797-CC30-47FC-849F-ED22D40F8450}"/>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3B47EF9-3208-4F6A-9E24-DB02E7846647}"/>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B2F89DCD-620B-45E9-A7C1-3C0AC0FD8A1E}"/>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703C890E-374C-48FB-8745-D8E120BB61E2}"/>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4D039B38-85E8-45CE-A108-F5E412921835}"/>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A585CA4-FF0A-4A6E-9CC0-34CD9A6C5F5D}"/>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1E5A6214-E23E-4748-8E59-F4C6E74F6C58}"/>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2029593C-9229-42E1-94FD-2F9CF9CF0563}"/>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6E34BE34-F981-4E86-B585-14E6B3BB7619}"/>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FF164D91-5E13-4652-BC58-0D5B775D305C}"/>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08219E0B-2160-4C9B-886D-14D8AC9733E8}"/>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FE0EB555-06B1-4488-AE36-AE137F81E269}"/>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31A07BB5-915F-4D8A-A894-135723201403}"/>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E90A1D42-EBA6-4789-BD6C-038DA703C64C}"/>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810946A6-3231-4EA2-8045-E42B5E0AFCA7}"/>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C503CB89-5DC7-4907-A0A5-90461049CF89}"/>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F9B306A0-BF7B-499B-8113-944317F5D666}"/>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8DE1F11C-8033-4851-BE8C-F59946957723}"/>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9D84EEC1-11CD-4656-8325-B479028C6E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85799490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941b2a51d8f45f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DB45DD0-58B9-43C3-A157-37E4F5F475B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23C3BF4-4A9A-47E6-AEC8-85BDD950CB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CC778DF3-1CB2-445F-AB34-613395651CA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5164D3D-A817-43F2-842B-C5151519D79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9DC62EB2-A066-47A5-9DF7-5BED22D02FA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D42A211-4EB4-41B0-85F4-7D3E364043E3}"/>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1AC647D-DEBF-4201-836F-16CA3384197E}"/>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191087A3-9818-4CFB-8BB9-8C15964CE8F0}"/>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2883C2F2-C727-4541-8FE2-C50D326D499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234ED1E-30E2-4637-9EBF-346E2F119546}"/>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B435A571-8EE1-4A84-95AD-78CFBFF6D9E1}"/>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43600EF1-67A8-41D2-965D-10BAD1CF8C3F}"/>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CD68E692-61C2-47AF-9EDB-E018ADE8A2F2}"/>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D2D174EF-F8C8-43BB-9E95-1A8F757807DB}"/>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F868FF8F-A5FA-468D-B0E1-325A46BEC5D8}"/>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6D79DCE9-605E-45F1-9E60-783E1E53686F}"/>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25ED700F-55B5-4180-AD0D-F1713A2D3521}"/>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BC844D1E-A873-474A-B9FC-C85EC5456C05}"/>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0CCA8812-AE8F-4424-9346-880EE136C4F3}"/>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9C4D3B59-9062-4BA9-A2FA-8B73432F066A}"/>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6A195776-622C-4A5F-B322-5FE59A84672C}"/>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0A6D157-2F28-478D-BA2A-EDA5601833D1}"/>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154560DF-50DD-4AEB-BFA4-E4C556E96E5A}"/>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2C1BC517-E722-4789-A289-8F8078C494C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FFD0FEC3-4E49-460E-B0EA-A6FD2010E4D0}"/>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1EB77A02-ECBA-404C-8F55-BC8684BCF210}"/>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F7A53CE7-E89F-4A38-96FD-1D185E5BB06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97565520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d1decc0803ee465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A7EFF63-74B3-415E-B485-167DE249DCA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885BBB31-968A-4D52-92AA-2BCF315B4741}"/>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0A0C6076-D904-47B5-9005-855A44373BC9}"/>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F06D29C6-1D8B-4447-B740-F37194D0FC29}"/>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BC3780CD-A1F0-40B9-A0D4-C65C280C3EB4}"/>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DF52187D-924C-41D1-96D4-1461249F7D2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70075340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1950438352ad4d8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368741-2586-4D82-8CC5-5A8E8939997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AD140E9-F219-4277-98EE-CF78BEDCFDE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FC2CD951-D1CF-40FB-90AD-37E2E81FE7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FAFE75E-EBA8-453B-A0F5-D6979D22660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754371FB-91A8-44DA-8CE2-C0B84C2DE23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47CB2AB-92CA-4BE3-BF66-FCFBF099352D}"/>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3F525DF1-9E24-44B0-BBC5-246A7B7E53A2}"/>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713F81EF-13CA-4B59-9D07-4F19A818E424}"/>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9BCBE0B5-AFDE-4065-8A4E-911756C1D598}"/>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92A9412-9E71-4660-9502-DFCCCB7F2295}"/>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A420527E-373E-4ED0-951D-1AE2ED7244AD}"/>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B7668570-CFC3-49B4-8EB3-C8313E0D6156}"/>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AEACC56F-9997-41F6-8D4B-2ECFB0D4013E}"/>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30044B7A-A914-495F-ADB7-F2F246D04129}"/>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989B56E4-A1BE-40DD-9B4F-6599166096F6}"/>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CA81CA31-9A70-4AC3-9CD4-3DBD0D9ED81E}"/>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1D3C814D-0700-4409-B356-4117A5175594}"/>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EBA8AFA-18EF-46B1-92AD-22762BFB348B}"/>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F50C8C4-DF51-4712-A8EE-869A7263BB14}"/>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08A5DDF-774D-40E8-B7D7-9C312C1E9AA4}"/>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FB9A7E4-1CA0-4D48-8055-FCBDEB88E155}"/>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5C9E024D-3BD9-4516-A388-49B0922F733F}"/>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0D22321C-37BE-43F6-9E1C-DAAA7959162F}"/>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7B732F03-2F08-4023-BFF3-1B68C2319D20}"/>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68FBDAB8-A1E6-4854-AA61-74DC0188C793}"/>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138FADCE-6626-4A36-A4D0-600A31F37EE6}"/>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949D6242-481D-43D0-9AE4-F1AFC589094D}"/>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75A8E581-B241-46C7-A2F2-5DE9B50231B5}"/>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CC7A88FD-6B0F-4115-BBB3-CAF163EC33F4}"/>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008A5303-9BE3-424C-9B2C-2F29AF439E6B}"/>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39E100B-3DC1-48FE-ADFD-ECA3B0E84DCB}"/>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E492B158-F0FF-4BAF-972F-F20C5871ABC4}"/>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EE027BBE-F2B5-4447-A79E-6CB14EF1F7E5}"/>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AEACA0BF-CA07-4F16-A3E6-47D4E497E7F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8821ACAB-1A6D-4236-B3D5-4A0AEC3A2761}"/>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EAAA2E1B-D1C3-484A-8267-EEE7701BB3CB}"/>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2E017F03-3BB2-4057-9AC8-8483F91027AA}"/>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7003EE4D-A9C8-45A2-A79D-659806EE38F8}"/>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21A94AD4-2AA9-4E28-8174-8B9D64D5933D}"/>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8092F2E5-3B45-475F-9504-B5A7B0496691}"/>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63B1A095-4A90-46F5-B8EC-9A3676783E23}"/>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396A33CC-AA9D-4843-9708-DF651E337997}"/>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C35310F6-79E8-4F9A-A323-4176CAA1700A}"/>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A0E8D15E-9B43-4EEA-BF30-5D7B06399D51}"/>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B9E33856-C011-4499-9548-2367DE6EC23F}"/>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E96D8C03-E560-451A-A783-D3FB5D40AC8B}"/>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CD5FBFE3-C24F-49FE-98E0-E45405585235}"/>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A3F1B9A8-6096-49E4-8D37-5934FB9FEC76}"/>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61F12D75-0797-4EA9-B257-BA43F5E94770}"/>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9226B338-8383-460F-A18A-80181755F798}"/>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9964DE71-7AB7-4E50-91B2-A3BB3493D0BF}"/>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9D978FD6-B875-4C03-940A-60F00704F248}"/>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DE8B681C-4CEC-4E36-9F17-89AF6AF1BDF3}"/>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7B5592BB-85D3-4FDF-A577-D2996CCF97AF}"/>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8D8FD860-4B11-4551-86DA-674B78E283D9}"/>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5694E9AC-1D5B-4D3A-965A-D85455481EE5}"/>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358D5283-28D3-46AC-84AC-16AA7F7B7851}"/>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B641735B-34E4-414B-8A15-71C13D99ED8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0FE39D0B-2EEE-408A-824D-D14BCE878662}"/>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DB68489F-3599-466D-8F13-4515FD1A1F9D}"/>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3A4924F9-93EE-4431-9823-0F78D9A8A0C0}"/>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FF038DDE-4663-4F67-AE48-60EE58A96201}"/>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8C4CE4A4-BE61-48D8-9052-85D5507AF342}"/>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5D39E856-1193-4C93-AE28-A3EA10F9EE6F}"/>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3D496145-6CC9-43E1-B156-2FC3D40B005C}"/>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E23C1B14-3512-4AF7-BD25-A42A3FE20F8F}"/>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A31F1789-E5DB-48EA-9960-C74E701EAB31}"/>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50A404BD-FF7A-4972-B7A4-50E2F419D292}"/>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3BC7BCB9-3DAB-4325-B0F3-DDDC89D9477F}"/>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BF07BD83-009B-41F9-8C3D-39E9CA166280}"/>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453D4FF9-8387-4B03-9CF8-6952D53CD442}"/>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AA123DFE-EEAB-4A97-A0A1-2BF30505AF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CD83C0B1-46BC-4A1A-87E1-69733938D324}"/>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657C2674-4AC5-4B39-B9F3-08FF24DF256B}"/>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9C442C88-FFE7-49A8-8734-AE00601B6175}"/>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8B20C80D-94EF-4893-9C66-188CD7CF394C}"/>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90E50007-BC59-4BE6-91F7-A412CA52E04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65B646B5-F88D-498F-901A-D039A95DFAB0}"/>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43D54AAA-E606-4F7B-8E4B-A1EA66C18DCA}"/>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E07A7507-957C-4410-9FAB-F304ED29D874}"/>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ED7A4306-3CD2-413B-90A0-F1FB0C3D0D86}"/>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E5533630-8051-47EC-A279-6FBF365707FE}"/>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1938D491-B0E7-4445-9B30-38939AAAE0AA}"/>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54728C03-F538-4AAA-92C4-FD965D0434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C02211BB-2468-4880-A3F3-4F7422176D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1FCECB2C-E92A-4413-8DF7-5E3ED044A3A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17061777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7c2a69a4bdb407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88C922C-676F-429B-A8BD-2CE0DF20C5E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63188C3-EC8E-4F19-B74B-1032FB0060A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B94144C1-D0AE-41B1-98AA-FD2926A723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3553F8E-0CA2-468E-8AE7-A6567D83204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C249B2F1-0664-4C31-90DA-37AA9E8F62F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3584249-65EA-4A21-A506-286637B667FC}"/>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9CAAE88C-09D8-4998-9371-B4006FB4652A}"/>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C0A200DC-2C7D-4D69-B7A3-8B38BC27410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6B2BE8-E7F7-4A6D-B3FD-D6BF0E8E027A}"/>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92C585F7-4B30-4101-A5DB-BB594EE8420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FCAACA9B-439C-4381-B705-22982C24CB88}"/>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70007D3-9A6B-4B42-A469-FCDD5C353EBC}"/>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B045FFDC-1F61-498A-8246-CF4D48CC8664}"/>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306ADDA5-7787-43E2-8609-2BFD58611BE4}"/>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99B3FD1-8BE6-4DF5-A96D-20BA2590AC7D}"/>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D9291D97-FC2C-4E53-94B2-A1D3D6402FFB}"/>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4B9C5D2-5AFB-4B2E-A9D7-FD84BB27D630}"/>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9227284-5A81-42C7-A2DC-15849CCBACB3}"/>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69DD5C66-06E9-4552-8FA0-58DA20AC5AD5}"/>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7DB3B4F7-D017-4954-9BC0-ACC63946F64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5941831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94cb9caf06144a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C7A1921-C6AB-45D4-8809-925CCACE4FC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013502A-F91D-49C1-82DC-E16AC17385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50CDF32B-82D1-410E-AE60-453A0C789B4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28B1A3C-4E30-474A-87F9-C784BFEBEBB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653E5B24-2420-401D-982A-2E8258DE430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D4A374D-489F-4909-9A6B-4151E29823AA}"/>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F3718118-BF78-495F-B193-E0B9CEE841A8}"/>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23C9D5CA-E439-41D1-AAAF-7C195EE23C69}"/>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510ADFF-2E1C-4E55-93B7-D07105F57269}"/>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7B9AB41E-C8FF-419D-BD26-C8DB0F577EAE}"/>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505D1A54-716C-4361-B616-563B9539863B}"/>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5987F023-BEA5-45F6-8FEB-849462E0AB3A}"/>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F8A8510-15BF-438B-8828-73212E46A6B2}"/>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21E311D6-3D89-474B-87EE-7E69B1A39DB1}"/>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6CBB419-F4D3-433F-B029-A74E7282104E}"/>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B61E59A2-F455-4917-B31A-FCED026F311A}"/>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BCD66030-8C61-4E9C-8822-CBE05C65E5A5}"/>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CC0E9CD0-F4EB-43B0-9210-B977DC67845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9C5317A8-E3AA-44DE-B0A0-C5EFE3E1BB5A}"/>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B24B66D1-BC12-4B05-A4EA-6EA05CF1D992}"/>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CC927EA-215D-4DDB-A3F5-A0AC55C4918E}"/>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9A97CA71-3186-4B47-9673-00FC9DC8300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6D4237ED-119B-4705-9A6B-A4B552BDEDEF}"/>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BEE833A-67C0-4474-966F-A1A1BC9A9FB4}"/>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C0058847-7B83-47FD-8A49-7AB7CCE145A6}"/>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8EC58462-0D58-445F-9D8D-44260ED88F78}"/>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3810C47-C241-4A60-BC34-3A1104B7BABF}"/>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B68737BF-FB67-47EB-806A-17C68614EC8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B907BFEE-D232-4B3A-B66C-524B636D5DAE}"/>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7AEA676-F827-4A18-8DAF-7E3268D89A2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56754640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d4b62c4891644d7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E5B9F4-4E76-4D8E-9065-953D73E76CF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7D0AD73-D09C-4EDE-A81D-DB888D20912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9CFF4793-FC10-46F6-8802-F8D4C6EEEC1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D41F398-EAB5-4F16-954A-6CD684AA568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65748B7-A033-4B46-BE8D-00AF49E3039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CC58111-B0D2-4DFD-BD76-52C833845034}"/>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7FC681CB-60D5-4F28-AF7B-598CBE7718B3}"/>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450D1CAF-6594-47DF-89F4-83FE013C13A6}"/>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F6ED8476-2C9B-436D-8827-8A34A73A72C2}"/>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0E074C5D-5A5B-46B2-A513-1BBEF279CAAC}"/>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EBFFB512-B3C0-4149-A431-7ADD2CA81E4B}"/>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4D834FF3-68E4-4274-BDAF-AC32A222BB48}"/>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94377B31-DE49-4342-A5E5-6A255C10D20B}"/>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516D2E3C-77DF-4F1C-A8F6-7971B0F2743B}"/>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BC5C29A-BF91-4D06-A530-8FA262DD5D1B}"/>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685A07FA-12DB-427C-862E-F547D46EC375}"/>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E7547875-AF38-4EF2-8B5E-C910EBEB3D79}"/>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EE3E1828-0CA5-4928-B098-0E7005568796}"/>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0DBE1FA3-98EF-4721-8207-B5F1671D8F6A}"/>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685D4707-55E2-4ACE-8F1A-C993B5509320}"/>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A625A658-9B13-4BFB-ADDE-020FFD3BFDB1}"/>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DF8A3EDA-BCB5-43BE-B9E1-8AF7566DC300}"/>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3FFABA31-1E2C-4F68-B7E3-8C15E7467987}"/>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3AE0413A-2561-4B89-9DD1-766F352D3156}"/>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8630DA19-E24A-434A-9B16-B3038DBBE0B0}"/>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3C8DC826-C1FE-47AA-BB4C-4CB2FFC4770E}"/>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F827870E-3526-450C-A101-D16ACA531D1A}"/>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9740F3AD-4C70-428E-A700-99C732B8307A}"/>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12A4E2CE-9123-432E-8E53-C7AF8B75D894}"/>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95AF4833-DE3A-4B60-84EF-0F9EF27C7671}"/>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AE920343-2A87-442E-BF2E-BC875219FD29}"/>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1A27C0B4-7CE2-4CE6-860A-6BE96C3A44FB}"/>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0DAE6E91-B478-4645-96C1-3629220265C6}"/>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3563F9F3-9D8F-430F-8A5B-73DA4917BF33}"/>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E4D91582-1552-4005-965F-DFE0642E4AF2}"/>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BD1D550F-14EF-43F8-B06C-85331CFC05D2}"/>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0FA640E7-5492-4205-AD7C-D0CED3B1D64F}"/>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3E6D1E73-D4C0-4A6D-BAEE-A57B323769D4}"/>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2162B714-1CF1-4797-A159-E8B1003DF633}"/>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77BDD1F8-D16C-497C-9FC0-C6A46D20B379}"/>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EEE628CD-086B-4CC4-8E52-2C2D998BF71A}"/>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AA9DE297-CAEB-4D11-95FC-5164E5AEFA65}"/>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A5ED5FB0-4FF6-449A-8503-6B31CED2AC05}"/>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3783E888-4FBF-4737-828E-BCB7A327F9BF}"/>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698A2CC8-279B-4773-B9F1-A89ED8123076}"/>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7F25B4CF-6C99-4F94-8455-106FF8157FBA}"/>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127A638F-9205-4015-87A1-66D2C224F37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56119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2a30a3771e5428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D47919-6353-4AFD-B020-58EA258103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407B5ED-0DFA-46F2-A060-76C662874C3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0CE41486-14D1-40E8-922B-513278AA05C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5A65ADE-5C37-47D3-865B-AA8B61FF4D3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C0787B45-7A7A-45F8-BDA0-00D2BD83B24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E805218-0145-482C-8D27-4455116194F2}"/>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E3E5E7A7-A7B4-424F-B3DC-B8160BCD1061}"/>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E6CA9BA3-8522-42F5-9BC4-739A1BC14753}"/>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294174D7-316A-4476-8ECA-1B1757A7EA83}"/>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BAB990BE-A143-47A1-89A2-FC918E48F77A}"/>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8F4E1738-FBCA-4040-977A-F5D65320110C}"/>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13DA29F1-1E88-45A7-B9A8-5C51A66B272D}"/>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59926448-0FDC-4B15-AC2E-386CBAAA2DD9}"/>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4508395D-E0F2-4F88-857F-63D033ACB409}"/>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ABBFACE3-EFA0-48DF-9CD1-540E946FC8DF}"/>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D663E7B3-4D2A-4BC4-9EEA-C45C9331145D}"/>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1A9928B7-F87D-4650-91F8-A8EEC860CF84}"/>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57E2600-8DC5-44A6-80CE-41C3416CEC13}"/>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980D8757-5500-47A3-85D0-EE24D6E153B9}"/>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778F2508-C54D-44BB-BF4B-3D07587960C0}"/>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57A92125-ED99-440E-9542-8BA027D38E9B}"/>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04054563-4CF7-412A-83AF-6C65B6FB0A90}"/>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693F9483-D803-45DD-A02E-BE6CDE9F5CEF}"/>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3B82830C-D69C-4CA6-82EA-1192ECE5B564}"/>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049E03AE-7319-49E2-8F90-943E71D3EA4C}"/>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59EF9163-00F9-4BC6-9C37-013E23AFE8ED}"/>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78D6A27B-02FF-4604-AE96-3A46192B933A}"/>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D25119A8-8E5C-4AA2-8C35-94877AF1886F}"/>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39C05B4B-BC40-4F60-8361-52D65405AD05}"/>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D502607E-99CB-46A5-9327-D2202ED0155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0339683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2668ff4c5954fa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A3715FF-2035-45CE-B592-5F1852D2E7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3F749DA-B5C2-40D4-8B2D-E650EC52E1E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10D06953-FAF6-4BF3-BEA3-8E63A4599F7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DF55D2B-9115-4FF4-A5FF-33E3CE50019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4E234A6B-7A5F-4F73-BB29-69A8E176A57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80DB943-18AB-4BD9-ACE3-C61D0B81EB9E}"/>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715F16D1-2845-493E-9A79-9B4F82BC3FF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10189E62-177D-45E1-9A68-3F6937B68C4C}"/>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5DD09E98-DB1D-44EF-BE58-19E0480B13A3}"/>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B667E7D7-24CE-4BCD-984A-1959D639E43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A839439E-AF17-4FBA-BB06-5461E4D19F83}"/>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AB3821BD-38C3-4782-839D-C805A4F7F651}"/>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8B35C0C0-1683-4246-82F7-946324D4B970}"/>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6D54FB09-61F2-4F91-983B-19D8F869710B}"/>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B404D403-00EA-4CD0-8D11-4350CD99AA49}"/>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F313FE23-C23A-439C-9054-BCB9F6D8B8F0}"/>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4E727417-D11A-4F10-8939-BA66771EF22E}"/>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7E422312-422D-4510-B548-B71CD50C469E}"/>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215E9AFC-FA54-4332-ABF8-E9506BF3A6F2}"/>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DE6816DC-C844-4A33-A0C4-CBD36ECAC818}"/>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C4136DB2-AAC4-4090-8ED4-6913A1576062}"/>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60894F4-F9C7-4D3E-BAFA-EDA72341DA17}"/>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BD4D8CE0-9F3C-4057-B97F-F6F706D0DA4B}"/>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C91730AE-A178-4108-93F6-10DE0758397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9477105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91ee465c82a49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0DD866-59D1-4F8F-9909-81F0BB21190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5BF428B-679F-4614-8CB6-D8C2648CA76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4C6B1433-C07D-479D-803B-B0A929C07E6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D24AF92-5FA9-4C22-AD57-AAC33A255DA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C650B1BE-C5FF-47DF-9CED-D0EE4486820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2B704E7-040D-465E-BB34-78B4B323EDD2}"/>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85685969-545A-434C-9BB3-75A765E832E4}"/>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FD6F2B9C-BDAF-48A2-9C74-4D86CBFB3BBD}"/>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B14A45D4-7168-461B-B001-655B30B63EB9}"/>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D94A95D6-82A9-43C0-ACEA-E6807F9560BE}"/>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A8235B39-E6AB-441D-96B8-3D11AF37D36D}"/>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45389C81-D0BD-4624-9064-993CBAC8CE53}"/>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36A2CD5A-241B-4042-BBF0-93E0FB79DCA6}"/>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E151F379-41AC-4FDB-8E93-67904D70BA69}"/>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FEA1D7A1-5372-41B2-ABF9-F93FB4C53682}"/>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69CAD820-54D9-4520-907F-D0D73BAB8A45}"/>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D72BED9E-FB51-4CCD-8F60-63E1A9BAF6E9}"/>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BE0D2E63-EBD8-4E6D-8465-238285DB2CCA}"/>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D502B13F-B61B-49C6-8C95-92FED1DC6890}"/>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F398EC0A-BB2F-4112-9F81-478325AEC8B6}"/>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40BA6796-504E-4E65-B01D-D395C2292FBF}"/>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23FC5C78-7E2D-4AD1-AC78-458DBFE50AEB}"/>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D06372D-43E1-4C9A-B203-AE110B4E5D95}"/>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CC36EB45-8D76-40A3-87A6-7216A7802D65}"/>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89DD6DB7-3BD2-4E8D-AE13-404BC79B237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958430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02baf0ea4424ca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821CA7-9DF0-4F8E-A22D-2C4F032972C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DCB8E0E-EE6C-4CA4-A41D-1E7E1805320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A276FD20-25B2-4F1C-8AAB-C9A5F3427CD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104E5C4-E659-4433-9D41-4519A25F128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1C0AFE45-B778-4A60-A712-6B4FCAD3FC3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0E9D8DD-CEEF-46E1-A4FC-24D43599ABA7}"/>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F495E83A-53C8-4ABC-9EEA-CE05D02BEA42}"/>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A1CF43F-BCA1-4EC7-B1E1-2ADC902E71E9}"/>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48BE7E5-1236-4B65-BC48-EFE293704A60}"/>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8A112FA3-F9DE-43B7-AFDD-CED5425D8740}"/>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59D045C5-AF2F-4238-B4ED-3E2463CB73F4}"/>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04B9312A-5D82-4EEA-A61F-36F2F82854AD}"/>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C8124B97-7233-40F4-B5F5-5BFE4F10EA30}"/>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D61BBBAC-899F-4696-BA52-CC1DFC232F50}"/>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798BD832-CC7D-4CF0-AA0E-85C9D9AE2545}"/>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14BFDD09-3092-4794-AECF-0A8D47FE623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198467470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86f27f7b789458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CCAABE-B25E-4E8E-8470-BC5B0C3612D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2C76729-2DFD-47F2-8DC9-AE44DE6522A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BD5D0AB9-719E-4318-92AB-E9D4DFCFA1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C7435A3-0224-41A8-96B7-DC792A41D71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89F207FE-6DC7-4FA5-8A47-16062B14EE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724C47-6EAF-469A-A67F-E448C7F12C42}"/>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ECEE000-CD46-4774-80A1-3896C5514DB3}"/>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E005C03E-6232-4D97-AEDF-B851F6954A87}"/>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5E98A0A0-D57B-4EFC-9C6A-20706E3D29D1}"/>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E42ADA05-F6A5-403B-88B9-6D787560A526}"/>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26B0381B-CEDA-46AA-B893-8ADE790A4AE0}"/>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494DAFCD-4703-49F1-AC4D-5B2086D773FD}"/>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B385F2A4-1B83-4B48-89D9-7396D7BE2269}"/>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023002A2-3579-4127-958A-3F6E1920A6C8}"/>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E055F303-43AB-49ED-896B-542985E5CD31}"/>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299EFCB1-7DBA-42FE-A0B9-47873502020C}"/>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D5E5E6C1-C600-430A-A9E7-16933A59F9A4}"/>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B2641769-084C-42F3-B9FB-C56A17530543}"/>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932BDE8D-26C0-4918-B3B6-43C5969611F9}"/>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9058EB35-8156-4B32-BE18-9DDC4C85FBEC}"/>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83FCB228-3462-4861-8B3A-18FE9E3BE97C}"/>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5FEE9C28-874C-4017-AD12-6F1E4CAAFC8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36493908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ee488e25b36448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DFC21F-D11B-4890-A50D-BE0E11D613F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16FCC01-F5F6-4DEA-9B82-0E68DEF355E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45DF2690-55FC-481E-B0E6-02E12A36016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B701A4-4487-4FAA-B55F-2CB5DBBC05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88D5DC91-7AC9-43C2-8926-CCCB8B3E5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3322ABE-DCDE-41E2-AC43-65AD39B2EA3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AE4C1528-7352-4585-913C-1F7491EF3D36}"/>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5E9893E6-E3F4-4440-9660-FB6885D847A3}"/>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0467BD61-CB21-49E6-95DB-AD97E93A6673}"/>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E45322-7F71-4041-B15E-598561B1A5C2}"/>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45811C24-CD0A-4FF1-9A4B-29FC62D1E4C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F2A494CE-5AE0-4424-A73C-3F47093A8865}"/>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F4CEC2F6-0DEE-4E8D-AEB1-97AD5B106600}"/>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D74AEB8E-5348-4278-8918-6CA01CEBEC52}"/>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F9D027CE-6ECE-4CDB-9792-944B857E5C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11301524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56a7f97cd114e1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7640C8-39A1-4C7C-80E0-44B8A2D070E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36BEDC1-824A-4CE9-ABBB-2566654890B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520F8DD5-67F5-4796-8E36-8DF62C0EA36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D80C732-EA70-4D96-8308-07FCCB9F347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9849015D-D7BF-4241-BCCF-EBFF5412D9A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B813929-4BAB-45BE-9ACF-5EEBDCC201D5}"/>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A8349A-077F-4187-8EC3-EA08D78B16D8}"/>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6B3AF1A3-AFE2-412C-A446-41534FD9AC0C}"/>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0D47E8DA-1901-4E2B-8FBF-8EDB76A4E3C7}"/>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967DD9C9-BCF5-45A6-B9B9-B0F228384853}"/>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0C075062-43EB-48B6-AFD2-59F9A67EC60D}"/>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8B28E291-F1FE-428C-AF45-7227014AB886}"/>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3A4FD0E-E4EF-41D2-9A81-163A82EAA319}"/>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A79FD471-F468-425B-898F-539C2E578273}"/>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D2B291A6-E72D-447F-99EE-C508D5CAB76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CB773F9C-1FA5-4EB8-9297-51D37EC0AFCB}"/>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EBDB11AF-11A5-41D5-A1BF-D73A88DFD729}"/>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51A966A5-A279-4E28-B76D-92D27017401D}"/>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1E1F136E-A6F2-48C8-9324-E1290CD78D53}"/>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2F0CC5DB-D84C-4C80-A282-A2C6D5D6855C}"/>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6C76E8A4-6815-44B3-8F38-80C839E9E761}"/>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A82E935-952C-456D-8729-DC7648FE1627}"/>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8235B305-7BB9-46E8-9C80-9B1A86352B8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CE28CCAB-6C16-4F99-8836-CD70B8F07789}"/>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1ED2A0DB-4417-4C18-9A63-C1AE2C8FB42A}"/>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8235044C-1279-482A-972E-69ABDD69A011}"/>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7B846048-9C05-4A20-825A-503EABFF295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BD4816C1-D14A-47C1-8173-243C0FB21BE2}"/>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1EEE997F-29FA-4A7D-B534-F2FAF921B5E4}"/>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83C720BB-A4B6-4142-A64F-50FEBD9ACC78}"/>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CFA6C5FF-6930-478D-941F-303333B8A701}"/>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8C554B4-9D60-49B8-B5A3-FF52B196D43E}"/>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36E04ED5-1200-48C8-856D-6F4AAEAF82C1}"/>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E3F51D38-B968-49FF-9051-4D9F6F78F7BD}"/>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131183D6-04B1-43C6-9AD2-2B4BB2B026A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24898002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d32a2eb5646e4af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629742-5E8D-4E2B-8F54-C72F9C1DBEE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8CA968B-F678-4122-BBC9-BDAEB97F20E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BAD01E39-B69F-4973-AB95-6453F5C053F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52BB09F-48DC-48C4-9095-D1CBEDF9045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C63BC29B-6775-4B6D-B114-38CD58194C3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CE70D8E-4596-48AB-85C2-D09BFE074108}"/>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BC6FE42-D2BA-4002-813D-B97AE1AE4EA5}"/>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0381D03E-DA4E-4A60-8CDC-B23C2C649339}"/>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5CDFB041-577D-4BBE-8251-4CC61632BEE4}"/>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033CDA53-C4D7-4497-8720-EE9C33291ED5}"/>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E183F480-E248-4772-A5A0-7098E729B1FA}"/>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518C7BF7-22E2-49F5-96C6-A4F5F51D02A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0DE51340-9A8B-4690-A723-0EAB8296ECEC}"/>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7F9EE29C-B1CE-45D9-BE75-EDBB87A68321}"/>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1F442D4-963C-4041-AD92-4176550E793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695E1EB5-D096-4C46-855B-8A60A2C62E43}"/>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8FCE46BF-8114-4C71-92AF-CB823DEE8A99}"/>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981FD9EB-3AF5-4F9E-84CB-CF51F366DB24}"/>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5AED586A-3CCF-478D-9296-E3AB7F9211F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1781E5BB-D854-4760-AA1E-825BCB6956CA}"/>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A1665B96-E978-4041-89B5-60E0BF3FE28A}"/>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4F02A009-2499-4A97-ADBD-37D9CA880E6D}"/>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CA51F6B4-E257-4BCA-A421-E125AF6B4E0D}"/>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CA6BC95-F863-45CF-BD7D-ED66ABD5465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4DF6CE49-653D-443B-BDDF-05E87D6BD9A2}"/>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6D5BD40-F791-4B25-8277-D6DC2BBCD842}"/>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90B01634-72CC-40C0-946A-F8B06D7EEFF0}"/>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CEAC00E-DC23-406A-A8FA-945BB0957658}"/>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EF2A5F1E-EC21-4A9F-9B5A-AA901375EF8C}"/>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067865E-BACF-4C83-8DF2-BBD0F3644B9A}"/>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54A34B4B-5E9F-4F2E-8458-BF0C3FB082B1}"/>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B3C7AC7-610C-46BB-8E19-D6D9ECEE2421}"/>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DDDE817-94B1-4EE7-8C72-0384FF241ABF}"/>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CE0AD4E4-E1C2-48B2-A6AA-A9EA9725A99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86817510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35eeb9c5a8a46c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479BF82-D437-4AA0-91AB-AD2F76CB925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4659C53-6A66-4BC8-AF74-C19F39FF160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4ADEAA22-C7CD-4DCD-B381-EF925C8F33D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43DBA3E-C3F4-4B3C-BBDE-9E3C60A3B1D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164F1AAF-30A6-4BBF-9036-DDEB0FF9939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FE81E98-73A1-4014-941F-79D1FAC1EEE6}"/>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CB457317-E14A-4C0D-A3F8-4BDEBCA2E539}"/>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B8B17D8-017F-4E97-8A23-B0924D7168DB}"/>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0C2919B7-8C62-4C0A-80EF-D196F7D54EFD}"/>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A1218877-C80B-41DE-83FD-E499EE388BF8}"/>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B493B99D-75B0-4099-85D3-662CAE9B96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7188C7-3E6A-41DD-8D89-266623612F7C}"/>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83B56920-833A-472B-9C49-EEABA3B7231A}"/>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6F2A224F-1EBC-422A-983F-35510048EA72}"/>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CB5B09AB-7741-4F3E-9B8A-DBCAE17BCE74}"/>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1C297FF-3220-4439-9B40-8970D02D5AF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3A542302-F91F-404D-8E21-9D982A64AF72}"/>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89230ED2-FE0C-4F66-877D-2C28D2F27322}"/>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5F14427F-E9B1-4A4B-9FC1-7DA8D68971B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573631168"/>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c42e55bc6ad428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F0CA04-CBE9-4279-B297-DA7C0BDC550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D989750-7A67-44F3-830D-A706CF28BA0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0BB35FDD-E41A-40F5-B453-A937C25AED8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482A8C-B3ED-454A-881E-EB8B482A4E8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EF85AAB0-10E5-469C-9AB3-319BC6F6AB1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84F244C-B5A3-4504-80C0-2C212CCABDD4}"/>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BD2698B2-A0C7-425F-9B12-EE0F2540AFB8}"/>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6A560D54-BBFD-4CDB-A44E-546F52AC2AED}"/>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9A4E3425-EE49-499D-BF4A-4E90D290A6BA}"/>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B6DE69E2-5CC2-4B97-820F-109A6676CFD0}"/>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1C7AB4CC-643D-4741-B3DC-6AF7590D27C2}"/>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CA7177E-0126-4F2A-86BF-492C690CC805}"/>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1E58C0BC-07DB-4AC9-A971-31E7FDE242BB}"/>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1E0B216E-EA90-47B5-9010-AB9F28B7240E}"/>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EA0375E5-2399-4338-96B4-496D82100274}"/>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BCDE78BA-FDF1-4B37-A3E9-AE143672AB2E}"/>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76CF6E9-535D-484C-A38D-93DD415C793D}"/>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9A50E214-5D83-41C8-9818-59BB07342E46}"/>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C337C3CC-4F04-4062-835F-79B7B1289A6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8044952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3c36b3be2ab94da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329EC7-756C-4F1B-AC31-C5D0DA35C36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68B0A86-4FA5-4865-9D8D-1062668F114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4515A86C-DED8-4F25-8900-2CE58B4E118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890E8A0-BDFC-48BD-845A-50ADCAAD90F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72EC38A9-7E18-48EA-BD96-1FDAAFFC6D8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B46BAA3-A6CC-4634-906B-634CCB5BCC92}"/>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9A6BDE33-B1D9-46A6-A102-7ED64EE7919F}"/>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8CDE5AEC-A6B2-40E4-BC5D-69B0B4CB6AC6}"/>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BA81BA80-657B-406B-9BC9-41A048203424}"/>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24B5556E-DC89-4FC3-876F-B6061C99008F}"/>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DB1F8A4A-7D76-49B1-B6DF-8FA0714433DB}"/>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CCBEC2A5-24FB-4A0A-99A7-58EC760E1051}"/>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CC6189F3-D0BA-4B1F-A833-A32E32638B54}"/>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8FEC0845-0717-4338-AD90-644349970B0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22938086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2016f26f34a421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992422-8278-4702-BF43-11B9ADCBB6E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7C30BB5-8C71-485C-9B35-44642E74033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704BACA8-98B7-4F01-B8E3-4D92E24FE76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53A2F98-7419-4B92-BB2E-7C86BD08A07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3DB8F277-CE0C-452B-A99B-38520195647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CAB1C94-DF4E-4F53-B613-CAFEFFB7D63C}"/>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3E85B4-82C6-457D-8EEC-F982E12D3E8B}"/>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68342754-1F88-4A88-8C0B-04428B9B39DD}"/>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5A52161B-D29C-4E1C-912C-D63B54FC468A}"/>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6DFF6E1-79AA-43C7-B292-A5E4B8E5117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7F36B4EC-6742-4788-A0BF-4B8755F72471}"/>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84EFACD9-C251-4F2D-8035-3E03D9831F3C}"/>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791C18-BF3A-4652-832C-76E733FA3254}"/>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6CEA57A9-B2C4-499D-8308-2AD106EDAA35}"/>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C5DB17C9-AB6E-4B7C-9F66-61921E140712}"/>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6E7277E-AB3D-469D-BCB5-B380BCA285CC}"/>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02F510E7-CCDD-4FEE-BFEB-BB802E57F756}"/>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76C51737-BA17-49F1-B652-0FFA9960F4F8}"/>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DE38CCE-43C2-432E-AD2B-D54447358977}"/>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8ADB44F3-21A4-4EDD-9FE8-C8D1FD5ACB06}"/>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7985BF99-87E1-411F-A0FC-352308FB47CF}"/>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6760CFB-DB98-4CB3-8EED-CB3AE18DCA98}"/>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FE902C96-20BB-4265-8287-C1DB7DB9E17F}"/>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A238C975-73CE-479D-A6BA-5EBD250FCAFD}"/>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3717E04-4C04-42DF-9054-05F7A6E6E8C1}"/>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2BFF20A8-8954-45DA-B33B-1EE9E0E9B0EF}"/>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65862FF5-0090-404E-8487-B84021A744F9}"/>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4DEE07C-8E3F-43D2-ADEF-C8B0FFAFC6F1}"/>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7E298755-DF85-42B4-85DE-F4313BAC6D01}"/>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9BB767FD-765C-4802-8E1E-8833D3943550}"/>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4E9D5A0-AC0B-49C6-8158-0705B0782CD6}"/>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A03E40E8-35DC-45AD-A812-1C6852CFE090}"/>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06980F4F-720E-47A0-B9BF-4D9067271DE3}"/>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E6F95356-097F-4791-A9EC-37C5A0FFDD29}"/>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E4ABC552-1724-40E1-9841-066283F4D404}"/>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B06F727F-02B3-4DF3-BA33-C96D5E66EDB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211714771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68fbeb4a382446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0C7976-1F0B-4BC2-B419-7D53CA8BEB2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5E5CEFA-01C8-42C1-AA4A-C6F2DACE8AD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F421A5E9-3D5C-43FF-BDEB-A0806E5B86B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8A5C8E-5B96-45A8-8CA7-C87C6CFF4D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C639FF89-4FB6-4B52-8014-1F8E06C43C7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F5A1B3B-9B7A-45E2-880A-84C947B8F11A}"/>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CE7610F8-1A68-4A77-BCF7-9F5F284B42DF}"/>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E142FCF9-986D-43B0-A5E2-D85691BCA263}"/>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107661B0-A022-4B18-AFC5-B18C08969F1B}"/>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F235534-8198-4142-A186-9F0C0E28FE9F}"/>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D3F22363-6ECB-4F2F-AA53-4441C514EEFC}"/>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E9A79D5D-A41D-40F4-82B9-6378C79758E4}"/>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98174D72-CF26-495B-B8A8-9A573F4B8C5D}"/>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73E80BAC-3473-4B45-A920-EDBEB2D33F9F}"/>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47F2AA68-8B71-451A-9CDA-D98B80D88ECF}"/>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86AF07B1-8C7A-4537-84DA-263BC3ADEBD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43334127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0f80ab4c0c214c9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8C3921-44B1-4374-9F65-721260B2D1A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D929DA9C-FC99-44C7-8261-A3ACF7BEA7C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41686596-6E3D-4ABF-B6E1-0B413AD84D0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293B69DF-B705-432E-87E3-3DE74B40EE3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DDB42C36-95E5-4C11-9EA2-E2C52C725CEE}"/>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A64C3771-6C30-4426-8170-41318597533D}"/>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A1ACD2FF-5D80-4EDB-91A3-A9294E0061F3}"/>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C2AC5FD4-E50E-441E-8BAF-E457DCDF81A4}"/>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4BC1E7C-3FD2-48C7-A579-DD9240A5909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1927C28D-7F58-4F92-9D1B-71FC3791D9FE}"/>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AF321941-2988-457E-93A9-290C6C4078E1}"/>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5284D17C-4A2C-4E5F-A187-5B4E8442C221}"/>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3FE7079D-BFB8-47D3-9D36-2AECDAC50371}"/>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7DB945D-361F-4825-9018-B0753302961B}"/>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C871E9D6-85AF-4114-A6E5-8A3B2D412F4A}"/>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4F23072C-0EFD-4127-8009-C1A3DA430CEA}"/>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67D719FF-E369-4828-A489-E8910D02EA9C}"/>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50C3C4A-ABDC-44B2-98F6-A152EEFA90D4}"/>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D318A08-87DC-40D4-ACF6-23499896ED14}"/>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5CF566F4-BF9F-4CE1-8812-00DA9EC3A947}"/>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003C87B5-D3BF-462A-B0DB-A19ED9337AD2}"/>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B6D1DE4D-34E1-472A-B226-9B45423718A2}"/>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E284AC6C-F6DC-486E-B311-5AC2F5F9DEDC}"/>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232BF31C-9373-4C3C-AC50-00EF6306D8D5}"/>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19E6C989-C2A2-4599-A4D0-B9D0E8B4A39E}"/>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869DC9C1-EAFC-46CB-9C9C-8B2D17460081}"/>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4106AF4B-53AB-4AE9-A712-BE22950FA2D4}"/>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4367F1FE-1A21-43F8-B499-338304A19F4D}"/>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85229C3E-A00B-43E2-B514-BCE2701336CE}"/>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DBFC307A-B54C-4C3D-8E44-011DF92AECED}"/>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8FE2DD50-6E00-4DE9-B5E5-740F0F47F39B}"/>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793F5F1A-CCDA-4B2B-8615-AEAA1CA49CDC}"/>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B5F37365-3854-4146-A052-EC7E8BDDC50C}"/>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404B5DCA-34ED-4AEF-8624-9B336BC5E58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37788771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cdb6df4a8d94d7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5314C8B-664E-4F4E-BBCA-3C76EBB07F7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29492D-B7B0-4795-8F5E-00A12B961CD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5C4E884A-CB77-4D2C-9F30-370B1E7257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BAA40FC-1064-40BA-9C82-B11A903B643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C27573A3-5382-413D-8B88-9BC81BC4DAC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B14BB0F-125A-4C66-B99F-C008D69D07BC}"/>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91743E97-7EC9-4C62-979A-42A12848A96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0EC453E9-AE6F-4053-995C-CE674C8D28AD}"/>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1ADAAAA6-CB54-4CB5-9534-4CB73FB523C7}"/>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2C546DDD-5160-4894-A5BD-A0280EFB534A}"/>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991824C4-1EA2-4FF8-9A5E-202921D754AD}"/>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716AD13C-1C01-47DE-A2B3-8C9A1FCF23A5}"/>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139AF9BA-D934-459A-9EC0-9319D4954F62}"/>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13E98C2B-E8F8-45F4-9D8D-9C42408A07C3}"/>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144956DC-3C89-4C1E-8CB1-839223507991}"/>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1A049F22-0135-4947-A886-4D6A4B2A84CE}"/>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90E2E4A4-4CB7-45A4-9F57-20F43A93B2DC}"/>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4454FC4A-B41C-47EF-8598-C614B2A6937F}"/>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4357DF75-E2F6-4765-A93E-07B160B92A98}"/>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76034418-B65B-4635-B1B3-13926CB65BD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347151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0b0e787853d449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81D055C-6209-4420-A0C0-3D10270ABF0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975076-0437-451F-8EC7-A09B6C006B4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670F73F1-ABDC-42B5-A70F-CFEBEB5A647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C3BCAD-5441-488C-8F9F-7CBF83158BB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4B3542BC-E43F-48CD-8A0D-12388AB9C63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64253A2-98E6-474A-84A6-D1C39B01D03E}"/>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6DDC07F8-29B2-4351-AF9E-9B088B1192F3}"/>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8D61E063-CEF9-454D-AFDC-FC91037D59B1}"/>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1707FA98-78C6-4620-8710-3039D050C6EB}"/>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33C011CB-791E-44ED-805C-CDFCD3B4F6CB}"/>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99FEB83E-B2E7-4D3D-96D5-25B5C2C21587}"/>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C0D6B89-110D-4BD5-BE37-1A41D912F1A4}"/>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4F460E3C-1881-48A4-8B73-2DB17720A8DA}"/>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78F7060D-1E4B-4CAF-B4AD-F0DDD0FA557B}"/>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0254CB9F-52AD-4FA9-98EC-BDA9A7999670}"/>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93CA19C0-FF40-4FFF-95EE-DAE511DFEF9F}"/>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DEC6B9C4-59CD-4672-9A1F-F693204C62FF}"/>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44D6D061-C945-4F9A-9E4F-C1AF3B00C85C}"/>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628EDA5F-E3CE-42EC-86AE-4711954026BA}"/>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9E268937-B9A3-4D5D-AA0E-FAEC5279BE8F}"/>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963B1F4D-A867-4884-9F71-B7C54CE61617}"/>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7A69C74B-DCE7-4112-89C7-349841EE34EF}"/>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FCF19F8F-7839-4F93-9FBB-C95A9374632D}"/>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0B574A96-17FE-41E8-97C4-19654E772381}"/>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6ED573FD-E8D5-4F8D-971F-0BEF0FB05BBC}"/>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BAADCB36-69C7-4052-9999-78BF53DC5892}"/>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5E5745BB-B167-4E34-AF91-6B8EC861A319}"/>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4E361FC1-4445-4AB8-A2BE-B4F44D434E77}"/>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2DCCA25-8290-462B-B425-38C4C7956C27}"/>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88F48540-C50F-4924-8517-1C68979EC14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32291064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acdd646c5ee465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7623F40-4460-47E1-B8DE-76F47D51558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1BFDF06-5DC6-4D22-82FE-39F9D0B0657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8AB752AB-C605-42EA-B68E-C5317866D2F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62897F3-DFE0-494C-9306-6467A3C2E4C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890AC9D5-CA36-46F6-9FED-D45483F25D8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E2BB8D3-7A80-40A0-BE76-2AA7C0E89385}"/>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F80CEB26-4EDA-4D7E-936F-9F9D5EA06003}"/>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8A044DA-5B8B-44F0-8339-0ADCD8E2E56C}"/>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E1D8484A-48CD-424B-BFC2-97792BFCCF37}"/>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7C8C32BF-9F3A-4553-B881-D9D46DA1DAB1}"/>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5CC55764-DFE6-4E9F-B9E1-C458D2416854}"/>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337A7E0D-8427-4B76-9320-2CB0288CA868}"/>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AF7144AD-C267-4BA7-B678-B722E8262B25}"/>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1E544798-B231-4440-B211-0D23A118AF07}"/>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72F79A06-8E97-440D-A645-D3CC107071EF}"/>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4AFA6AA8-3DEA-4E04-B444-87A8BE85BE9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2820609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2026-08-25T03:25:20.4850000Z</dcterms:created>
  <dcterms:modified xsi:type="dcterms:W3CDTF">2026-08-25T03:25:20.4850000Z</dcterms:modified>
</coreProperties>
</file>