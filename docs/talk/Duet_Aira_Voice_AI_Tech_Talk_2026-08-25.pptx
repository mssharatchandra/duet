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0f603030064cf5" /><Relationship Type="http://schemas.openxmlformats.org/officeDocument/2006/relationships/extended-properties" Target="/docProps/app.xml" Id="R73f62e9bdc1d4a05" /><Relationship Type="http://schemas.openxmlformats.org/officeDocument/2006/relationships/officeDocument" Target="/ppt/presentation.xml" Id="Rc0fe33b08278416f" /></Relationships>
</file>

<file path=ppt/presentation.xml><?xml version="1.0" encoding="utf-8"?>
<p:presentation xmlns:p="http://schemas.openxmlformats.org/presentationml/2006/main">
  <p:sldMasterIdLst>
    <p:sldMasterId xmlns:r="http://schemas.openxmlformats.org/officeDocument/2006/relationships" id="2147483648" r:id="R4f0e3e8e2caa43f4"/>
  </p:sldMasterIdLst>
  <p:notesMasterIdLst>
    <p:notesMasterId xmlns:r="http://schemas.openxmlformats.org/officeDocument/2006/relationships" r:id="R45b0f5c90b044014"/>
  </p:notesMasterIdLst>
  <p:sldIdLst>
    <p:sldId xmlns:r="http://schemas.openxmlformats.org/officeDocument/2006/relationships" id="256" r:id="R17b99ed200a14174"/>
    <p:sldId xmlns:r="http://schemas.openxmlformats.org/officeDocument/2006/relationships" id="257" r:id="Rfadaa7cfcbcf4f29"/>
    <p:sldId xmlns:r="http://schemas.openxmlformats.org/officeDocument/2006/relationships" id="258" r:id="Rba322cb4ec4642fa"/>
    <p:sldId xmlns:r="http://schemas.openxmlformats.org/officeDocument/2006/relationships" id="259" r:id="R2fa0fe0d5c984b40"/>
    <p:sldId xmlns:r="http://schemas.openxmlformats.org/officeDocument/2006/relationships" id="260" r:id="R1a6e3f0ec45146b7"/>
    <p:sldId xmlns:r="http://schemas.openxmlformats.org/officeDocument/2006/relationships" id="261" r:id="Rf51ff03885264215"/>
    <p:sldId xmlns:r="http://schemas.openxmlformats.org/officeDocument/2006/relationships" id="262" r:id="R9721f75129734038"/>
    <p:sldId xmlns:r="http://schemas.openxmlformats.org/officeDocument/2006/relationships" id="263" r:id="Rc32b89e160c44a05"/>
    <p:sldId xmlns:r="http://schemas.openxmlformats.org/officeDocument/2006/relationships" id="264" r:id="R87922528315f4ee6"/>
    <p:sldId xmlns:r="http://schemas.openxmlformats.org/officeDocument/2006/relationships" id="265" r:id="R8e6f4c8d00f24e92"/>
    <p:sldId xmlns:r="http://schemas.openxmlformats.org/officeDocument/2006/relationships" id="266" r:id="Ra027766b656548da"/>
    <p:sldId xmlns:r="http://schemas.openxmlformats.org/officeDocument/2006/relationships" id="267" r:id="R0cb9eb499c8548f0"/>
    <p:sldId xmlns:r="http://schemas.openxmlformats.org/officeDocument/2006/relationships" id="268" r:id="R56fbc54078ce4f98"/>
    <p:sldId xmlns:r="http://schemas.openxmlformats.org/officeDocument/2006/relationships" id="269" r:id="R3018bdb2bab047a9"/>
    <p:sldId xmlns:r="http://schemas.openxmlformats.org/officeDocument/2006/relationships" id="270" r:id="R4b2b1b11659c428e"/>
    <p:sldId xmlns:r="http://schemas.openxmlformats.org/officeDocument/2006/relationships" id="271" r:id="R3723a70b67574f2f"/>
    <p:sldId xmlns:r="http://schemas.openxmlformats.org/officeDocument/2006/relationships" id="272" r:id="R4a39da1f40594707"/>
    <p:sldId xmlns:r="http://schemas.openxmlformats.org/officeDocument/2006/relationships" id="273" r:id="R229d6bd6f19b4ca6"/>
    <p:sldId xmlns:r="http://schemas.openxmlformats.org/officeDocument/2006/relationships" id="274" r:id="R4153d6e580df42c4"/>
    <p:sldId xmlns:r="http://schemas.openxmlformats.org/officeDocument/2006/relationships" id="275" r:id="Rfdd5b0e071484da4"/>
    <p:sldId xmlns:r="http://schemas.openxmlformats.org/officeDocument/2006/relationships" id="276" r:id="R15fc279609b04b5a"/>
    <p:sldId xmlns:r="http://schemas.openxmlformats.org/officeDocument/2006/relationships" id="277" r:id="Rd7503f871b2b42fa"/>
    <p:sldId xmlns:r="http://schemas.openxmlformats.org/officeDocument/2006/relationships" id="278" r:id="R8a61548168ab4ffa"/>
    <p:sldId xmlns:r="http://schemas.openxmlformats.org/officeDocument/2006/relationships" id="279" r:id="R392915434bbf4d4e"/>
    <p:sldId xmlns:r="http://schemas.openxmlformats.org/officeDocument/2006/relationships" id="280" r:id="Rcc80c0c9667b4496"/>
    <p:sldId xmlns:r="http://schemas.openxmlformats.org/officeDocument/2006/relationships" id="281" r:id="R425618bffdd54318"/>
    <p:sldId xmlns:r="http://schemas.openxmlformats.org/officeDocument/2006/relationships" id="282" r:id="R7dd9c6e5064b4618"/>
    <p:sldId xmlns:r="http://schemas.openxmlformats.org/officeDocument/2006/relationships" id="283" r:id="Rdc1adcc5dfd4405c"/>
    <p:sldId xmlns:r="http://schemas.openxmlformats.org/officeDocument/2006/relationships" id="284" r:id="Ra15debb47ab7420a"/>
    <p:sldId xmlns:r="http://schemas.openxmlformats.org/officeDocument/2006/relationships" id="285" r:id="Rca5240dd93e943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09da268264042ff" /><Relationship Type="http://schemas.openxmlformats.org/officeDocument/2006/relationships/slideMaster" Target="/ppt/slideMasters/slideMaster1.xml" Id="R4f0e3e8e2caa43f4" /><Relationship Type="http://schemas.openxmlformats.org/officeDocument/2006/relationships/notesMaster" Target="/ppt/notesMasters/notesMaster1.xml" Id="R45b0f5c90b044014" /><Relationship Type="http://schemas.openxmlformats.org/officeDocument/2006/relationships/presProps" Target="/ppt/presProps.xml" Id="Rc23699d8c80e413a" /><Relationship Type="http://schemas.openxmlformats.org/officeDocument/2006/relationships/tableStyles" Target="/ppt/tableStyles.xml" Id="R94fe229e3427412e" /><Relationship Type="http://schemas.openxmlformats.org/officeDocument/2006/relationships/slide" Target="/ppt/slides/slide1.xml" Id="R17b99ed200a14174" /><Relationship Type="http://schemas.openxmlformats.org/officeDocument/2006/relationships/slide" Target="/ppt/slides/slide2.xml" Id="Rfadaa7cfcbcf4f29" /><Relationship Type="http://schemas.openxmlformats.org/officeDocument/2006/relationships/slide" Target="/ppt/slides/slide3.xml" Id="Rba322cb4ec4642fa" /><Relationship Type="http://schemas.openxmlformats.org/officeDocument/2006/relationships/slide" Target="/ppt/slides/slide4.xml" Id="R2fa0fe0d5c984b40" /><Relationship Type="http://schemas.openxmlformats.org/officeDocument/2006/relationships/slide" Target="/ppt/slides/slide5.xml" Id="R1a6e3f0ec45146b7" /><Relationship Type="http://schemas.openxmlformats.org/officeDocument/2006/relationships/slide" Target="/ppt/slides/slide6.xml" Id="Rf51ff03885264215" /><Relationship Type="http://schemas.openxmlformats.org/officeDocument/2006/relationships/slide" Target="/ppt/slides/slide7.xml" Id="R9721f75129734038" /><Relationship Type="http://schemas.openxmlformats.org/officeDocument/2006/relationships/slide" Target="/ppt/slides/slide8.xml" Id="Rc32b89e160c44a05" /><Relationship Type="http://schemas.openxmlformats.org/officeDocument/2006/relationships/slide" Target="/ppt/slides/slide9.xml" Id="R87922528315f4ee6" /><Relationship Type="http://schemas.openxmlformats.org/officeDocument/2006/relationships/slide" Target="/ppt/slides/slide10.xml" Id="R8e6f4c8d00f24e92" /><Relationship Type="http://schemas.openxmlformats.org/officeDocument/2006/relationships/slide" Target="/ppt/slides/slide11.xml" Id="Ra027766b656548da" /><Relationship Type="http://schemas.openxmlformats.org/officeDocument/2006/relationships/slide" Target="/ppt/slides/slide12.xml" Id="R0cb9eb499c8548f0" /><Relationship Type="http://schemas.openxmlformats.org/officeDocument/2006/relationships/slide" Target="/ppt/slides/slide13.xml" Id="R56fbc54078ce4f98" /><Relationship Type="http://schemas.openxmlformats.org/officeDocument/2006/relationships/slide" Target="/ppt/slides/slide14.xml" Id="R3018bdb2bab047a9" /><Relationship Type="http://schemas.openxmlformats.org/officeDocument/2006/relationships/slide" Target="/ppt/slides/slide15.xml" Id="R4b2b1b11659c428e" /><Relationship Type="http://schemas.openxmlformats.org/officeDocument/2006/relationships/slide" Target="/ppt/slides/slide16.xml" Id="R3723a70b67574f2f" /><Relationship Type="http://schemas.openxmlformats.org/officeDocument/2006/relationships/slide" Target="/ppt/slides/slide17.xml" Id="R4a39da1f40594707" /><Relationship Type="http://schemas.openxmlformats.org/officeDocument/2006/relationships/slide" Target="/ppt/slides/slide18.xml" Id="R229d6bd6f19b4ca6" /><Relationship Type="http://schemas.openxmlformats.org/officeDocument/2006/relationships/slide" Target="/ppt/slides/slide19.xml" Id="R4153d6e580df42c4" /><Relationship Type="http://schemas.openxmlformats.org/officeDocument/2006/relationships/slide" Target="/ppt/slides/slide20.xml" Id="Rfdd5b0e071484da4" /><Relationship Type="http://schemas.openxmlformats.org/officeDocument/2006/relationships/slide" Target="/ppt/slides/slide21.xml" Id="R15fc279609b04b5a" /><Relationship Type="http://schemas.openxmlformats.org/officeDocument/2006/relationships/slide" Target="/ppt/slides/slide22.xml" Id="Rd7503f871b2b42fa" /><Relationship Type="http://schemas.openxmlformats.org/officeDocument/2006/relationships/slide" Target="/ppt/slides/slide23.xml" Id="R8a61548168ab4ffa" /><Relationship Type="http://schemas.openxmlformats.org/officeDocument/2006/relationships/slide" Target="/ppt/slides/slide24.xml" Id="R392915434bbf4d4e" /><Relationship Type="http://schemas.openxmlformats.org/officeDocument/2006/relationships/slide" Target="/ppt/slides/slide25.xml" Id="Rcc80c0c9667b4496" /><Relationship Type="http://schemas.openxmlformats.org/officeDocument/2006/relationships/slide" Target="/ppt/slides/slide26.xml" Id="R425618bffdd54318" /><Relationship Type="http://schemas.openxmlformats.org/officeDocument/2006/relationships/slide" Target="/ppt/slides/slide27.xml" Id="R7dd9c6e5064b4618" /><Relationship Type="http://schemas.openxmlformats.org/officeDocument/2006/relationships/slide" Target="/ppt/slides/slide28.xml" Id="Rdc1adcc5dfd4405c" /><Relationship Type="http://schemas.openxmlformats.org/officeDocument/2006/relationships/slide" Target="/ppt/slides/slide29.xml" Id="Ra15debb47ab7420a" /><Relationship Type="http://schemas.openxmlformats.org/officeDocument/2006/relationships/slide" Target="/ppt/slides/slide30.xml" Id="Rca5240dd93e943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f820e68ad9d41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96542b7538643aa" /><Relationship Type="http://schemas.openxmlformats.org/officeDocument/2006/relationships/notesMaster" Target="/ppt/notesMasters/notesMaster1.xml" Id="Rbed3de5af2b34f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d201e1f2833407b" /><Relationship Type="http://schemas.openxmlformats.org/officeDocument/2006/relationships/notesMaster" Target="/ppt/notesMasters/notesMaster1.xml" Id="R8d215025f20a4538"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4be2a7e96c4bbd" /><Relationship Type="http://schemas.openxmlformats.org/officeDocument/2006/relationships/notesMaster" Target="/ppt/notesMasters/notesMaster1.xml" Id="Raa7ba59cd28847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bc79ebc4844406c" /><Relationship Type="http://schemas.openxmlformats.org/officeDocument/2006/relationships/notesMaster" Target="/ppt/notesMasters/notesMaster1.xml" Id="R0f1ac31e5e8f435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5d4ec1581b4511" /><Relationship Type="http://schemas.openxmlformats.org/officeDocument/2006/relationships/notesMaster" Target="/ppt/notesMasters/notesMaster1.xml" Id="R6dd8b2446cf247e6"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133025a1b842a2" /><Relationship Type="http://schemas.openxmlformats.org/officeDocument/2006/relationships/notesMaster" Target="/ppt/notesMasters/notesMaster1.xml" Id="Rf86888c32b6041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aad71727084381" /><Relationship Type="http://schemas.openxmlformats.org/officeDocument/2006/relationships/notesMaster" Target="/ppt/notesMasters/notesMaster1.xml" Id="R51a73e17547146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a7e33289a3104ead" /><Relationship Type="http://schemas.openxmlformats.org/officeDocument/2006/relationships/notesMaster" Target="/ppt/notesMasters/notesMaster1.xml" Id="R7f572c955d234c7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092fb8d5b74c29" /><Relationship Type="http://schemas.openxmlformats.org/officeDocument/2006/relationships/notesMaster" Target="/ppt/notesMasters/notesMaster1.xml" Id="Ra090776af1b242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b9d93ea76d4151" /><Relationship Type="http://schemas.openxmlformats.org/officeDocument/2006/relationships/notesMaster" Target="/ppt/notesMasters/notesMaster1.xml" Id="Rd8d7ec864c794c1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4b03bac2a34fa8" /><Relationship Type="http://schemas.openxmlformats.org/officeDocument/2006/relationships/notesMaster" Target="/ppt/notesMasters/notesMaster1.xml" Id="R64711f26b49d460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2b5b4f20c8b4125" /><Relationship Type="http://schemas.openxmlformats.org/officeDocument/2006/relationships/notesMaster" Target="/ppt/notesMasters/notesMaster1.xml" Id="R0f7843d4091f450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62158cea204b82" /><Relationship Type="http://schemas.openxmlformats.org/officeDocument/2006/relationships/notesMaster" Target="/ppt/notesMasters/notesMaster1.xml" Id="R484a2ab791b043f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8089f8564424c66" /><Relationship Type="http://schemas.openxmlformats.org/officeDocument/2006/relationships/notesMaster" Target="/ppt/notesMasters/notesMaster1.xml" Id="R0534b2e7a978418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7faeaf2a554ff8" /><Relationship Type="http://schemas.openxmlformats.org/officeDocument/2006/relationships/notesMaster" Target="/ppt/notesMasters/notesMaster1.xml" Id="Rafc99fd6396041a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6525be71898490f" /><Relationship Type="http://schemas.openxmlformats.org/officeDocument/2006/relationships/notesMaster" Target="/ppt/notesMasters/notesMaster1.xml" Id="R74f8937d729f44b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3be482fddfe4114" /><Relationship Type="http://schemas.openxmlformats.org/officeDocument/2006/relationships/notesMaster" Target="/ppt/notesMasters/notesMaster1.xml" Id="Rb401c16cc56e4fc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185ba8d8c5546fe" /><Relationship Type="http://schemas.openxmlformats.org/officeDocument/2006/relationships/notesMaster" Target="/ppt/notesMasters/notesMaster1.xml" Id="R91c95e9db0f5478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3009733ed7147b2" /><Relationship Type="http://schemas.openxmlformats.org/officeDocument/2006/relationships/notesMaster" Target="/ppt/notesMasters/notesMaster1.xml" Id="R843c12347470489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ef0725e92a74eac" /><Relationship Type="http://schemas.openxmlformats.org/officeDocument/2006/relationships/notesMaster" Target="/ppt/notesMasters/notesMaster1.xml" Id="R4ce4414a6cbb42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03cc43d4dff4fc2" /><Relationship Type="http://schemas.openxmlformats.org/officeDocument/2006/relationships/notesMaster" Target="/ppt/notesMasters/notesMaster1.xml" Id="Rf4e20275dd454e5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134cdbadebc4f29" /><Relationship Type="http://schemas.openxmlformats.org/officeDocument/2006/relationships/notesMaster" Target="/ppt/notesMasters/notesMaster1.xml" Id="R18ce592dfa8046a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9e9acd084c54029" /><Relationship Type="http://schemas.openxmlformats.org/officeDocument/2006/relationships/notesMaster" Target="/ppt/notesMasters/notesMaster1.xml" Id="R12a7057041644ae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2e15e9bb2f74940" /><Relationship Type="http://schemas.openxmlformats.org/officeDocument/2006/relationships/notesMaster" Target="/ppt/notesMasters/notesMaster1.xml" Id="R11bfd1b87315498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6d4b3df07b6f4405" /><Relationship Type="http://schemas.openxmlformats.org/officeDocument/2006/relationships/notesMaster" Target="/ppt/notesMasters/notesMaster1.xml" Id="R53507327bc234e6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02a9b038ab34877" /><Relationship Type="http://schemas.openxmlformats.org/officeDocument/2006/relationships/notesMaster" Target="/ppt/notesMasters/notesMaster1.xml" Id="R029e5f897f744bf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78984b9d808465d" /><Relationship Type="http://schemas.openxmlformats.org/officeDocument/2006/relationships/notesMaster" Target="/ppt/notesMasters/notesMaster1.xml" Id="R05a359198fd048d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5254d153f3e4090" /><Relationship Type="http://schemas.openxmlformats.org/officeDocument/2006/relationships/notesMaster" Target="/ppt/notesMasters/notesMaster1.xml" Id="Rde37c70cb2dc4ef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0b3944cf3684385" /><Relationship Type="http://schemas.openxmlformats.org/officeDocument/2006/relationships/notesMaster" Target="/ppt/notesMasters/notesMaster1.xml" Id="R25d0b17472bf48a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086ffefd8f24910" /><Relationship Type="http://schemas.openxmlformats.org/officeDocument/2006/relationships/notesMaster" Target="/ppt/notesMasters/notesMaster1.xml" Id="R4d51a6338679440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21c8e4012d44b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85dde016b843a3" /><Relationship Type="http://schemas.openxmlformats.org/officeDocument/2006/relationships/slideLayout" Target="/ppt/slideLayouts/slideLayout1.xml" Id="Rb14af399766c45e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4af399766c45e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06e3889f34b499c" /><Relationship Type="http://schemas.openxmlformats.org/officeDocument/2006/relationships/image" Target="/ppt/media/image.jpeg" Id="Rbedb4f9364e042d9" /><Relationship Type="http://schemas.openxmlformats.org/officeDocument/2006/relationships/notesSlide" Target="/ppt/notesSlides/notesSlide1.xml" Id="Rc08f6c2a7194433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87019f96dff4648" /><Relationship Type="http://schemas.openxmlformats.org/officeDocument/2006/relationships/image" Target="/ppt/media/image2.jpeg" Id="R710b02d01ca94411" /><Relationship Type="http://schemas.openxmlformats.org/officeDocument/2006/relationships/notesSlide" Target="/ppt/notesSlides/notesSlide2.xml" Id="R5cae38f57d654a1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a0920790a9418b" /><Relationship Type="http://schemas.openxmlformats.org/officeDocument/2006/relationships/image" Target="/ppt/media/image3.jpeg" Id="Rc0cd8ea0a04f4474" /><Relationship Type="http://schemas.openxmlformats.org/officeDocument/2006/relationships/notesSlide" Target="/ppt/notesSlides/notesSlide3.xml" Id="Rf51e7273905041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acd69e03ce3439d" /><Relationship Type="http://schemas.openxmlformats.org/officeDocument/2006/relationships/image" Target="/ppt/media/image4.jpeg" Id="R405d918c162d4737" /><Relationship Type="http://schemas.openxmlformats.org/officeDocument/2006/relationships/notesSlide" Target="/ppt/notesSlides/notesSlide4.xml" Id="R9b514bf609d840d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010ca05baf649bb" /><Relationship Type="http://schemas.openxmlformats.org/officeDocument/2006/relationships/image" Target="/ppt/media/image5.jpeg" Id="Rf79faf531d8a48d9" /><Relationship Type="http://schemas.openxmlformats.org/officeDocument/2006/relationships/notesSlide" Target="/ppt/notesSlides/notesSlide5.xml" Id="R4382f6257cb9439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baeca27a7545af" /><Relationship Type="http://schemas.openxmlformats.org/officeDocument/2006/relationships/image" Target="/ppt/media/image6.jpeg" Id="R006ac1dae9324d9c" /><Relationship Type="http://schemas.openxmlformats.org/officeDocument/2006/relationships/notesSlide" Target="/ppt/notesSlides/notesSlide6.xml" Id="Re46c91140725464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f94fb16ba294a7f" /><Relationship Type="http://schemas.openxmlformats.org/officeDocument/2006/relationships/image" Target="/ppt/media/image7.jpeg" Id="R8fa7d6043f114f13" /><Relationship Type="http://schemas.openxmlformats.org/officeDocument/2006/relationships/notesSlide" Target="/ppt/notesSlides/notesSlide7.xml" Id="R42601b5c29f343f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3dfe001c944aa5" /><Relationship Type="http://schemas.openxmlformats.org/officeDocument/2006/relationships/image" Target="/ppt/media/image8.jpeg" Id="Rb362cb2f469d45cf" /><Relationship Type="http://schemas.openxmlformats.org/officeDocument/2006/relationships/notesSlide" Target="/ppt/notesSlides/notesSlide8.xml" Id="Ra98488041e9948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d8395f2639f4870" /><Relationship Type="http://schemas.openxmlformats.org/officeDocument/2006/relationships/image" Target="/ppt/media/image9.jpeg" Id="R1c639caaf68144d1" /><Relationship Type="http://schemas.openxmlformats.org/officeDocument/2006/relationships/notesSlide" Target="/ppt/notesSlides/notesSlide9.xml" Id="Rdea981cd844540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d5f9a3012e843f3" /><Relationship Type="http://schemas.openxmlformats.org/officeDocument/2006/relationships/image" Target="/ppt/media/image10.jpeg" Id="R977323d81d04450d" /><Relationship Type="http://schemas.openxmlformats.org/officeDocument/2006/relationships/notesSlide" Target="/ppt/notesSlides/notesSlide10.xml" Id="Rea7df1302a724a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b82ba92cb9a4afb" /><Relationship Type="http://schemas.openxmlformats.org/officeDocument/2006/relationships/image" Target="/ppt/media/image11.jpeg" Id="Re1d81a2f240a46b9" /><Relationship Type="http://schemas.openxmlformats.org/officeDocument/2006/relationships/notesSlide" Target="/ppt/notesSlides/notesSlide11.xml" Id="R70dba99dee644f3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464d6048ce84af8" /><Relationship Type="http://schemas.openxmlformats.org/officeDocument/2006/relationships/image" Target="/ppt/media/image12.jpeg" Id="R6d794b7b1f644d76" /><Relationship Type="http://schemas.openxmlformats.org/officeDocument/2006/relationships/notesSlide" Target="/ppt/notesSlides/notesSlide12.xml" Id="Rf0466abe4250430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d5f561dda44f32" /><Relationship Type="http://schemas.openxmlformats.org/officeDocument/2006/relationships/image" Target="/ppt/media/image13.jpeg" Id="R9ce6d7ccdcfc4b24" /><Relationship Type="http://schemas.openxmlformats.org/officeDocument/2006/relationships/notesSlide" Target="/ppt/notesSlides/notesSlide13.xml" Id="Rc2234ac904084d2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fbf0bd0dfa04a70" /><Relationship Type="http://schemas.openxmlformats.org/officeDocument/2006/relationships/image" Target="/ppt/media/image14.jpeg" Id="R244ff7db27274eaa" /><Relationship Type="http://schemas.openxmlformats.org/officeDocument/2006/relationships/notesSlide" Target="/ppt/notesSlides/notesSlide14.xml" Id="R8a9d7e5c90f947a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724e1f720234823" /><Relationship Type="http://schemas.openxmlformats.org/officeDocument/2006/relationships/image" Target="/ppt/media/image15.jpeg" Id="Ra0dbb55b806b4894" /><Relationship Type="http://schemas.openxmlformats.org/officeDocument/2006/relationships/notesSlide" Target="/ppt/notesSlides/notesSlide15.xml" Id="Rf749ab94c182485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03edb1f3f954bfc" /><Relationship Type="http://schemas.openxmlformats.org/officeDocument/2006/relationships/image" Target="/ppt/media/image16.jpeg" Id="R63ac03040e304bde" /><Relationship Type="http://schemas.openxmlformats.org/officeDocument/2006/relationships/notesSlide" Target="/ppt/notesSlides/notesSlide16.xml" Id="R5b1243716deb416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c24979c8e634b85" /><Relationship Type="http://schemas.openxmlformats.org/officeDocument/2006/relationships/image" Target="/ppt/media/image17.jpeg" Id="Rec5aa11fe65343d5" /><Relationship Type="http://schemas.openxmlformats.org/officeDocument/2006/relationships/notesSlide" Target="/ppt/notesSlides/notesSlide17.xml" Id="R71656e6a9a48412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a7fda9cb4d947a9" /><Relationship Type="http://schemas.openxmlformats.org/officeDocument/2006/relationships/image" Target="/ppt/media/image18.jpeg" Id="R1182994ceef04fec" /><Relationship Type="http://schemas.openxmlformats.org/officeDocument/2006/relationships/notesSlide" Target="/ppt/notesSlides/notesSlide18.xml" Id="R27fbe6245a9a41c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ae8934ab32b4f53" /><Relationship Type="http://schemas.openxmlformats.org/officeDocument/2006/relationships/image" Target="/ppt/media/image19.jpeg" Id="R6966fcb7dca549b0" /><Relationship Type="http://schemas.openxmlformats.org/officeDocument/2006/relationships/notesSlide" Target="/ppt/notesSlides/notesSlide19.xml" Id="R98dbaf9ab5b5477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0d4d6a336974021" /><Relationship Type="http://schemas.openxmlformats.org/officeDocument/2006/relationships/image" Target="/ppt/media/image20.jpeg" Id="R68baae88a6304aa8" /><Relationship Type="http://schemas.openxmlformats.org/officeDocument/2006/relationships/notesSlide" Target="/ppt/notesSlides/notesSlide20.xml" Id="R79900d9d84c44c3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161424fddb4b17" /><Relationship Type="http://schemas.openxmlformats.org/officeDocument/2006/relationships/image" Target="/ppt/media/image21.jpeg" Id="R22fcffa6c85f4987" /><Relationship Type="http://schemas.openxmlformats.org/officeDocument/2006/relationships/notesSlide" Target="/ppt/notesSlides/notesSlide21.xml" Id="Rc24333343e5c48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5a2f43a7c8d4599" /><Relationship Type="http://schemas.openxmlformats.org/officeDocument/2006/relationships/image" Target="/ppt/media/image22.jpeg" Id="R715add1062594eaa" /><Relationship Type="http://schemas.openxmlformats.org/officeDocument/2006/relationships/notesSlide" Target="/ppt/notesSlides/notesSlide22.xml" Id="Rab185d9e0a3a44f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866234501ea4d47" /><Relationship Type="http://schemas.openxmlformats.org/officeDocument/2006/relationships/image" Target="/ppt/media/image23.jpeg" Id="R1160aa3743314ab9" /><Relationship Type="http://schemas.openxmlformats.org/officeDocument/2006/relationships/notesSlide" Target="/ppt/notesSlides/notesSlide23.xml" Id="R91c6518771e543f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0eed3b33ca74a5d" /><Relationship Type="http://schemas.openxmlformats.org/officeDocument/2006/relationships/image" Target="/ppt/media/image24.jpeg" Id="R8cc7bd4e285643bb" /><Relationship Type="http://schemas.openxmlformats.org/officeDocument/2006/relationships/notesSlide" Target="/ppt/notesSlides/notesSlide24.xml" Id="Rb12da7405a9d4bf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552790afe664096" /><Relationship Type="http://schemas.openxmlformats.org/officeDocument/2006/relationships/image" Target="/ppt/media/image25.jpeg" Id="Rafb0c8c1becf4536" /><Relationship Type="http://schemas.openxmlformats.org/officeDocument/2006/relationships/notesSlide" Target="/ppt/notesSlides/notesSlide25.xml" Id="R01a1cebf54eb41f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2acd25e26fc4273" /><Relationship Type="http://schemas.openxmlformats.org/officeDocument/2006/relationships/image" Target="/ppt/media/image26.jpeg" Id="R855c50a6e2f84adc" /><Relationship Type="http://schemas.openxmlformats.org/officeDocument/2006/relationships/notesSlide" Target="/ppt/notesSlides/notesSlide26.xml" Id="R05ddbc13bb994a6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dff56ac32bac47bd" /><Relationship Type="http://schemas.openxmlformats.org/officeDocument/2006/relationships/image" Target="/ppt/media/image27.jpeg" Id="R2cfc494adcf14686" /><Relationship Type="http://schemas.openxmlformats.org/officeDocument/2006/relationships/notesSlide" Target="/ppt/notesSlides/notesSlide27.xml" Id="Rdeda7fab5ece4e6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ec18adad6744651" /><Relationship Type="http://schemas.openxmlformats.org/officeDocument/2006/relationships/image" Target="/ppt/media/image28.jpeg" Id="R172a0443f8cd4723" /><Relationship Type="http://schemas.openxmlformats.org/officeDocument/2006/relationships/notesSlide" Target="/ppt/notesSlides/notesSlide28.xml" Id="Rcb5a2ea5e5614e6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8a8da643502649cb" /><Relationship Type="http://schemas.openxmlformats.org/officeDocument/2006/relationships/image" Target="/ppt/media/image29.jpeg" Id="Ra44397b311d6403e" /><Relationship Type="http://schemas.openxmlformats.org/officeDocument/2006/relationships/notesSlide" Target="/ppt/notesSlides/notesSlide29.xml" Id="R8455c26e0c2f43f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819c606cc1e4d8b" /><Relationship Type="http://schemas.openxmlformats.org/officeDocument/2006/relationships/image" Target="/ppt/media/image30.jpeg" Id="Reee49c6def884c37" /><Relationship Type="http://schemas.openxmlformats.org/officeDocument/2006/relationships/notesSlide" Target="/ppt/notesSlides/notesSlide30.xml" Id="Rf2e9e78ed7e3462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edb4f9364e042d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740D89-351C-42FE-B8C9-45C10CA72F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58EA4114-1BB1-43AC-B405-408561240623}"/>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CECFFF47-038B-4A34-BCEC-F1EE6E2176D6}"/>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08B68491-DE16-4603-B9DA-CB1C12E9F10D}"/>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39427DDD-25E0-46FF-8E1B-5A2E338F2B52}"/>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A65A8D0D-5C6C-43EA-ACEF-E10662F6CB9A}"/>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70BCAEC5-0070-4C4B-9828-98CD86DF17B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CDBABADA-6EAF-4186-87BD-C7D458813D2A}"/>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68057C26-F992-424C-8621-80B92C04A006}"/>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3455B9-1004-4174-9C65-C66C45EA517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BF993E18-9FC0-42E7-A119-6AAA233DA8F4}"/>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0459AC5D-23F2-464A-95D1-CA683A3D1734}"/>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62819BD-0EBE-4BCF-82EF-BD02507596E6}"/>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52857AE-037B-4058-BDF5-A5AACB8A189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81243B45-539F-4DF7-AA9F-68F0991B7D5E}"/>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544E68BF-79EB-4ACB-9D09-00C0FB76A4ED}"/>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B25ABD9-5366-40C6-88AC-EDF0E04B803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73D5B58-386A-4C1C-89EE-8A7F37D13748}"/>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479EE3D2-B7E0-4280-AFBB-EE0D9BA77829}"/>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541FF62F-6ADF-453A-9405-D0C9C883CFB5}"/>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8E9BBBD1-D8D5-47A1-8740-8C39953A06EA}"/>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181682E0-D814-4611-BDC5-10EF11C3B303}"/>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14AA7DCE-9B6F-4951-B445-07EA418DAF4C}"/>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319A763-A64F-4322-99B6-332A73F03AA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2E72768F-6DB2-43DE-9374-8F065427C2DE}"/>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0FC4E47F-7392-4689-A545-352402EEB93C}"/>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4CEC6BE3-49C1-4C66-8601-C2CF3401A73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3A43D86-F1DE-4CB8-8CF3-C76A31E2254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20588920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710b02d01ca9441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A6D1D73-D6E9-4653-907D-8F66689FD3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66FBE5D-F7BC-4A31-81C6-0C49D7A9E47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7172890-0540-4C78-87A5-6B35AFADE1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67DD25F-A900-400F-B515-E667FB75C9F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B2ED46D0-0157-47AB-B808-3BE111580B7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7BAC579-F672-49E9-805A-F982F8D7DD4D}"/>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E98E4185-0629-46F5-BC61-211D1A141001}"/>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067DBE65-2BA4-4FE7-B2FF-7E3C6C517314}"/>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A1306B58-618A-4B6A-8051-23ED2D2481C8}"/>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68757265-74B7-46D1-898E-CBFC957DDE16}"/>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6A3AB12F-888C-4830-B65A-251880B98D74}"/>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4F8FA579-160C-409E-96E9-CA5F59E5C803}"/>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83484B16-5411-4E16-935B-28B2D2759AF9}"/>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17151446-9047-4B9E-939B-472F65E318C5}"/>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321F2EAB-88F5-410D-836D-518B7EF46AD5}"/>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86725021-37EA-4A11-B8E2-EAFC46512908}"/>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5596D582-CD0D-487F-AF7F-48E1B4A85EC1}"/>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46F7E61C-2098-47F2-B84A-7A643518FDF0}"/>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54C590BE-5885-4569-8D0C-F3EC4D26C9A1}"/>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B7A7F2DD-A528-409D-90E3-FBFADE680748}"/>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DEC2576A-0454-42B5-884C-A02E35ADA8D1}"/>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2C3F91D0-A01A-493C-9C36-988E8014BDA6}"/>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E04699DB-3E3F-43BF-89AF-4E875832FC98}"/>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EC6D5351-09F8-4B17-A8F3-C6AACA7D757C}"/>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5212C5C7-596F-4198-8DDD-3F766A941089}"/>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93CC7BAF-D769-4DA2-AAF8-BA2FB92AACF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FFF3EF3A-FE5D-44DA-B73F-FC8FBC2EAB99}"/>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876B7929-2B9A-4B56-98EA-3EAE53A48BD7}"/>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8581067A-A9E2-4FDA-9253-70806DDC2E80}"/>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F2845585-8630-46F3-9DFA-91635EB09FD4}"/>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DC333BD5-8CCA-459A-9FDB-4B66D6049BAA}"/>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FC7BDFF8-4D4E-4892-87A2-B9240C6F31A6}"/>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3E8E8D81-D51D-47B6-98C8-E9B918247663}"/>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1C11AD7F-264E-4D88-85DA-1B7211761F37}"/>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8235E7C1-DAC6-4489-8CB9-C8B84A4881C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19333292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c0cd8ea0a04f447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965EEC-8728-4900-BF4A-36159A634D4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788212B-CBFF-4E78-B7E8-C2D83AB8CD3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D02D772C-9A67-49CB-B262-B9EE4F5CE8B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0B3421E-3D3D-45C8-8A0D-37213BE19E8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4925E2D3-8704-438F-B89C-2F608EDAE1F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A8918E7-7DA4-49D1-AF09-0DE028CD6C69}"/>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34F59A96-517D-4994-BF78-03CE9DFF2BA7}"/>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FBD00204-4B2F-4026-A0B3-A7F3E528D061}"/>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318C331A-741C-4B86-B4C6-063E5C5D30A3}"/>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156D55CB-DB41-4BD1-BE72-0073C2C2E76B}"/>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FE3032DE-41B4-4216-A3AB-07120A05C2AE}"/>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7400746D-D3FD-4C47-9020-7E243F2E9A3D}"/>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A5CC735F-CE0A-4BA0-AB1D-FEC679A92B96}"/>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2F120246-5B99-41D1-9332-55EA3FEB7EE6}"/>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0BFB4B89-6B7D-4170-A111-294D1422504C}"/>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F2D73EC2-B2D2-4317-A0DB-0D05AFB90DF4}"/>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6CB3C829-BCB9-4E1C-90A0-4A5C7C00F7D8}"/>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DDDFB064-F1EF-46E1-87A6-6A6B480BC49D}"/>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C36B8AC6-B639-404A-97B6-265F7E5354D9}"/>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CACF5DED-8E6A-4FC4-8EBC-73850E21E8ED}"/>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754FC190-4001-45F3-A6E3-7CA284FB1497}"/>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C0B03531-7E13-4465-9361-A58D65CE5A27}"/>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584698F6-5D19-45B4-9444-5E72D8888792}"/>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4DA8C854-ED7E-4105-AD8B-E97C1C3CA45C}"/>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A30CC0DC-2CB9-4758-8043-44622EEE2BE3}"/>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E82D1F1D-5FEF-4DBB-9AF4-A3F9658EFEB1}"/>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5BACABF7-B4F1-4090-9761-B8BFB766A46C}"/>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DFDD1C7E-8DE8-4D65-949F-CF13A81F8214}"/>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41EDC030-5CF7-4000-946D-DD4AB901CC23}"/>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880229F0-5CBC-487A-88AB-1EE7503CD8F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142559304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405d918c162d473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032C52D-B711-4E16-A64A-D6778649B6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CD5A3A4-A447-4244-BF39-6D95B1101D2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17F7ECF5-9411-4721-8BC8-C81B3E6D8AD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17C6A86-898F-4BA6-9DE8-2CF7BCF4DD3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972BFD0B-CC9F-4517-BE68-12AECA83C9C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6C6A567-C9EA-43FA-9F7C-71EF3A640CD8}"/>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E0A919D0-3F55-4EBD-AC29-549DA6EF10A7}"/>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317CDD4F-9669-45D3-AF04-68453CB100A7}"/>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362E0E10-FB5D-4FDA-941A-AF085D312221}"/>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0A908B10-BBEF-479C-AD99-B70372D8E7CF}"/>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C3B3E544-38A0-4EAB-949F-13B02ED3B4B5}"/>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3BAD03A1-1F0C-4C96-AB16-9F9EC67D9570}"/>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0073509-3953-4354-B1D1-903ACAB8E883}"/>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0A54A145-1042-4DA4-8EC5-8B8F81C8A6C0}"/>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35EDC3A-825A-4D12-9682-E91727CEDE1D}"/>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CF079CEF-7742-49FC-A9C1-2BC4D48F8280}"/>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893C4820-6BC8-4581-9185-4B303251845F}"/>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5ADF9E72-6F59-45C5-9D97-175AECF03105}"/>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144FBDC5-0FD2-40DA-913D-B1BB659E4A6D}"/>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9C24F728-6E02-49CA-9E40-D7FF2E3B3283}"/>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F9237034-9408-4D8F-A9EB-33372E3E933F}"/>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EB6822A5-A7D5-46B7-BC4E-4707236E3E53}"/>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0B488A1C-99A9-410A-8A1F-A8D0752258F2}"/>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EFBD073A-3D6B-4B1E-AB60-3ED5F1281BAF}"/>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28705DF7-CC3B-40B4-BC0B-C18461BDB36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4063235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f79faf531d8a48d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3189E29-936C-4227-83DB-5E8945F888F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5718675-60C6-4E1A-822A-A842BCE2B8B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E65D05B-E226-4E8C-BEA1-E67DBE11154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3D71D74-273E-49F7-A575-60C28598630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D68EE483-3980-4EC6-AEC4-5EE8A1D9DA8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2EE002B-1B4D-4B51-B5D8-D61298D84FF5}"/>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1A97A525-E044-403C-95EB-E5B040317A82}"/>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F32295C7-D141-4740-9F99-AE67F517B04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AE00C077-55C4-4B51-873B-220014123282}"/>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CE2E5B0D-6CC7-485F-92A9-F5C89C46899E}"/>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CB472F5-5CFF-4DC5-8F1C-479FD69E7F0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3D126AD1-27C3-423A-BA02-7083BD627DA6}"/>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1B1CAF4A-C9A8-4CD9-998F-52674EE361CA}"/>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4437E7E7-477F-475A-A82C-F2BE96AFE2E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1F96D95-459E-4816-AA4C-320B60D7F1EB}"/>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4E49758-1E3C-40B0-A06B-05984251E83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0D92C318-7F62-484B-B1E8-946329876CB6}"/>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14DC4A6A-E559-4CD1-8EA3-E015081D6E20}"/>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65615129-EE9A-41E1-A4A6-816101A29253}"/>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72BE2564-620B-4F2D-98ED-9520D2D94B65}"/>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7EF7BD70-B650-4E57-A2DB-36E07495FEAA}"/>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08A65687-EAAB-4312-8791-AADAEB20E88B}"/>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19ED4ADC-3625-48E6-9EB0-598A55F6ECED}"/>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7CDAF120-996B-4871-988D-B4E32E63129C}"/>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66CFD1D2-0B61-4E20-A7E2-B93BAEDB9206}"/>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EB3D986A-5B52-47F1-A32E-BD5E7B56B6DE}"/>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793472DF-176C-4C04-B29D-9B86874BB8DC}"/>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CA702075-5000-45C4-9C5B-5C5913A43B45}"/>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1B8BF623-95E8-4751-850D-A1698D59F46C}"/>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45625EF4-4E1C-4377-A470-48D1109A277B}"/>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A480D8CB-FA4C-4F20-BE10-EC59EC18B2DB}"/>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7B1BC407-9CBD-4DFD-9D54-27E7607607F2}"/>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414F7D29-8577-4186-A4E9-1D0C4918ACA4}"/>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1185D202-6442-4C07-846A-BAD94A6DCF45}"/>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20141E76-DA06-4E86-AA17-ADA9BE77C10A}"/>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4160E194-C523-4106-9132-F698C0F94CE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68661488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006ac1dae9324d9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A785BA-C9ED-4DB4-8D72-69848E94E01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458D2B4-024D-4EDF-98A2-6E37D62489A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E35FB9EF-2F90-4135-B17D-492628525F7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F4EA699-AFEC-469F-828B-652573DD0A4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92825B23-65C5-4088-B2E4-8C81CDB9896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800AD76-9DDA-4A7F-A014-DE6DB9281261}"/>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A5CB5C1F-2E2B-4D73-ADAA-F2059DC92E24}"/>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C67CC2FE-9EC0-4DDB-A56E-63D418E8D19D}"/>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6A60ED64-23E7-4EF0-B938-27ACA0A369AC}"/>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805D4ED8-E52B-4A79-90E0-542D5A940130}"/>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2F9DE7D8-E662-4A45-B742-1793CBD398AD}"/>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F122F2CE-CC43-4DEB-BAA3-C2DEE0A5E0AF}"/>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AF9A43D1-E868-4D8F-A44F-940055A59F93}"/>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ECB11C2D-4AA7-4DEC-BF4D-8939AD73CBB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914139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8fa7d6043f114f1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4DAA6CB-7D62-4224-8A88-011A5D60C87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F13D24-4C9C-48E1-A9DC-4BB7C8BFC76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F27BDF03-0CA7-46E1-8772-41BFF0D883A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357C8DE-AF6D-4196-A95A-C811DEA4599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03ECB590-6E59-497E-9D95-FB93EE0ABB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FB1754-8348-4545-8CA3-12D3F6208C71}"/>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015C7774-C04E-48DC-AEC3-65B4FCC7A593}"/>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4BD2F770-6058-47E8-9466-45E7DFD54AD0}"/>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E8CD494-7AAF-4C0A-A37F-B2A6244B876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FCC86448-C1B9-4DEB-90C7-9402E6CC3660}"/>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8463B9CF-05D4-4952-8965-B17C11E4A906}"/>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3849B00-E081-40AF-B351-C7C9D5805169}"/>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878D642D-E013-4B4F-93F0-E9A2D0FFE3DB}"/>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BBBA6C7D-4963-4ECD-BEB5-91CB729AB0C7}"/>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7B06F359-A344-40EE-B6D8-B765A7D433DE}"/>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66B6128C-8A0A-4894-9C46-913D7953574E}"/>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B37C0690-0CC7-498D-B7D5-1E23D6BFE657}"/>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263AB6EE-E3B8-44E4-94E2-C8B8D15A39A2}"/>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E49871CF-E664-4180-8C70-397E2A49F36C}"/>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9E78ACED-6332-4096-95E8-2F0224A4DCCA}"/>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A4252950-658B-4EE3-B769-39A1CA6D8471}"/>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1CA947B2-DC78-4A48-BEB0-A6246C21DEE4}"/>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0412E34-477E-48C6-ABE1-89FF54A4E008}"/>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033E398F-7128-4202-97E2-3C66E80BAE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35188861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b362cb2f469d45c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C547D-55CC-4F12-AD1B-15A7D77AB9E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DD01E7A-ABF2-4777-820B-347C243A8A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65404D2A-2448-43F7-8D2D-225816B4E7F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0088AC2-FD94-4DF4-9619-21362785EDF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9630AAF5-F7A7-42B7-87C1-B0F92DFE70D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F57EAC2-FC7C-4DB4-9CE0-1A3D2B97BB27}"/>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15651CF-7BB4-4F03-B12D-F24BB3D45593}"/>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DAF48ECC-BB65-4D6B-829C-47996000F232}"/>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E70FEE61-C4C9-4039-BF05-043ECD52F414}"/>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221DC96-7F85-4C24-9A3F-70F045864F5B}"/>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8AECB293-06D6-47DF-856E-52304C7E8635}"/>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7CF1EAF8-B25D-42B6-AE42-8BD9973A4632}"/>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148F79B4-2652-4FE1-B332-A0FBB6DA79FC}"/>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1F49F4C6-3A5F-46B6-A13E-86AD8000607E}"/>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FF08CEE5-6F76-4393-944D-0B56D0F72ECF}"/>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3A78F9CD-0E66-4511-B837-4BB7662EA8FB}"/>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EE44B1B3-F3F6-4816-976E-024101B61B79}"/>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5F5AE50A-035A-497D-859B-C5C890F71ED3}"/>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AAB22310-2E19-42B1-96CE-C3153AB16E13}"/>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E35849A9-12D4-4FB7-9ED9-32604596DCCC}"/>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24BB69F-4590-4AA6-ABD6-D67ABECDDA57}"/>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647BABE3-3ECE-4AC1-A919-4EFCA3A54B21}"/>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29DEB0CE-3BBC-4234-96D7-7C3B3D0BB15D}"/>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A17A2B6F-AF36-448B-BC1E-DD2349CA92C6}"/>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12A5F579-6822-418A-8E20-6F9C758922B6}"/>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B01F23AA-000F-4731-82AC-D3663CB0CBDC}"/>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01298FC6-62FD-41E2-8FA4-CFEC6C3D8C8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06437871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1c639caaf68144d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6F4EF7-4993-4F6E-80E2-B07D7FADBD5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67A3CCBB-1592-4D73-AFAF-FCFA776D3431}"/>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3D7B024E-964C-4D66-8EA3-25010CE7077A}"/>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62D79304-C049-4E2C-BC19-F8FF6EA88A01}"/>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C369894E-B6F3-4862-8CB1-0BE3EF323880}"/>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874A6EC9-D25F-45E1-8BD1-9B84153D56C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3542254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977323d81d04450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A24485D-0986-4786-851F-19E0C4D0C6A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BBBC190-031F-48C0-A5D8-B2D3A3A7CFC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E429683D-07B2-4D4F-AAF7-1DD26EC3463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DE7220F-85AC-4E13-964B-668834E8B27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8781ADD4-0292-4D61-8C0D-146949CB628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1266180-5C02-4D3E-BF99-9B239A8D92A9}"/>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385885C0-353E-4337-BC8E-BF973D2CC2B3}"/>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2A2AD403-07C6-42E8-9775-113A3DFC6321}"/>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E41BDBC2-30F8-4ECA-A967-96B3366C3CAC}"/>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A8070593-4ABC-4874-927E-7DC87749B451}"/>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3D66E45-FE03-4869-8950-918CBF9042C0}"/>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BD225EF6-F91E-42D7-8A79-84A03DE4BFF2}"/>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33A29136-A02D-4E33-BF27-73C6BE8FFDEB}"/>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CE30410A-13D6-4AC9-8108-A564E1DC7FA6}"/>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8DD55830-D030-4DA0-BEAF-5CB17C60AED1}"/>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D180010A-1921-4841-A78C-04AF8B5575CD}"/>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BDEC54B4-3DA0-4DFC-9C0D-A19736A86AA9}"/>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11549E8D-FA4C-43C0-9968-E3365A41C8DA}"/>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55C30F5-3819-4BE3-82BB-B7D2032BE6EA}"/>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F7F891D2-4700-42C1-B292-B5294B94B658}"/>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FF012E76-4F97-4D13-BA61-776349AD7095}"/>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E864335F-2FF5-4E2A-B194-2BA65163CF2E}"/>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6E2E48E5-AF4E-49EE-91C5-D152DE766EEB}"/>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4F4C56E-DBBF-4040-A0FF-08F5CC205F12}"/>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55B21C4E-EDD8-4D2C-859D-3638B2B274E6}"/>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064646F0-31E0-4ECD-86EF-AC70890B1971}"/>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B305FF67-4DCF-46D9-B469-DB74B2EF73D0}"/>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8EE17BDF-127A-4E6A-B0C1-FFE34606CA3C}"/>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01AA9CF3-7563-439C-A894-80709028F646}"/>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95932A10-385B-487B-8165-D50C367596E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3F6ABA50-6545-4162-86BD-4BBE86DCF2E8}"/>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1E38E58F-DAE0-466C-B17D-F9E7A38C67DF}"/>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5B266722-5D6E-4191-ADAC-AB0398E04DB7}"/>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4215104B-9274-4403-80D3-5AFC23CC8253}"/>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DDA620D-B9EB-4BBE-949B-55C950D3632B}"/>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3AE92E40-0932-4E85-A1DD-1AAA26E8A58F}"/>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78A99DAB-4F0A-4A08-8E15-8D756754F0B6}"/>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EE4375EC-CB74-490B-A18D-1702AE4F8F9E}"/>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09ABE721-D846-48B0-8B9F-42BBAC8B4B9B}"/>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5CFAE47E-CF05-4A86-9287-1D2D856C0AB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DA9F3337-6738-4399-80B3-51A70484D75F}"/>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0A32B046-7A10-443D-9701-0E9B56CFDE54}"/>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D45FCBD7-688C-47A8-A181-23714A631A45}"/>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BD416C99-72E4-407B-A0AC-D90AF665E531}"/>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1FF3BF66-64F3-4113-B670-355396799DF6}"/>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3A9BF218-B7BB-42F9-9F10-B6C59B4FC56C}"/>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1AC8E3C-05A3-4A13-9876-A1089B6CB3A3}"/>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42FDC790-2BD5-4441-8794-34B3D5A64FD0}"/>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A16C9793-7FD1-4B45-9BEB-5C4FFA4E469A}"/>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263E5B6E-2ACD-47CD-8006-4FDCD652B6BD}"/>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6B6F7C37-999D-4BE1-9688-5512F7ACEDCD}"/>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794B16E6-2743-4DCF-9574-25F631F432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C6FC14BC-D65B-43AD-B96E-F0D7D3F74DAA}"/>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4ABCF58D-4F8D-4D74-B6BC-6F5CC46F841A}"/>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07ABF514-D8EE-40F0-BCC9-2B32551EC472}"/>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02F76815-1122-46D4-B076-434E8DC922EF}"/>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B79135A0-A219-4960-AC9C-EE8F4F0CF05F}"/>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6E421CAC-A269-402E-B3EC-5BA9D8507681}"/>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122A74B6-90EB-44CC-B72D-973D552CB80C}"/>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C813B897-9520-4207-AD9F-D77DDAF4B1DC}"/>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0736D9DF-62EC-476E-841B-4C8FCD7D83B0}"/>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573D9A6A-FBC2-4280-8ECA-A2AE2A8CCC7E}"/>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8AF3B178-97DB-41B0-A602-423605CD74D0}"/>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585AD46B-AD3E-4EDA-9198-87A56F67538B}"/>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EE8780E9-21F7-4E54-8DEF-4414A4277445}"/>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0DB151BD-9B16-44A2-9486-60D37B57D056}"/>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A83180B3-E318-457E-A9D8-245EA3E53F8F}"/>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BA0F8694-9123-4C4A-8472-2A01EED9CFB9}"/>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75959B76-9220-423D-B58F-8C5304F83DA3}"/>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2D70D06C-A21D-4112-ABDD-209A1C70051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8AA77D3B-C3A4-48B9-AD10-A62279C76E69}"/>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64FC793B-55F1-4E96-B3E6-A17FDDDF9E8D}"/>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BA94ED9D-1DAD-4561-8641-B4D3437F5DE0}"/>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6C0E93AB-ABDF-4BF2-9C37-415CF7A42542}"/>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B4A94F53-4A74-42F9-97D3-92CE391C1B5D}"/>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2C9D7389-7584-495A-834B-BB1FF37441FB}"/>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92ADE50D-1C98-433C-A4E8-1BCC0527CD09}"/>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3D26CEE2-A0D1-42A1-8B28-6400F957F6D9}"/>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0BAEA0EA-47F5-42C7-BC26-CA93D4254994}"/>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8A47F598-1348-4CA8-829F-A40FDE42A40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9040D9A7-D303-40B0-BA97-ADD42044A3DA}"/>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A9B743F8-4971-44E3-B46D-A38D3603919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92D697C7-C871-4745-943A-8CB68300D5C3}"/>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6C092635-B991-40D3-813A-E3B730055C9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B1C76527-86DC-4715-9AF3-2EA34E03398E}"/>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BF27DA75-344A-4204-AE51-06201F07B87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72183018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1d81a2f240a46b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4ECEF3F-381F-4CDE-A676-3218FDAD29D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D324608-B477-4D78-8EF1-923A939750E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7342A61B-DDBC-41D1-A47A-B3F85B8A0D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A5D5660-CF48-40D5-AE43-B86CB8B2E9E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937F9056-7BE0-404E-98F7-51757934687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FE94CD0-E504-418E-BDD0-8CA6940A810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B1A591CC-DBE4-4ED3-B6EA-D316C2E0C63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EA081F6B-D3D5-4319-82CC-6C5215BAD133}"/>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6912F1-5C44-4A97-A73A-4FE5A4F1791D}"/>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E37C8B2F-902C-4E2F-8A38-9944D4E4348B}"/>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9BEA3EF4-2ACD-47F2-8BB0-57964164DB1B}"/>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FB25252-5CE6-40B5-91A6-D575CF27B9DF}"/>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B2E98A7-4CF5-433A-A968-5E385ED79E78}"/>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26DD8457-7075-4238-86DA-13216AD16A60}"/>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D053ED9-8DDB-45F6-AB46-D5EAD9DF772B}"/>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970F5D34-49B7-4F8F-8D3C-C91E9F31CA1A}"/>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72BA992A-A685-412A-86E6-A1DDD92C8299}"/>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795D97F-7888-423E-B6AD-27E9BC0AE1B0}"/>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1BC918C1-2754-49BC-A2D2-7DA92BC0DA50}"/>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4D6F1E35-B2B2-4D5B-8859-B9A60DB8A68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8485541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d794b7b1f644d7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672C4C-DFA2-4D10-A15F-FBA00D35E56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0A1DF98-87B8-42EE-B3C2-2160CE55A7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61EBA673-AED2-4841-920E-5B12F567CA2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EC7BE47-946B-498D-B767-DF0A27F140A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6569B4EC-2F62-4062-BE03-7F204F2BEF42}"/>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62E0AF8-615C-4BF8-8F53-03DD7620A2E5}"/>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50F6388C-FC34-4C85-BE74-56123F9EF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EB4F3A61-2D9F-4BD6-84CD-E6A0A417E60D}"/>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69713137-B835-457C-900F-A39EE9C94980}"/>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F5D15C40-D21A-4B99-8D7C-41812F924832}"/>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7939386B-62E9-4F2F-885D-17C284C0726A}"/>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C57A1AE1-1B85-4180-836F-337D20CE21F3}"/>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6080DB4A-A543-4548-87E7-63CB6CB9B11E}"/>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F61B035C-29D7-4BDD-B490-61D89F7C1F4E}"/>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290753F-01E4-4012-8307-C81ABDFA4442}"/>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92CCC67E-43A3-4726-B707-A2EE7C0F0FFB}"/>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C86AE389-9690-4B49-AD7A-6FD5B916C288}"/>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29546787-14FE-454D-983B-21B1AFE59C3D}"/>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AB396059-6D4C-4B80-BF18-1E6B0A4E63FF}"/>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5D8522C7-15C8-4970-B2AC-B973DC303900}"/>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302CCFC-9613-493F-A49A-7EB456A47DAD}"/>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D62EC74-2E2D-4719-9CB8-A6536AF49773}"/>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751E0D05-D6D5-48D7-8093-4030718B6F65}"/>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EE35F8A-250B-4EDA-8F72-BFB97260A37C}"/>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36F1897C-68C4-49F3-9E21-6C3FC2FC1C0B}"/>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44D38613-0197-419D-87D8-D707B3D757BC}"/>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73C0B37-BD2C-4396-8779-E6C662D4149C}"/>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E9472428-27B2-4AFA-9E12-833DF89DAEA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AAEDBDF-4D15-4432-B64B-C11D602030C2}"/>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3D631410-285A-42B5-B0EE-687ADCDA160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16285270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9ce6d7ccdcfc4b2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8B2B50-56BD-4EB0-A254-B1341A501FD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E8286C-A4DE-4538-A022-34E8DD7C8F5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9E4B2835-6517-434A-BCDC-3C2A90954EE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6EE772B-2690-4925-A605-67152DE61D0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2E6F498D-6F65-46F9-85A2-9B3672698B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83CB8AC-E5E6-4337-86F6-E2D33C0F46E0}"/>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8F6F6839-54D2-4F7D-A293-709289AB4CFF}"/>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FE49F596-2F5C-4032-B499-CED13B99324F}"/>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2A633F34-2655-47B2-BA0F-3FD7562C3AA5}"/>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E74E895A-C4D1-4383-BF19-90EC178FEF0A}"/>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C7072D0-8645-487F-A348-03FE6F48F0C5}"/>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4045A281-6F30-44BF-8ACC-B6A57F2264D1}"/>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382117DE-6E37-4975-8B6F-FCE2F9D30D97}"/>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829E2D6A-4AB5-4002-A68C-6F90D97CB683}"/>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2D616949-1798-4C94-81CD-BA9A788A7070}"/>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E17D6A9A-8B14-434B-B65C-F13FFC6DEAD6}"/>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D6309884-A115-4867-8FDD-2B987B06076E}"/>
              </a:ext>
            </a:extLst>
          </p:cNvPr>
          <p:cNvSpPr>
            <a:spLocks xmlns:a="http://schemas.openxmlformats.org/drawingml/2006/main" noGrp="1"/>
          </p:cNvSpPr>
          <p:nvPr/>
        </p:nvSpPr>
        <p:spPr>
          <a:xfrm xmlns:a="http://schemas.openxmlformats.org/drawingml/2006/main">
            <a:off x="742950" y="2857500"/>
            <a:ext cx="1352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GROUNDING / POLICY</a:t>
            </a:r>
          </a:p>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EVIDENCE</a:t>
            </a:r>
          </a:p>
        </p:txBody>
      </p:sp>
      <p:sp>
        <p:nvSpPr>
          <p:cNvPr id="19" name="">
            <a:extLst xmlns:a="http://schemas.openxmlformats.org/drawingml/2006/main">
              <a:ext uri="{FF2B5EF4-FFF2-40B4-BE49-F238E27FC236}">
                <a16:creationId xmlns:a16="http://schemas.microsoft.com/office/drawing/2014/main" id="{01E788E2-73E3-448C-87ED-EC014C1B5DFC}"/>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4C6CCF12-A8D7-445E-AD75-ED39A3657278}"/>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DFF9AE5A-2F3A-4651-81F3-A1A199CE6F01}"/>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80897DB3-6206-44B1-A7E3-29DC5990D1C3}"/>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7696543F-1213-4CD6-BBB7-191003643EB0}"/>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98FBC4E1-D862-4FE8-AC4A-AD49347CC6A9}"/>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E848304F-8D62-4DE0-B29D-A45B3115F72A}"/>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160DD8E2-E0DA-470B-BA53-0237CDEDB0B1}"/>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86578AE9-D894-4917-957B-C95ACC5E1962}"/>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98D18E63-F522-4611-A55A-18362AF7693E}"/>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3D9EDCE1-211D-49BA-9507-BEEDE440C3BF}"/>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EA7C786D-E6AE-4876-831B-4093ED5081A5}"/>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E58332FD-01E9-41CE-972C-302C2CC47EF9}"/>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933FDB00-EB07-4980-8C39-D5570CD7AC29}"/>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A3E9FB51-8508-45CF-8B64-9E3027FF34DF}"/>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949943AC-53FD-4CE6-97A4-0282B0A4D6FC}"/>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1574243D-336F-474F-9E63-DBF1FCCAC7C4}"/>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AE2F301B-AAD8-417F-827D-7D4BB730F769}"/>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347625B6-2A57-44A9-8F91-DD011082261E}"/>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13278CE2-7204-4558-AC75-8B56674211C9}"/>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6F66D244-982D-476C-B05C-66BDA2581DB8}"/>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92E15D96-FFF6-4E35-9C23-CE0C408332A9}"/>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F5C0989A-904F-41D5-804F-7E3E438E6E5C}"/>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6ACACF77-DA99-4A35-8678-0F3612A8469F}"/>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55779E27-E8E6-4590-9951-68A41F02A43D}"/>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BFFA3C94-DAEA-49D9-88E5-917D38068A82}"/>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D353194F-985C-4CCD-AF7A-5DA175640DB8}"/>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1EB1DD44-98CA-4A0A-9B8C-09776C3164DE}"/>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120A03FD-0B8E-4290-A4A9-2AC81107B6D9}"/>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9BCD44E6-5F7A-4B37-9B42-976CD1CCCE8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138239016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244ff7db27274ea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530A17-A61F-4CC5-BDB3-EBBDD255D04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5017038-8098-4AD8-90E2-E649BD1290D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A000DE58-4891-471C-9426-885C3B619BA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342511C-B099-47BD-8EF6-D06EE540A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F60BD651-AD05-42E5-B575-F59CE204009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BB33128-60AA-42D7-A416-E513739FACBF}"/>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7BFA5DA8-D086-4980-863E-7644A575B54A}"/>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E5236A52-E889-4155-B3FF-D9E3280D4EB2}"/>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F8B3CC5B-9DDF-4CA4-9C70-62DCE74B3731}"/>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162EE432-4533-4CE7-8B64-5FFDD63888E3}"/>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79657390-48BB-4F94-B1F0-DA6092429285}"/>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69A7E1A7-D7E2-45AE-BED7-2BCB1B2B1ADC}"/>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25ADCE45-2C45-4122-944F-0D60A3859789}"/>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FE68AB6D-64B1-40CD-B10B-9B02CFFA3DAC}"/>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C6DDA545-C944-46B9-90DF-E8D82EE4C00D}"/>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42368148-CF60-4151-9237-DF450245F3F5}"/>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A5FF3F86-BF88-47CD-B428-C7C25A5323B3}"/>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489984C7-C955-4FFE-89C3-B459E23237DC}"/>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B88A28FD-7E92-4203-9090-CB5C36DFF156}"/>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26B2C578-A4EB-49C9-9E1C-C69C88372155}"/>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078CB610-E8F7-444F-BBB7-5DB5802723BB}"/>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BA059E20-7AD7-40A3-9D9C-B43F94753A1D}"/>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B6697274-B35D-4736-9CF3-F5121A3D9A48}"/>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FD7C521C-1DB7-4CF2-A3BD-C65088048BE1}"/>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1E9FA4DF-706F-4461-A8A4-1414D488497D}"/>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0533CF3F-C615-40A8-84A0-F7D6AC43DBB9}"/>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2C5A09EC-87DF-4247-85F1-6EFE440574B0}"/>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77FCA823-9336-4F35-817C-FF58B82CF6C0}"/>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C743C79F-7AF9-4B3F-802C-929A36E1AA19}"/>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E0B939B5-E150-4759-8900-55CBC494F8F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176827658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0dbb55b806b489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8B6FB4-5653-4913-8B3C-6A1E7A968C4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438D839-7867-4DE9-978F-10B947BD588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66A6A469-67E9-4FEE-8F16-EC90006544D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B1BEA3B-F1B3-4B50-A2D1-292626E0B5F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3E895EC7-5DCC-4D57-9CFE-C124CF5CA17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0A18A64-3869-4B36-A318-053B1C8DCC40}"/>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734E5550-CBCB-44A1-B189-075CFF53A9E2}"/>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66336D05-0A53-4EEB-9B7A-BCB70F20BAA4}"/>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5710674C-E03C-488C-909E-70847976B31B}"/>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7264EF04-794E-4A66-80E4-E3F104071C6C}"/>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CF289AC6-82D6-4750-A5F4-B4C81475402E}"/>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58DDAB9D-203A-4D6B-B347-1890FA492B42}"/>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60CE692C-6DD2-4F5A-9894-BD995A4894B2}"/>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4B760F56-C511-4803-B673-558C1FFD5CDB}"/>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31EECB5F-09AE-41F7-9AFA-2C5EF2A3BDDF}"/>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96B45DF4-FCD5-4DB5-8666-A877392CFE25}"/>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C99BB21F-0E14-4ED0-85E1-2C55FD4B0D08}"/>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E4BEBAE4-1791-457D-B675-BC79BB8EFB11}"/>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0FD7F20B-51EF-4F6C-BA4B-8801F806D9DC}"/>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5AD0453F-CF5B-4BA4-BAD2-B2F5B7994FF3}"/>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998DBAA9-0587-46BD-ACA3-74D6D183BEED}"/>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2698521-4133-4338-825A-471F527F7BA8}"/>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D3AC5E18-61DE-43D9-9CF5-860BD450218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64618783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3ac03040e304bd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D8C8CD7-A40D-4A27-9B1A-A7311D3C33A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48A5C5F-47D9-4DC4-9FF1-B5B484ABA8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CF76DC91-65C9-4536-96AC-CF836A1CDE1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92DEB5E-254E-4940-A8EC-0040E2299A2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102BD07D-9394-46D6-B58C-2CD0B99E23E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4131BA6-8FAB-4A38-B0F7-432BE3336950}"/>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9F12A1-1772-4499-8572-6A018AC191FF}"/>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41A26F3E-AE59-4081-941D-64A3DF82553F}"/>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82E5FD3C-A500-483A-B666-279A449F9340}"/>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0A1A1FE-420C-4BF4-A749-D3B6230027B2}"/>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63A28E92-7A5A-4ADC-A2B6-CDA17ADE67C8}"/>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18C896F6-42B7-482F-B9C1-D77610682DF4}"/>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E0804314-3920-4D38-ADB5-AC880B025A7C}"/>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6D134C0-CC50-491D-B270-6140390087D2}"/>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773E0139-CE1B-4AA5-9735-39FB7696FE4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44646571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c5aa11fe65343d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A163D72-059D-450B-9809-F8CDE9F7A78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855C81-EBB1-4488-8BAF-701A1BAE643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5E1A8BC-FD8A-4B6D-9BF2-E9420CF1EAA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A33FCA4-06BF-4EC7-B9FE-C2181BA294A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6A255D4D-AF65-4FF1-864E-6C401882715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F9781C4-A86A-47DF-852B-992E49FC2A82}"/>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B8186E69-F429-470E-B8BC-9610E1F839A2}"/>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96BE8928-7742-4E97-B2B0-C718C24581E7}"/>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ABF2EDE0-7BC8-4E4A-BC8E-30950E38CD1E}"/>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4227CC4C-B325-4B44-8BAB-4235BD6324AA}"/>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B0D9DD2B-CEBD-4E33-B63F-46368D90B564}"/>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E8486269-15DF-49FF-89BD-E41127040345}"/>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26C5B2F4-662F-416E-BEE0-89052485663B}"/>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A6A4E8B1-A475-4072-ABD7-DD292200D186}"/>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EE483AF8-6CEB-4ABC-A5A8-285B5B8A80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5346445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182994ceef04fe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A9C6563-3526-4642-BA17-F52E538E349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1798CFB-ABFD-490D-959B-CCAF78D5278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197DDE30-E9AD-403A-9F57-61086102903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3709764-9CDD-4BAF-BD9B-977254AEC67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6D3AA6EB-26DA-490A-90C3-7B410A8FC0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47D5FFB-E900-4055-AC62-513423816CFA}"/>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DCAD6754-CCC4-491A-B96E-2672905FFBB1}"/>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7F25E7E3-FAB3-42F2-AF36-9379486485C5}"/>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883CC80F-ED15-450C-9567-7BCB914A5421}"/>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B0CBFC9A-4FF4-4FA1-8892-EC206C724E00}"/>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A8051B53-0381-404C-95B2-73BF74843EF0}"/>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D8EAF0B-E5DA-46CE-872C-F7743EEFEAEC}"/>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0A47C2A8-AD7D-4B3B-A6EB-9A93C38B667C}"/>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2021C763-6174-49C3-B424-54B7172A0B06}"/>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F8D83D5E-E1FD-44E1-BCD6-ECA7D926DF53}"/>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B9FEC0CF-E1A3-4B51-AE10-7D29F6EBF76A}"/>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CA6FA188-F58E-4992-84E0-F1B93A22A28A}"/>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747635E3-FAA7-4F00-A597-1AA8B2AAE9A6}"/>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240022E0-CD97-4BCF-B035-8590B095D1D5}"/>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3A5748B3-4B84-472A-92D5-02BBE7C9C4B2}"/>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EBF4B1A9-9936-412A-8FF3-4087A119852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9503813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966fcb7dca549b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C4927A2-890C-420E-B0BD-475F5011CE3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EEA99C3-D1A1-4F34-8DFE-662762097A9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F26740EF-236D-49F9-84AC-613A1D824C4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C7D48F0-C802-432E-AFB1-9208ACDB97B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758904C8-CECE-4D7E-943B-E8114EB7550B}"/>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5C89F57-4A6B-47D0-A526-E131ED9565EA}"/>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5F914640-6D3C-4397-978A-C87914AE7A39}"/>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B6C51021-ADCE-4F52-A457-ABADEF674EFE}"/>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81534B33-F250-48F2-ABB7-4EA915FB4AA5}"/>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F0C51D2A-8790-49BB-9294-3AFBC27284A2}"/>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24F4B594-66CA-49D6-8357-F887A0136828}"/>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F7E34CDF-7899-48A6-9ABD-FAE5078DED8B}"/>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91412AD3-5C6B-4174-8867-AC64FDA4459D}"/>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8750564F-94A3-4399-9154-6ED8212C4234}"/>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B767C9D2-0725-4868-9A0C-B99292CA358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24572684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68baae88a6304aa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46A288-8EAC-4DA0-AB61-1AD430479FC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AB25EC8-476A-448B-9810-6728FFC096B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9B6880A5-B1A2-4492-AF5F-F3087094C59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EE411BD-F8B5-4785-B3B0-DE6E24BDF67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7BB89B8E-4C40-4408-83BF-3088C03931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47641F6-3817-45EC-8432-4B61C151EE96}"/>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73B1B2-58E1-4C7B-A0F6-03836C0D56CE}"/>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38E9E63E-BC00-4BB2-BA7F-025B337CCE83}"/>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5E36F0C1-1B66-45B5-BD2F-CE16E38E91DA}"/>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62A973E3-CC67-4F59-AA2A-BCF3B5B59409}"/>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2FE3ECAB-1BE9-42FD-A56A-13677B3C9674}"/>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2CE0B303-32B8-4663-8C1D-D4F08DD6FC39}"/>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663E95B8-1144-46DA-99D5-E4FE6DC00E3D}"/>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A8AF286C-8343-4A87-89A6-32D6F38AECBD}"/>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003A5BB0-AC55-4C8E-B43C-745D94F12A47}"/>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93D51540-0C01-449E-8B83-CAA4E73811D1}"/>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740A9627-48E9-4B30-BE28-5178787FD58A}"/>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4680CA63-47B9-46D1-BA36-7F0C4425F3B3}"/>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1A61EE22-EEE3-4B34-9458-117D687B620C}"/>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1B7D3EA7-4442-4F09-A891-0AE24E809FA7}"/>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E4EBFB20-38A5-4CE2-A55E-97240A6B0E68}"/>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8BA1E2B6-4EEC-4B6F-91BC-1D56DEE5BAA6}"/>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4C2B4CDD-1239-47EA-B7D9-DDC7BFB3BAAD}"/>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EA715D0F-7C40-496D-91A5-3D8A6C842D38}"/>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43AFFBD1-4ABA-494E-8039-4FCC9560D552}"/>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F61D3B54-5F53-4AEF-BDC7-418A2A7F9F95}"/>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F0209B63-D22E-46E4-B012-89D9305BA38F}"/>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1DCFC7B0-8844-4D8A-AA0E-7DE9E16B2E82}"/>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8DEC90BD-894C-4FEC-B8C6-B6DF698809A2}"/>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2E36615A-2516-4686-98FB-F75B62C834DC}"/>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49EDA51F-FACE-4950-8824-DE3F72B7DE56}"/>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7692D7FD-6B43-4361-8619-CF4CEF11FFB0}"/>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697654D9-8F45-4AEE-8E65-040C28EDC2AD}"/>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D73B6E9-EA99-48BC-AE09-CA08E5039AF7}"/>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0A8B6CE9-0E2A-4BD4-B81E-04B390D3148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5086489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22fcffa6c85f498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F832527-9272-4236-96C0-212D16B521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300714-AA0E-4A3A-8FAD-7C94A2370B1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B556A55A-2E83-4279-AAD8-A6E3A1F13F3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1E5B7D3-EA0B-430B-852C-5D10B2CF51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8482CCD-56CF-48E8-AA05-80ECA71E8FC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465961-1B02-42B6-9729-09EA8121B2B8}"/>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CE2E372D-D02F-4FD8-9DD1-771AF178C7B1}"/>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0ED2960F-D137-46CF-832A-ECC173E0B7DF}"/>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DF06E570-1930-486F-85A0-FF39527F66B1}"/>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E73727D3-F3B6-4E43-9323-36740660C6DC}"/>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993811C9-8543-455C-A139-A35726D98628}"/>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93928EB2-A515-4EF6-A530-B414FB6E9ABF}"/>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C33A252F-A4FD-48C7-9E38-DE3E2D645508}"/>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AF993C3B-449A-441A-8D2D-29A4DEC91F33}"/>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8F7DDE33-EE7D-40BC-B53B-3FCAD74B62B4}"/>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A79CE982-AD42-4EE6-909F-299CB6124177}"/>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DD6FD53F-E919-49EF-B66A-1D00C633459B}"/>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4D5D19E1-2D41-4EC8-9A9F-09947017DAC7}"/>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0B6BC839-16AB-4950-A58B-17120E0C294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75BF7A3B-E4FE-4F97-8738-FE93924776E9}"/>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54D5B765-B8DA-476F-9457-C6E75D4F5AD2}"/>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A2245841-82F0-46C6-A3FC-6C4E8602287A}"/>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526E6B75-6383-4A49-984B-8B2D5B739DCA}"/>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053CB20-827B-464C-B7A6-37E0CEF5DD36}"/>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1C9817C0-BDA2-4F7B-838A-F4E8D5D8A490}"/>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3D8A72C-D67D-490C-8F82-61C883F8E100}"/>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40DF03A6-F32B-4756-B32A-5F5FB52C4147}"/>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16EE272-A34D-42C4-93FA-A90CC3D798CD}"/>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130E71FF-038C-44DA-9403-AD206A025AE3}"/>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D066DC9-9344-4E7C-8264-94B2346E791E}"/>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EF213778-7049-4D58-B1BC-D5E0FCE98323}"/>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C8140E1-79C5-4970-9130-04029846D2DE}"/>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C4962451-8BE5-4FFC-B9D6-47927B2F92BB}"/>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F710C37A-A9DF-49F9-91CB-590C3E353F2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99849818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715add1062594ea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C1B12AA-5C79-44F2-AE74-A249018AE78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B0B5C6F-042E-44E3-8DC1-7ABF5EE0101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D8C486EA-A0B7-411B-8714-F92F1D1419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14194E0-CBFE-4ADD-9BBA-89B55DDB07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CBFE2A3B-7272-4865-9C76-0E2AA2811C5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B93C707-8344-4E13-91AD-888C5315125F}"/>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B6A53C83-AEB0-451E-9B05-A2AF4954CA7F}"/>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7A58FC6-1C06-4D76-9211-E037710C7853}"/>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0CCCEAA8-DE5B-4175-8CDA-34C29ABDB965}"/>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2D7E09BA-C665-47CD-933F-CBBB990808CA}"/>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A961ED3B-ACA9-4952-B820-C67C39EEFCC7}"/>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C27BB07-62A1-4CF4-A70A-EED2501078BE}"/>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3141C8BF-ABDD-43FF-B6C5-6065BB682F59}"/>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C8EEB0BF-D8E3-4F99-B135-76F07265ABE6}"/>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D61BDC70-B806-448B-B156-4526F7D15CC3}"/>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FB069C0-EE21-43F6-8E43-D1852B839A8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810A8BA3-DDC2-4C0D-936B-E50DC93B18CB}"/>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14852A53-57EB-418E-A588-97A1B6C50658}"/>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FE802EC8-365F-40EF-89A0-A9148A30C8B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127389658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160aa3743314ab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06ECED6-B3B6-4326-8731-4D2DA102689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B56FB8A-5CB4-461A-9C58-EC787813692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A4781FB6-61BE-4F89-9BA2-8ABE907CD2B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A473D59-A738-45F9-B34E-85F3D21BE8F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EAFA8A43-D665-4F06-9A7E-008CDF80238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29D53DA-DADB-4433-BCD9-86E4D4679130}"/>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983783D4-9C16-4BFA-97EA-E68589B2527E}"/>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9ED3592-340A-4611-A4EF-168E3FC2416D}"/>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EA2D2C58-9283-4D82-96EE-3911942E2E9A}"/>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64374615-5FF2-4D79-8F0D-5708F9B3101E}"/>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3AB71E84-2A2A-4800-8E6E-E5B4D85E71E5}"/>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49C404C7-BBC4-409D-9773-BA0C93DE0393}"/>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553DA8E6-8759-4310-AAAF-5ADB9DABEBC8}"/>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FB32408E-E6F7-434E-A47B-40F9C4D72CA6}"/>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B16A4CE1-211C-42AC-9DA4-42BE7103895B}"/>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65CC5E8B-1A3D-4F53-9BE4-D1233E2904B7}"/>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90FF1FC1-52EB-4F85-B544-AE44974D9523}"/>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964E7C31-7363-424D-A059-9C15ED303933}"/>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5519CE7B-2457-4961-997F-E35572B51DA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1903687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cc7bd4e285643b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0CF4A58-1EF7-404E-A602-80CB69D1F22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6F04044-ACFF-4155-A87C-FB3F655F23B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87F17F2A-17D9-4061-B3E2-E76731432B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FCBABC5-9769-41DB-9D45-3BB5E2241C7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4CBCAB53-4DA6-4111-B748-199281D0DF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1FDF736-5D5F-40A1-BAE6-13092FD476CA}"/>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31594EBB-7173-417C-96F6-59D3156EDF09}"/>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D46A2401-6009-4CA3-8E0F-D7B1BB280BBA}"/>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8EA711F4-9830-432C-94F6-9121C6D8C4F7}"/>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1440D7AE-33AE-438A-BDFC-F5A92F0BC28A}"/>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3F1D459B-027F-4F52-B148-0D4B721161FA}"/>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355501-4C76-4330-9B1E-667E6F9993A1}"/>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C1EEC3B-D9FA-4800-9526-A83FE4390EBE}"/>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FAC4D273-0EF2-4884-A4EF-5AD887D28E9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2999338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fb0c8c1becf453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D984DBD-B742-41D7-BCA4-C2C77073ACE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2C2B907-87A9-4507-A5A3-8D506101B7C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DDFBF807-A494-450B-86C2-700AC1D9768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E934A59-545A-49D4-9668-48ED85661E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6E0231F-96D1-4FEC-8CB9-D2B69D030A4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8CB056-0299-4688-A06B-B5613E755DC3}"/>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C4461F0-1FF0-4F29-82D8-C7A18199687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6790DF61-1380-4E90-8966-2E8DD5BC1BC9}"/>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E18B33E6-F4CB-4412-B1AC-933C3D7C982E}"/>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B2D3DCF-D36C-442D-8CCD-1856AE7179AD}"/>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C91667BC-5AA4-4A11-9C13-8E2C4ED0F128}"/>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57F98B03-0C3A-419C-9537-8D12B8AA8F48}"/>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CBFCF1-D4AB-4D3E-AFC9-589C325C8EE4}"/>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A4CA5930-3AE7-4F56-B55C-50FDD1FCB007}"/>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38F02479-19D5-4E0A-BC71-F4A599C25E3C}"/>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9B5F0EA-3102-4EB5-B183-66AF8F02E5EC}"/>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199FE609-7DE6-43B0-8834-4B4F18C30268}"/>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1E557045-DDF2-49D7-9DA1-A4B2770932AD}"/>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C8C5EFC-83B1-4533-97BD-3E3EDF779AE7}"/>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F7FF2337-CEBC-4171-88D1-97CC1618235C}"/>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F80D0B4A-ADB1-4C84-A082-F813F262C50E}"/>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A49650E-E951-4D95-BE6A-A4666BC8DFD3}"/>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635E221-52CB-4CD1-98CD-5469DDB57D25}"/>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ABFFC928-A633-4870-BF13-3CCC6E6B1438}"/>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EA4AE22-1EFF-4DCB-A54D-20CB0CEE382B}"/>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2D1393EF-4200-4447-9F51-FDB827FC9368}"/>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CC9A9211-A90E-4630-94B0-07849CCA8D3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E40843B-A8B7-43FF-B58D-791BAA2AFF93}"/>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8453560-EF70-4B06-98F5-F5C81953C41F}"/>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C69F2747-A786-4434-BAE1-20355AC940A1}"/>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3769E60-B355-4C5E-9268-44AC471BE3F2}"/>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DE852337-A1D1-476B-BB8C-E5B5B7497451}"/>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8557FAC5-4510-4C49-8601-8AAE236A0C06}"/>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C82693F5-C88E-4E8D-83E8-8FA634A34F76}"/>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BE0D58E4-37BF-44D3-8833-ADB94C91999A}"/>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0BF3BFF2-4D93-423C-9255-A718ADB035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95611694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55c50a6e2f84ad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94A79B-A37D-48C8-9674-F09E56E757F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3066AFC-B4AD-42E3-8779-609A1691B74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EC099E02-1A1D-46F0-AEFD-D924D58FBF2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3140197-DE74-4DF6-832A-D401525ACE4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D345B0B3-F011-4B47-8B52-2B88F3E34E2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30CEB47-B68F-45C1-9D5B-98CE298AF2FA}"/>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57589461-AA05-4446-97A9-EF3270860611}"/>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EFD4A0C7-6F84-4444-B1D9-B014D7090237}"/>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C214CD8E-EEC1-465D-90E9-FFE1D13F92DB}"/>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C3EBC43-B5D9-497F-9F82-798896AE3A23}"/>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17155AF9-B4F0-4AEA-88DD-F866AE5C26F4}"/>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07D4B683-6A86-4A02-8536-0B1C80F83FB6}"/>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2F7BDB6-447E-4E2F-994C-3FADCBB126BF}"/>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14E0FA45-EE80-48DE-85EA-DFE2808E163A}"/>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3564D7AE-0BBA-46DC-A595-D6C47E8CD57E}"/>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5AA9B5A7-42CB-4FE8-8CFE-9D6E352821D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1895352594"/>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2cfc494adcf1468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FBB0730-C4EC-4D16-BC94-BB17A91B8AE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DBA65ABA-7B42-4ECE-91F8-77E582EE466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8393353-4CA4-435A-8E90-5211369B0C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C146897D-582E-42A4-B163-A310CBB7C5D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DAF42139-0A49-4340-9FC8-9F87E511A54F}"/>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A05B3D84-A590-40EF-BD43-0033167362FF}"/>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628786A5-3C61-433A-B779-572A1BE131C9}"/>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36CE5223-0F86-4446-8A61-9AD004F13ACE}"/>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2EF94618-47D3-4CB2-8E36-60E5E11EDF0C}"/>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F4CAD0E-90E9-4F16-B525-7D56D3DAA06C}"/>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611DA85-AF3F-4EF6-84AB-8C68EB64E75B}"/>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9EA674F-2345-4D97-B114-0B94D0DDC009}"/>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3896F540-AF56-4755-AC0A-B6743F07C4DB}"/>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9056917D-B87D-4817-A3BD-EB86086BD0A0}"/>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867C82E0-934D-4F51-8C28-909D21B61B31}"/>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32F2C515-0F45-4D7B-9118-3EC85D6753EA}"/>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F8BDC6A7-03E4-409C-AA7C-455E0FCC9F93}"/>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3179A4E6-62FE-4DAD-8A96-39E9B427452A}"/>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E36F88F-D1EC-4FD1-92CB-4037E10783E9}"/>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F5C707A-0053-4326-8860-6B2103F23E2E}"/>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C583CBBC-CAFA-4D25-924B-514DD405BB3C}"/>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07995218-4AB9-48DE-9B70-00371B10D865}"/>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86C0A831-410D-414B-956F-25B06743EED5}"/>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3A367CF-11BE-45F4-A0A9-0A7AC95A41B5}"/>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B68339F0-854B-4B5F-960D-4151BA048609}"/>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806A820E-1BC5-4FDE-854C-4C6A9E5D184E}"/>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945C330-B881-4425-AEC8-2E7AD6B6A3CC}"/>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EBF78821-D372-4DC4-8D4F-A3789DFA550E}"/>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96651B3F-BD38-4BBA-898B-CC9BE481F0EC}"/>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B95C8767-88D7-4BB8-962D-ED9CF90402C7}"/>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050EDB45-61A6-40FD-AC17-75F490C149D7}"/>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266ADB6C-34E6-4CE5-A57D-BD28DD48D13F}"/>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59B6496C-A7FB-4690-AC5D-88F8CFD12ACB}"/>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C93F954A-FD06-41F2-AFAC-FF01BB2B3C5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774737370"/>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72a0443f8cd472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56B6FB8-1401-44A6-8414-4309E58E4FD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B08D3E4-EFDB-4A4F-B53B-CE24FA9FECA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36D4025E-FE8A-4282-A980-DF26F097B49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B030553-CF3F-45C7-B2F0-4A7A9AEFF8C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18AFE81C-D83E-4000-80D5-3FF7745764B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8B907833-DCED-44E9-9001-3FA767658A1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14DA122C-CF71-4D6B-AB83-978B621F13F3}"/>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28F32C7B-7E02-418D-A3A3-0B0833E0BE6A}"/>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73000A79-9E83-4769-A25F-C83774154D23}"/>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1B5F5D12-8F80-427C-B16D-E6AC640EFEF4}"/>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E69BA0CA-AF0E-47DE-A62A-1BB210DB9E1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3D5A3A4-84DC-4CA9-8710-0BB11ACF2293}"/>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BF75AEA3-9966-474E-A7FE-5C642EE34A05}"/>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6803F956-8E80-4FAC-8701-4CFCB95BDD10}"/>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3D22F1B0-CCFC-4BA3-8BEA-8576A45F70F2}"/>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10B0CD21-BFDA-42E4-9105-B0FD859C32B8}"/>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6DF4ED87-8933-4CEC-A293-BCC139F68AD9}"/>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6CB8104E-3D60-4DF2-9AEF-90CCA3A7A597}"/>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63AF30E-BEC6-4453-875D-89537494AFDD}"/>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18E26E11-CC4C-4AFD-B5FB-8CC6FB6A356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192626914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44397b311d6403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487C2AE-22E3-4591-B92D-4EB4D7DCAAF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7BFD14-A96D-4DB3-9C3B-B9CE6AE27C0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E351028-B048-4E2B-BF04-3E75B27B6D4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E9D0B7F-742D-401D-860B-042F2DE721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6DD14442-BBB5-4914-8A38-6A854AE01E8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D113698-C230-40E4-8B2B-BFBA0ABE7CD7}"/>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AC739DF-390A-4972-BAC4-09A399FB15B4}"/>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E9F8604-3043-412D-BD43-5EFB04F82932}"/>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018CF3D4-6739-4CE8-9E88-6BBCD8BC565E}"/>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E0C32D87-C8FD-4DA6-BA5A-70D6664ABF76}"/>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3D59BF7D-A8E7-48CA-BAD0-86D45EEE202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94EFDB70-D3A7-48C8-8623-EB4CF11B852E}"/>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D8BB04BF-ABB1-4E2C-AFB3-07EC7D0C52CA}"/>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3EC27ABF-6F74-47B2-B086-44AAE9DE471C}"/>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3118B10-B9A6-4EDF-BC37-4F7765CCAF93}"/>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4F40A2E-8CC5-4367-B1D9-181BC9A93D4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D3783562-90C1-4216-943D-79F9635544E3}"/>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B40A982D-C2A3-4AD3-BC48-4992A5E78903}"/>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F3B813F-5E0A-4321-9D5C-7B4CD1212FAA}"/>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4B86083E-8C0C-449A-8BB5-1593DCB77F72}"/>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0DA260C2-0942-4F28-9ADC-93EE73758A40}"/>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4BB2D954-C032-4C09-A065-E84C08103EB0}"/>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20B3BA04-29EC-4F16-B323-1A3020738E7C}"/>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76202177-9E3D-4A44-BCB7-FF0AB4A72D7C}"/>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E7DECCE1-CDAD-4C28-9DF0-CBFFEC0B866D}"/>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5123C61B-AF28-4F57-BEA7-18F65312209B}"/>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FDFE0719-7311-4E17-89D5-0FE25FF31C48}"/>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CCCB6536-7E98-4E45-8AAF-4CE17E9A56CD}"/>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B53567DC-F148-4D78-970C-C82A72C082F4}"/>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FE03F225-98C2-4F1D-B004-74538478241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1101112"/>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ee49c6def884c3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B4885C5-3B2E-4933-8C16-4AD3DFF2FA9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B716241-E393-4BED-BAFE-C6DFE2C784D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F3AF89C1-1D39-4A19-98A9-A8DF528A2CA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A1A543F-0035-4B62-A26F-DAB6334802C9}"/>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13E9ABA6-B072-4359-95C3-A388AC3A80E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E97655-4275-45CF-A174-CD016C178E81}"/>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08EAF51F-1C0C-498E-89B6-46C09614D67E}"/>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E37BC214-9715-45D5-A902-BE98E22CC11A}"/>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60038968-40B4-4797-AE30-40E2084F6DDE}"/>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B8B21791-D103-4C93-9AF6-8B18BB030A8B}"/>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9BB34086-87BF-4EC3-A892-F9D140CFE950}"/>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A32F851-BE21-4831-BACF-72F6E5F673E2}"/>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7FD6F0A9-CD97-4D25-9DF7-8CD70C06F9A9}"/>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E87DC9F6-45FD-44C5-8E11-E9A779C3327C}"/>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C0DEB44E-89D8-4C49-83B3-9E1B948A13F6}"/>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CFE26DD6-6480-491A-83E9-3746C96DB52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1761388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2026-08-25T03:14:18.9300000Z</dcterms:created>
  <dcterms:modified xsi:type="dcterms:W3CDTF">2026-08-25T03:14:18.9300000Z</dcterms:modified>
</coreProperties>
</file>