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9b7d0ce557481c" /><Relationship Type="http://schemas.openxmlformats.org/officeDocument/2006/relationships/extended-properties" Target="/docProps/app.xml" Id="R0b03feaa38844243" /><Relationship Type="http://schemas.openxmlformats.org/officeDocument/2006/relationships/officeDocument" Target="/ppt/presentation.xml" Id="R36f6c964e45c4803" /></Relationships>
</file>

<file path=ppt/presentation.xml><?xml version="1.0" encoding="utf-8"?>
<p:presentation xmlns:p="http://schemas.openxmlformats.org/presentationml/2006/main">
  <p:sldMasterIdLst>
    <p:sldMasterId xmlns:r="http://schemas.openxmlformats.org/officeDocument/2006/relationships" id="2147483648" r:id="Rd076b2587a0c4723"/>
  </p:sldMasterIdLst>
  <p:notesMasterIdLst>
    <p:notesMasterId xmlns:r="http://schemas.openxmlformats.org/officeDocument/2006/relationships" r:id="R1e7e9677bef1452c"/>
  </p:notesMasterIdLst>
  <p:sldIdLst>
    <p:sldId xmlns:r="http://schemas.openxmlformats.org/officeDocument/2006/relationships" id="256" r:id="R9b55329c34d74c8f"/>
    <p:sldId xmlns:r="http://schemas.openxmlformats.org/officeDocument/2006/relationships" id="257" r:id="R1c52f13c709d4acf"/>
    <p:sldId xmlns:r="http://schemas.openxmlformats.org/officeDocument/2006/relationships" id="258" r:id="R9afea179b76048ae"/>
    <p:sldId xmlns:r="http://schemas.openxmlformats.org/officeDocument/2006/relationships" id="259" r:id="Ra51ec63f24bd4b4a"/>
    <p:sldId xmlns:r="http://schemas.openxmlformats.org/officeDocument/2006/relationships" id="260" r:id="Re2912e9de5ee4848"/>
    <p:sldId xmlns:r="http://schemas.openxmlformats.org/officeDocument/2006/relationships" id="261" r:id="R57586524c7324b8a"/>
    <p:sldId xmlns:r="http://schemas.openxmlformats.org/officeDocument/2006/relationships" id="262" r:id="Rc2a27ee292b14bf6"/>
    <p:sldId xmlns:r="http://schemas.openxmlformats.org/officeDocument/2006/relationships" id="263" r:id="Ra8dde2d6f0444162"/>
    <p:sldId xmlns:r="http://schemas.openxmlformats.org/officeDocument/2006/relationships" id="264" r:id="Re455828c3eaa4461"/>
    <p:sldId xmlns:r="http://schemas.openxmlformats.org/officeDocument/2006/relationships" id="265" r:id="R9fc3f02bfc554279"/>
    <p:sldId xmlns:r="http://schemas.openxmlformats.org/officeDocument/2006/relationships" id="266" r:id="R49af9fdc4f544bd3"/>
    <p:sldId xmlns:r="http://schemas.openxmlformats.org/officeDocument/2006/relationships" id="267" r:id="R664212cd03254e78"/>
    <p:sldId xmlns:r="http://schemas.openxmlformats.org/officeDocument/2006/relationships" id="268" r:id="R3bd69f8b537e413b"/>
    <p:sldId xmlns:r="http://schemas.openxmlformats.org/officeDocument/2006/relationships" id="269" r:id="Rcb61b36aa1f44e81"/>
    <p:sldId xmlns:r="http://schemas.openxmlformats.org/officeDocument/2006/relationships" id="270" r:id="R628c4cedb68641c9"/>
    <p:sldId xmlns:r="http://schemas.openxmlformats.org/officeDocument/2006/relationships" id="271" r:id="Rd0169c0978944229"/>
    <p:sldId xmlns:r="http://schemas.openxmlformats.org/officeDocument/2006/relationships" id="272" r:id="Rc0c6a56b2d7c4121"/>
    <p:sldId xmlns:r="http://schemas.openxmlformats.org/officeDocument/2006/relationships" id="273" r:id="R7d0418e9ec074147"/>
    <p:sldId xmlns:r="http://schemas.openxmlformats.org/officeDocument/2006/relationships" id="274" r:id="R07d63201f54e4750"/>
    <p:sldId xmlns:r="http://schemas.openxmlformats.org/officeDocument/2006/relationships" id="275" r:id="Ra7de0159cb1b488f"/>
    <p:sldId xmlns:r="http://schemas.openxmlformats.org/officeDocument/2006/relationships" id="276" r:id="Rbc80f4c18cfc4289"/>
    <p:sldId xmlns:r="http://schemas.openxmlformats.org/officeDocument/2006/relationships" id="277" r:id="R04c43e3e519d402f"/>
    <p:sldId xmlns:r="http://schemas.openxmlformats.org/officeDocument/2006/relationships" id="278" r:id="Re466d0ad26014603"/>
    <p:sldId xmlns:r="http://schemas.openxmlformats.org/officeDocument/2006/relationships" id="279" r:id="Re28e21bb26c94ab9"/>
    <p:sldId xmlns:r="http://schemas.openxmlformats.org/officeDocument/2006/relationships" id="280" r:id="Rb2130fbfd90742fe"/>
    <p:sldId xmlns:r="http://schemas.openxmlformats.org/officeDocument/2006/relationships" id="281" r:id="R733cbc336bd14fba"/>
    <p:sldId xmlns:r="http://schemas.openxmlformats.org/officeDocument/2006/relationships" id="282" r:id="R9b7dc386776947a4"/>
    <p:sldId xmlns:r="http://schemas.openxmlformats.org/officeDocument/2006/relationships" id="283" r:id="R36aa37ba49cd4502"/>
    <p:sldId xmlns:r="http://schemas.openxmlformats.org/officeDocument/2006/relationships" id="284" r:id="R0f3d855a85484676"/>
    <p:sldId xmlns:r="http://schemas.openxmlformats.org/officeDocument/2006/relationships" id="285" r:id="R21c952a8bd624d0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609751d69945fd" /><Relationship Type="http://schemas.openxmlformats.org/officeDocument/2006/relationships/slideMaster" Target="/ppt/slideMasters/slideMaster1.xml" Id="Rd076b2587a0c4723" /><Relationship Type="http://schemas.openxmlformats.org/officeDocument/2006/relationships/notesMaster" Target="/ppt/notesMasters/notesMaster1.xml" Id="R1e7e9677bef1452c" /><Relationship Type="http://schemas.openxmlformats.org/officeDocument/2006/relationships/presProps" Target="/ppt/presProps.xml" Id="Rf05aa4d55b794742" /><Relationship Type="http://schemas.openxmlformats.org/officeDocument/2006/relationships/tableStyles" Target="/ppt/tableStyles.xml" Id="Rec48e39d39154334" /><Relationship Type="http://schemas.openxmlformats.org/officeDocument/2006/relationships/slide" Target="/ppt/slides/slide1.xml" Id="R9b55329c34d74c8f" /><Relationship Type="http://schemas.openxmlformats.org/officeDocument/2006/relationships/slide" Target="/ppt/slides/slide2.xml" Id="R1c52f13c709d4acf" /><Relationship Type="http://schemas.openxmlformats.org/officeDocument/2006/relationships/slide" Target="/ppt/slides/slide3.xml" Id="R9afea179b76048ae" /><Relationship Type="http://schemas.openxmlformats.org/officeDocument/2006/relationships/slide" Target="/ppt/slides/slide4.xml" Id="Ra51ec63f24bd4b4a" /><Relationship Type="http://schemas.openxmlformats.org/officeDocument/2006/relationships/slide" Target="/ppt/slides/slide5.xml" Id="Re2912e9de5ee4848" /><Relationship Type="http://schemas.openxmlformats.org/officeDocument/2006/relationships/slide" Target="/ppt/slides/slide6.xml" Id="R57586524c7324b8a" /><Relationship Type="http://schemas.openxmlformats.org/officeDocument/2006/relationships/slide" Target="/ppt/slides/slide7.xml" Id="Rc2a27ee292b14bf6" /><Relationship Type="http://schemas.openxmlformats.org/officeDocument/2006/relationships/slide" Target="/ppt/slides/slide8.xml" Id="Ra8dde2d6f0444162" /><Relationship Type="http://schemas.openxmlformats.org/officeDocument/2006/relationships/slide" Target="/ppt/slides/slide9.xml" Id="Re455828c3eaa4461" /><Relationship Type="http://schemas.openxmlformats.org/officeDocument/2006/relationships/slide" Target="/ppt/slides/slide10.xml" Id="R9fc3f02bfc554279" /><Relationship Type="http://schemas.openxmlformats.org/officeDocument/2006/relationships/slide" Target="/ppt/slides/slide11.xml" Id="R49af9fdc4f544bd3" /><Relationship Type="http://schemas.openxmlformats.org/officeDocument/2006/relationships/slide" Target="/ppt/slides/slide12.xml" Id="R664212cd03254e78" /><Relationship Type="http://schemas.openxmlformats.org/officeDocument/2006/relationships/slide" Target="/ppt/slides/slide13.xml" Id="R3bd69f8b537e413b" /><Relationship Type="http://schemas.openxmlformats.org/officeDocument/2006/relationships/slide" Target="/ppt/slides/slide14.xml" Id="Rcb61b36aa1f44e81" /><Relationship Type="http://schemas.openxmlformats.org/officeDocument/2006/relationships/slide" Target="/ppt/slides/slide15.xml" Id="R628c4cedb68641c9" /><Relationship Type="http://schemas.openxmlformats.org/officeDocument/2006/relationships/slide" Target="/ppt/slides/slide16.xml" Id="Rd0169c0978944229" /><Relationship Type="http://schemas.openxmlformats.org/officeDocument/2006/relationships/slide" Target="/ppt/slides/slide17.xml" Id="Rc0c6a56b2d7c4121" /><Relationship Type="http://schemas.openxmlformats.org/officeDocument/2006/relationships/slide" Target="/ppt/slides/slide18.xml" Id="R7d0418e9ec074147" /><Relationship Type="http://schemas.openxmlformats.org/officeDocument/2006/relationships/slide" Target="/ppt/slides/slide19.xml" Id="R07d63201f54e4750" /><Relationship Type="http://schemas.openxmlformats.org/officeDocument/2006/relationships/slide" Target="/ppt/slides/slide20.xml" Id="Ra7de0159cb1b488f" /><Relationship Type="http://schemas.openxmlformats.org/officeDocument/2006/relationships/slide" Target="/ppt/slides/slide21.xml" Id="Rbc80f4c18cfc4289" /><Relationship Type="http://schemas.openxmlformats.org/officeDocument/2006/relationships/slide" Target="/ppt/slides/slide22.xml" Id="R04c43e3e519d402f" /><Relationship Type="http://schemas.openxmlformats.org/officeDocument/2006/relationships/slide" Target="/ppt/slides/slide23.xml" Id="Re466d0ad26014603" /><Relationship Type="http://schemas.openxmlformats.org/officeDocument/2006/relationships/slide" Target="/ppt/slides/slide24.xml" Id="Re28e21bb26c94ab9" /><Relationship Type="http://schemas.openxmlformats.org/officeDocument/2006/relationships/slide" Target="/ppt/slides/slide25.xml" Id="Rb2130fbfd90742fe" /><Relationship Type="http://schemas.openxmlformats.org/officeDocument/2006/relationships/slide" Target="/ppt/slides/slide26.xml" Id="R733cbc336bd14fba" /><Relationship Type="http://schemas.openxmlformats.org/officeDocument/2006/relationships/slide" Target="/ppt/slides/slide27.xml" Id="R9b7dc386776947a4" /><Relationship Type="http://schemas.openxmlformats.org/officeDocument/2006/relationships/slide" Target="/ppt/slides/slide28.xml" Id="R36aa37ba49cd4502" /><Relationship Type="http://schemas.openxmlformats.org/officeDocument/2006/relationships/slide" Target="/ppt/slides/slide29.xml" Id="R0f3d855a85484676" /><Relationship Type="http://schemas.openxmlformats.org/officeDocument/2006/relationships/slide" Target="/ppt/slides/slide30.xml" Id="R21c952a8bd624d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849854d6f943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20e22016064d05" /><Relationship Type="http://schemas.openxmlformats.org/officeDocument/2006/relationships/notesMaster" Target="/ppt/notesMasters/notesMaster1.xml" Id="R1b21e620505f42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c3f1c77ecf46d7" /><Relationship Type="http://schemas.openxmlformats.org/officeDocument/2006/relationships/notesMaster" Target="/ppt/notesMasters/notesMaster1.xml" Id="R16575932637e4a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45184e00494a21" /><Relationship Type="http://schemas.openxmlformats.org/officeDocument/2006/relationships/notesMaster" Target="/ppt/notesMasters/notesMaster1.xml" Id="R5297be98052247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35d043ea364948" /><Relationship Type="http://schemas.openxmlformats.org/officeDocument/2006/relationships/notesMaster" Target="/ppt/notesMasters/notesMaster1.xml" Id="R025039b08f4c46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49486b462d4272" /><Relationship Type="http://schemas.openxmlformats.org/officeDocument/2006/relationships/notesMaster" Target="/ppt/notesMasters/notesMaster1.xml" Id="Rcbd57947c4834f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55dbf19b764af4" /><Relationship Type="http://schemas.openxmlformats.org/officeDocument/2006/relationships/notesMaster" Target="/ppt/notesMasters/notesMaster1.xml" Id="Rca78a530cab5434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66c6020ddc49e7" /><Relationship Type="http://schemas.openxmlformats.org/officeDocument/2006/relationships/notesMaster" Target="/ppt/notesMasters/notesMaster1.xml" Id="R6f8c9d53d2ab4c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9760352bf58d4d66" /><Relationship Type="http://schemas.openxmlformats.org/officeDocument/2006/relationships/notesMaster" Target="/ppt/notesMasters/notesMaster1.xml" Id="R07101d9bba2942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5a6e9189cf49e7" /><Relationship Type="http://schemas.openxmlformats.org/officeDocument/2006/relationships/notesMaster" Target="/ppt/notesMasters/notesMaster1.xml" Id="R354948c7966d44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acde3756504a5e" /><Relationship Type="http://schemas.openxmlformats.org/officeDocument/2006/relationships/notesMaster" Target="/ppt/notesMasters/notesMaster1.xml" Id="Rcba9ccffa4f14a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5e455aac7e4531" /><Relationship Type="http://schemas.openxmlformats.org/officeDocument/2006/relationships/notesMaster" Target="/ppt/notesMasters/notesMaster1.xml" Id="R8d4a0f32bb4c4e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c02132be5f4367" /><Relationship Type="http://schemas.openxmlformats.org/officeDocument/2006/relationships/notesMaster" Target="/ppt/notesMasters/notesMaster1.xml" Id="R6031346d3b684b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9df2315b37497f" /><Relationship Type="http://schemas.openxmlformats.org/officeDocument/2006/relationships/notesMaster" Target="/ppt/notesMasters/notesMaster1.xml" Id="R99c495cd4f5f43e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afe5a0116e4cf3" /><Relationship Type="http://schemas.openxmlformats.org/officeDocument/2006/relationships/notesMaster" Target="/ppt/notesMasters/notesMaster1.xml" Id="R18428a2e56c8471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6d827cc21a4618" /><Relationship Type="http://schemas.openxmlformats.org/officeDocument/2006/relationships/notesMaster" Target="/ppt/notesMasters/notesMaster1.xml" Id="Rceb8d2d406ec4c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073db0146c4552" /><Relationship Type="http://schemas.openxmlformats.org/officeDocument/2006/relationships/notesMaster" Target="/ppt/notesMasters/notesMaster1.xml" Id="Ra751b3f8ce0f4b9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4c44133c534b4e" /><Relationship Type="http://schemas.openxmlformats.org/officeDocument/2006/relationships/notesMaster" Target="/ppt/notesMasters/notesMaster1.xml" Id="R0a888133f1554e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55a794e44df4367" /><Relationship Type="http://schemas.openxmlformats.org/officeDocument/2006/relationships/notesMaster" Target="/ppt/notesMasters/notesMaster1.xml" Id="R70e92f2e8a0046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ab71fabce14207" /><Relationship Type="http://schemas.openxmlformats.org/officeDocument/2006/relationships/notesMaster" Target="/ppt/notesMasters/notesMaster1.xml" Id="R428cbbf98f674d6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66b5509bf4f4992" /><Relationship Type="http://schemas.openxmlformats.org/officeDocument/2006/relationships/notesMaster" Target="/ppt/notesMasters/notesMaster1.xml" Id="Rb3413835f93e48c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e02d50e2e845ca" /><Relationship Type="http://schemas.openxmlformats.org/officeDocument/2006/relationships/notesMaster" Target="/ppt/notesMasters/notesMaster1.xml" Id="R5456f7110c6f480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166c3e46bd4412d" /><Relationship Type="http://schemas.openxmlformats.org/officeDocument/2006/relationships/notesMaster" Target="/ppt/notesMasters/notesMaster1.xml" Id="Rb1acf332e1ef44c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29201e4a0304462" /><Relationship Type="http://schemas.openxmlformats.org/officeDocument/2006/relationships/notesMaster" Target="/ppt/notesMasters/notesMaster1.xml" Id="R6100827a4ed9489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56c0997b9e04dfd" /><Relationship Type="http://schemas.openxmlformats.org/officeDocument/2006/relationships/notesMaster" Target="/ppt/notesMasters/notesMaster1.xml" Id="R4452ab58e5c4470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eb656b484ed4ed5" /><Relationship Type="http://schemas.openxmlformats.org/officeDocument/2006/relationships/notesMaster" Target="/ppt/notesMasters/notesMaster1.xml" Id="R69dcd08e712949c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6ecd0c8c50a4b33" /><Relationship Type="http://schemas.openxmlformats.org/officeDocument/2006/relationships/notesMaster" Target="/ppt/notesMasters/notesMaster1.xml" Id="Rb05c3fefc78742e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4a72fa635944127" /><Relationship Type="http://schemas.openxmlformats.org/officeDocument/2006/relationships/notesMaster" Target="/ppt/notesMasters/notesMaster1.xml" Id="R02f8711346e54ea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f6e3893225d40cf" /><Relationship Type="http://schemas.openxmlformats.org/officeDocument/2006/relationships/notesMaster" Target="/ppt/notesMasters/notesMaster1.xml" Id="Rdf0f6bda35d54f1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fc523bea6384518" /><Relationship Type="http://schemas.openxmlformats.org/officeDocument/2006/relationships/notesMaster" Target="/ppt/notesMasters/notesMaster1.xml" Id="R7937384c71e74e9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1336deddc294970" /><Relationship Type="http://schemas.openxmlformats.org/officeDocument/2006/relationships/notesMaster" Target="/ppt/notesMasters/notesMaster1.xml" Id="R781b4c0aad8c41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ASBL’s hundreds of hours of historical sales calls are a differentiated learning asset only when they are used with appropriate consent, retention, access controls and legal review. They can reveal real objections, silence patterns, accents, turn-taking and qualification signals that generic benchmarks miss. The opportunity is not to declare multilingual voice solved: Telugu, Hindi, English and code-mixed calls still need their own ASR, TTS, factuality, turn-taking and trust evaluations before deployment.</a:t>
            </a:r>
          </a:p>
          <a:p xmlns:a="http://schemas.openxmlformats.org/drawingml/2006/main">
            <a:r>
              <a:t/>
            </a:r>
          </a:p>
          <a:p xmlns:a="http://schemas.openxmlformats.org/drawingml/2006/main">
            <a:r>
              <a:t>SOURCES</a:t>
            </a:r>
          </a:p>
          <a:p xmlns:a="http://schemas.openxmlformats.org/drawingml/2006/main">
            <a:r>
              <a:t>- ASBL call-recording asset ·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7f4b41f84f4f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cf97761cc3d4055" /><Relationship Type="http://schemas.openxmlformats.org/officeDocument/2006/relationships/slideLayout" Target="/ppt/slideLayouts/slideLayout1.xml" Id="R52ea9b80e39540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ea9b80e39540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fcab0d87f1455b" /><Relationship Type="http://schemas.openxmlformats.org/officeDocument/2006/relationships/image" Target="/ppt/media/image.jpeg" Id="R1062a8a1b7b943b8" /><Relationship Type="http://schemas.openxmlformats.org/officeDocument/2006/relationships/notesSlide" Target="/ppt/notesSlides/notesSlide1.xml" Id="R0046821ecdf54b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0aa96ee1a0f47b5" /><Relationship Type="http://schemas.openxmlformats.org/officeDocument/2006/relationships/image" Target="/ppt/media/image2.jpeg" Id="Ra51a259d068042d6" /><Relationship Type="http://schemas.openxmlformats.org/officeDocument/2006/relationships/notesSlide" Target="/ppt/notesSlides/notesSlide2.xml" Id="R772aff36342949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fd513b584f348b7" /><Relationship Type="http://schemas.openxmlformats.org/officeDocument/2006/relationships/image" Target="/ppt/media/image3.jpeg" Id="R4dcd363db1194ea0" /><Relationship Type="http://schemas.openxmlformats.org/officeDocument/2006/relationships/notesSlide" Target="/ppt/notesSlides/notesSlide3.xml" Id="R4d30773043c74b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fa039682b04b71" /><Relationship Type="http://schemas.openxmlformats.org/officeDocument/2006/relationships/image" Target="/ppt/media/image4.jpeg" Id="R28468df44a2949cb" /><Relationship Type="http://schemas.openxmlformats.org/officeDocument/2006/relationships/notesSlide" Target="/ppt/notesSlides/notesSlide4.xml" Id="Rfe31c024beb940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52302ea120e4c19" /><Relationship Type="http://schemas.openxmlformats.org/officeDocument/2006/relationships/image" Target="/ppt/media/image5.jpeg" Id="R82395210308c43b8" /><Relationship Type="http://schemas.openxmlformats.org/officeDocument/2006/relationships/notesSlide" Target="/ppt/notesSlides/notesSlide5.xml" Id="Rbf67c567554440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3ec4bc3e3a74482" /><Relationship Type="http://schemas.openxmlformats.org/officeDocument/2006/relationships/image" Target="/ppt/media/image6.jpeg" Id="Ra9cb5a88bb544d02" /><Relationship Type="http://schemas.openxmlformats.org/officeDocument/2006/relationships/notesSlide" Target="/ppt/notesSlides/notesSlide6.xml" Id="R355ed4cf909c4a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0ba3852bc142b6" /><Relationship Type="http://schemas.openxmlformats.org/officeDocument/2006/relationships/image" Target="/ppt/media/image7.jpeg" Id="R7470a554c940451c" /><Relationship Type="http://schemas.openxmlformats.org/officeDocument/2006/relationships/notesSlide" Target="/ppt/notesSlides/notesSlide7.xml" Id="Rcae5911dca0e4a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5ca07e0d204ed5" /><Relationship Type="http://schemas.openxmlformats.org/officeDocument/2006/relationships/image" Target="/ppt/media/image8.jpeg" Id="R51d7ac200d1444a0" /><Relationship Type="http://schemas.openxmlformats.org/officeDocument/2006/relationships/notesSlide" Target="/ppt/notesSlides/notesSlide8.xml" Id="Rfb21e3384eea4f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4c4f2bb2bf34920" /><Relationship Type="http://schemas.openxmlformats.org/officeDocument/2006/relationships/image" Target="/ppt/media/image9.jpeg" Id="Rc1f417e48cfe4d30" /><Relationship Type="http://schemas.openxmlformats.org/officeDocument/2006/relationships/notesSlide" Target="/ppt/notesSlides/notesSlide9.xml" Id="R679a62a381194c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cc1bd2bcdda4805" /><Relationship Type="http://schemas.openxmlformats.org/officeDocument/2006/relationships/image" Target="/ppt/media/image10.jpeg" Id="Rc2489cc3dcd54857" /><Relationship Type="http://schemas.openxmlformats.org/officeDocument/2006/relationships/notesSlide" Target="/ppt/notesSlides/notesSlide10.xml" Id="R1f0bc46ee3824d9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2eb867ec05b4eab" /><Relationship Type="http://schemas.openxmlformats.org/officeDocument/2006/relationships/image" Target="/ppt/media/image11.jpeg" Id="R8051fed6cea54560" /><Relationship Type="http://schemas.openxmlformats.org/officeDocument/2006/relationships/notesSlide" Target="/ppt/notesSlides/notesSlide11.xml" Id="R0ee99257660d4d2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93a2e46895348d1" /><Relationship Type="http://schemas.openxmlformats.org/officeDocument/2006/relationships/image" Target="/ppt/media/image12.jpeg" Id="Rb173e90342484491" /><Relationship Type="http://schemas.openxmlformats.org/officeDocument/2006/relationships/notesSlide" Target="/ppt/notesSlides/notesSlide12.xml" Id="Rc09f3c90334a44d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0634ca83dd4ae9" /><Relationship Type="http://schemas.openxmlformats.org/officeDocument/2006/relationships/image" Target="/ppt/media/image13.jpeg" Id="Ra74e9d35e63d4b55" /><Relationship Type="http://schemas.openxmlformats.org/officeDocument/2006/relationships/notesSlide" Target="/ppt/notesSlides/notesSlide13.xml" Id="R7ee002d86faf4c3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76810d9fb4c452d" /><Relationship Type="http://schemas.openxmlformats.org/officeDocument/2006/relationships/image" Target="/ppt/media/image14.jpeg" Id="Rf8cb4bec127d4806" /><Relationship Type="http://schemas.openxmlformats.org/officeDocument/2006/relationships/notesSlide" Target="/ppt/notesSlides/notesSlide14.xml" Id="Ree266d9810384de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0436bde9e094991" /><Relationship Type="http://schemas.openxmlformats.org/officeDocument/2006/relationships/image" Target="/ppt/media/image15.jpeg" Id="R70739546fe734a6f" /><Relationship Type="http://schemas.openxmlformats.org/officeDocument/2006/relationships/notesSlide" Target="/ppt/notesSlides/notesSlide15.xml" Id="R81c0ae486e0740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eb6557eb4164df0" /><Relationship Type="http://schemas.openxmlformats.org/officeDocument/2006/relationships/image" Target="/ppt/media/image16.jpeg" Id="R6e01b7b797164644" /><Relationship Type="http://schemas.openxmlformats.org/officeDocument/2006/relationships/notesSlide" Target="/ppt/notesSlides/notesSlide16.xml" Id="Rf1f7cf801fbf404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3665622cdd24e10" /><Relationship Type="http://schemas.openxmlformats.org/officeDocument/2006/relationships/image" Target="/ppt/media/image17.jpeg" Id="R945412b7a2394547" /><Relationship Type="http://schemas.openxmlformats.org/officeDocument/2006/relationships/notesSlide" Target="/ppt/notesSlides/notesSlide17.xml" Id="R6b405ec6640c4d9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1154828ff554160" /><Relationship Type="http://schemas.openxmlformats.org/officeDocument/2006/relationships/image" Target="/ppt/media/image18.jpeg" Id="R00047a5407034637" /><Relationship Type="http://schemas.openxmlformats.org/officeDocument/2006/relationships/notesSlide" Target="/ppt/notesSlides/notesSlide18.xml" Id="R93ec04d2e94345d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6ad134c3de047ae" /><Relationship Type="http://schemas.openxmlformats.org/officeDocument/2006/relationships/image" Target="/ppt/media/image19.jpeg" Id="R5c53be13e0a0461e" /><Relationship Type="http://schemas.openxmlformats.org/officeDocument/2006/relationships/notesSlide" Target="/ppt/notesSlides/notesSlide19.xml" Id="R86f7aba7f0a144f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a47fbd527be4ca9" /><Relationship Type="http://schemas.openxmlformats.org/officeDocument/2006/relationships/image" Target="/ppt/media/image20.jpeg" Id="R2634b869befe463d" /><Relationship Type="http://schemas.openxmlformats.org/officeDocument/2006/relationships/notesSlide" Target="/ppt/notesSlides/notesSlide20.xml" Id="R014df441efe64d7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6a5c672938d40df" /><Relationship Type="http://schemas.openxmlformats.org/officeDocument/2006/relationships/image" Target="/ppt/media/image21.jpeg" Id="R8d12645c15f04bcf" /><Relationship Type="http://schemas.openxmlformats.org/officeDocument/2006/relationships/notesSlide" Target="/ppt/notesSlides/notesSlide21.xml" Id="Rea467ee8cd294ee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40cc17a9c584668" /><Relationship Type="http://schemas.openxmlformats.org/officeDocument/2006/relationships/image" Target="/ppt/media/image22.jpeg" Id="R3f12eebbee734821" /><Relationship Type="http://schemas.openxmlformats.org/officeDocument/2006/relationships/notesSlide" Target="/ppt/notesSlides/notesSlide22.xml" Id="R102ce5d687aa46a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82d35aeecda4081" /><Relationship Type="http://schemas.openxmlformats.org/officeDocument/2006/relationships/image" Target="/ppt/media/image23.jpeg" Id="R390c34dd42214046" /><Relationship Type="http://schemas.openxmlformats.org/officeDocument/2006/relationships/notesSlide" Target="/ppt/notesSlides/notesSlide23.xml" Id="Ref82ccf4512c4fe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eba39e883eb4d59" /><Relationship Type="http://schemas.openxmlformats.org/officeDocument/2006/relationships/image" Target="/ppt/media/image24.jpeg" Id="Rd36f26147a36435f" /><Relationship Type="http://schemas.openxmlformats.org/officeDocument/2006/relationships/notesSlide" Target="/ppt/notesSlides/notesSlide24.xml" Id="R68dadc70bbdf4ee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6b3e129fa1c45db" /><Relationship Type="http://schemas.openxmlformats.org/officeDocument/2006/relationships/image" Target="/ppt/media/image25.jpeg" Id="R285bef4d576c436e" /><Relationship Type="http://schemas.openxmlformats.org/officeDocument/2006/relationships/notesSlide" Target="/ppt/notesSlides/notesSlide25.xml" Id="Rb8a7d93c85b0403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0240f8258894864" /><Relationship Type="http://schemas.openxmlformats.org/officeDocument/2006/relationships/image" Target="/ppt/media/image26.jpeg" Id="R5f1e8da1cb364b0d" /><Relationship Type="http://schemas.openxmlformats.org/officeDocument/2006/relationships/notesSlide" Target="/ppt/notesSlides/notesSlide26.xml" Id="R885b0205d0804f7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f8f173762c94e5a" /><Relationship Type="http://schemas.openxmlformats.org/officeDocument/2006/relationships/image" Target="/ppt/media/image27.jpeg" Id="R04d61e88f8a24e69" /><Relationship Type="http://schemas.openxmlformats.org/officeDocument/2006/relationships/notesSlide" Target="/ppt/notesSlides/notesSlide27.xml" Id="R86b3c8ea0d5a4ba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8a8b6ff4bfb49ed" /><Relationship Type="http://schemas.openxmlformats.org/officeDocument/2006/relationships/image" Target="/ppt/media/image28.jpeg" Id="Rb6a4d59c8c504814" /><Relationship Type="http://schemas.openxmlformats.org/officeDocument/2006/relationships/notesSlide" Target="/ppt/notesSlides/notesSlide28.xml" Id="R201aec70ac364da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6b6c50fdd3b4eef" /><Relationship Type="http://schemas.openxmlformats.org/officeDocument/2006/relationships/image" Target="/ppt/media/image29.jpeg" Id="R11c7eac237ff4aee" /><Relationship Type="http://schemas.openxmlformats.org/officeDocument/2006/relationships/notesSlide" Target="/ppt/notesSlides/notesSlide29.xml" Id="Rb7210a905ec9412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d6a7c85b5254d93" /><Relationship Type="http://schemas.openxmlformats.org/officeDocument/2006/relationships/image" Target="/ppt/media/image30.jpeg" Id="R70c0c254276a4926" /><Relationship Type="http://schemas.openxmlformats.org/officeDocument/2006/relationships/notesSlide" Target="/ppt/notesSlides/notesSlide30.xml" Id="R70a1f19a20d5474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062a8a1b7b943b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B11863-D45F-4B52-9A42-52378FF4111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643C5F18-FB58-45F3-8984-55690845FC3B}"/>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6C08326-4A04-4969-8BE1-0753287CA675}"/>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03195BC-8444-4EDA-8EBA-A60115E4F4E7}"/>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AC3AB2F4-9E40-4992-8FA0-BACFB5E7B579}"/>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BD31948F-36BB-4CBD-AFE1-18B7576783A4}"/>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3C77A054-6016-4538-A36E-510995F6E12C}"/>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4B1D3C0F-69F9-4874-8B85-25DBB14583D3}"/>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48E25B73-6935-43FA-9FFD-99BA17AFB515}"/>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4BA403BD-F314-43B2-B6AE-16F28E8AEACE}"/>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CDEE8D47-B6C3-4F1B-B5D5-8F7BBC66D522}"/>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E39C5147-A091-4D7B-B00A-DFE1C76766B3}"/>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ECA41D6-8CBC-4845-BD35-DC0157CFF326}"/>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41C4609D-9B7D-4D4E-B18E-55DB98FEB3EE}"/>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2D58DCF-1A05-421D-BAF6-972A5294F928}"/>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CD9A25E7-2F10-446C-853B-D454019EDCE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627213C7-5D91-4A73-B858-2DCA7907F7E7}"/>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5A18C0BE-6C83-4C44-BA38-F65461C82409}"/>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68978E53-3F2A-4B2A-BFF6-007F78FB54B1}"/>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9E822740-FD0C-4A02-804F-96D9D1E469DC}"/>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76716DA4-DDAA-4473-8F9C-58B275B9DA97}"/>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366E8CC-00F9-4025-9331-AF2D44131F99}"/>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C101F13B-9C9A-4934-93DF-D57E6B12341B}"/>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7FA4AB2D-3C51-4FA0-BDEB-9FFDEFD16A37}"/>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5474E00-9635-4D4C-B9AD-51EBEEB8EA76}"/>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0DD091D0-1F14-4712-8DB5-A794E40C7C9C}"/>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595672DA-AAD5-490A-B9EF-7C848CB2E843}"/>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432D6A9-EBE0-4C5B-BB24-B6EC0D6F45F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074674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a51a259d068042d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D389B75-7D91-4197-91F5-F7D2C8EF718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3E46102-FD3B-49E7-A7FD-AE3A1DEF10F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F9BCFCB2-EA0E-4F81-9D82-E186A8C9338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1FCFAA-4D54-454B-8F01-C73673B3261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443177EE-7C20-412A-9C7B-7AC8492D6C9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4B6829F-D630-47BC-806A-A71FEAAB710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B053047A-7715-420E-B0E5-F4C5DC184CC9}"/>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C93A7F54-87B1-445B-98A3-941248F3D9A6}"/>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8B992FAA-3A4E-474D-977D-D95CDB65847F}"/>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AF8361BD-C546-48DD-9513-0B343AF9B082}"/>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C0C7D9C6-1328-48DC-B884-493E56D6336B}"/>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446C77F9-660B-4DEB-81BF-98622CE7DF70}"/>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4819E6E7-D28E-4014-BE8F-4CC4D9955B8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36F876D8-8222-4F66-9052-63402FB15986}"/>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5CE81DD0-42A2-4AC8-A20A-79959AF4A66C}"/>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8D711FEA-88B5-4493-86CD-01F2E70D0AC4}"/>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6AFA13A5-AC6A-4DA0-917F-248EA51F8309}"/>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DE78FBFA-71CD-4E54-B046-1B824C542157}"/>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76E3D1BD-D275-42D6-BA51-7F739F19E6E1}"/>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CD6887C3-D466-42F2-9C41-871D2CFAF552}"/>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DA306B43-8499-4FFB-AB8D-5689318EA6ED}"/>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E8A9ABF9-605C-4D93-A443-D24736283CA2}"/>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AA06237F-E754-4A83-9FF4-2F2971624012}"/>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55F04F61-DA15-4E55-972B-AB436228422B}"/>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F978A501-8669-4AEE-9BEF-638E7EC66CC9}"/>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AA2516DB-7058-48A3-94C9-7B3C2BAE639F}"/>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C681DD2-CD8C-4A02-9DB5-432C42CBBB22}"/>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EA4533D7-53CD-44AE-83DD-02FAE19F3292}"/>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97B44E8B-49EF-4080-AAA4-8141B1B02ECE}"/>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0997E628-DD4E-4288-937C-BC2BA0A961B2}"/>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4FE16FC0-E155-4F89-A227-21D79FBBC603}"/>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98019374-73D9-4EB4-A10A-B153C8A1EF01}"/>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C25C716E-A80F-43BF-A7C2-B5CAA73A221C}"/>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313E154B-A7BE-499D-B340-79C5F529916A}"/>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9DE694B9-BB2E-465C-8C09-168AC5B1159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9118420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dcd363db1194ea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9C57F7E-57F6-4BB0-9353-D7E9A6829BE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19A4C91-286A-42C8-9479-DB8982E4C69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CDF9149A-4832-4A66-AF12-DCA168D809B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16FFD32-60C0-4976-B63C-147EE6A6DAB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AB5A2E52-15C3-4124-AB7B-C095654F094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C8E70E2-2EBC-4694-A6D7-C72DAE77603E}"/>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BB3BF3CE-1987-454C-BC4C-B45BA7EB45BB}"/>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F0FDB843-BF90-4183-B267-8DCD5EBAF6F5}"/>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9A58CC32-D480-416E-97C3-F94C631D4F03}"/>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4DCCE251-F201-41AE-8486-7696584D8C29}"/>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43266F42-94EE-437E-80B4-63D67340E2C7}"/>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2CA6CA39-4B66-49B2-924E-93733330E81F}"/>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7A47EF35-97BB-4121-8632-25C02CDC4D89}"/>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58BCE603-7977-452B-9CB4-A8E03FAA334F}"/>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18A97EC4-8265-45BF-965D-AC0A0F044333}"/>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0580A5ED-F00F-4810-89E1-2DA32B8FCEDB}"/>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9B594ACE-87ED-4340-B78C-E417CE5BC391}"/>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63A7F1F1-FBAF-43D8-8275-CEB144E5D103}"/>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23A0A7AA-A2B9-47B5-B4AF-496D0765B285}"/>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3F0B6BCF-DF29-4B62-9776-E4BFBEA1BA8F}"/>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242B0196-943F-4DE5-BF5E-12FB72513662}"/>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FAB5FF00-67A3-4F17-B717-46337A64D641}"/>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D355E6A7-8730-4BA7-8B2E-4E6C0BC428EC}"/>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3A97C392-C2CA-41D5-B974-642D538CFF1B}"/>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C42F0D4C-91CB-436E-A7B9-024E37A07ECC}"/>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702C93CF-7C44-4D15-A5E6-0404A02488AD}"/>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DB19F222-7715-455A-9D21-3DC8DB717D60}"/>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DE538CB2-5E70-431B-8DB1-4488F0B9840C}"/>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D125A18E-6CBB-4D28-A30D-6E3BCAE083E4}"/>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95C4F981-01CD-4DCD-BC54-B3A39AF0060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02054159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8468df44a2949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89F6F4F-B85F-467E-9F95-45499774523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2626607-3199-4D96-A5CE-1F3A2221BE5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0EC4767B-EA89-49D9-A9C1-8B93859CF4D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4E4265B-D873-41C4-BA5D-B302CF15904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9B886042-C676-48DD-BFF7-6988DB0F010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D729117-4BB3-45E4-9205-1FB5A39BD0AC}"/>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C9E107FF-F19A-4A34-B632-4DAADFA8DF86}"/>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4F277618-007F-40CF-8530-C763322A44A2}"/>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B9B08FD-DDEE-42C5-8AE9-A4956837C606}"/>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3F054279-29FC-468A-9A05-E69AF62CC2C9}"/>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6B1BE31-A0F7-4AB4-9F6F-286C8181B87D}"/>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6595D9FD-8167-4F14-B231-97136EC7823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62877DAC-C120-4FF3-8684-191E0EA76CAB}"/>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009B78E1-9FFF-4A35-A6B9-1CFEC13EC904}"/>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46A511A4-7A7F-4C72-95ED-68D081AE0B62}"/>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FF2651AD-B63C-4382-967C-DB6B9E27C0F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C4AC5656-41E1-401C-AA9D-5F2683C82355}"/>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01144ECF-DAC6-4DE6-8E19-C39C0CE3D475}"/>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7B7BF99C-D42F-4A2A-A8BF-BA0630BA84B1}"/>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89554D42-FE84-48F7-BDFC-58281604C726}"/>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E96387AB-522E-453D-A807-F45E0648BE2B}"/>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716E3C6A-AA8D-4E01-A5FD-74C4B5CE1FD2}"/>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50E81DD1-EBE8-4FBA-AC71-75AE58BD9575}"/>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FB8B7386-3D39-4075-86F1-F816037CE01C}"/>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49436BF4-DEFE-40A1-A601-1E083CBFA70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14833896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82395210308c43b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621171-242B-4DCA-9EEC-72B82C2519D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A94F240-3DEF-41EF-81FB-8112763D15B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C0BD5B7D-24DB-4551-9031-A1BC654ED10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16AF1C5-5C8B-4AE6-8F16-8593B14784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3968C718-EC6F-444A-BC46-11B18452992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60D96F-6EF5-412C-88E8-7E4CD38BC66E}"/>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39F275A8-F980-4D83-981C-718F7D896E9D}"/>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94EA87AC-61C7-43E6-BBD6-3E592758E61E}"/>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4047522B-98C7-4024-A186-6D3877E6FDD2}"/>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A447AA5F-BFFA-4B77-91D8-731ABFE9064E}"/>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B64B6ECD-19CE-4E2C-A87E-CFA6D342D578}"/>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320618EA-AD80-425E-89F4-79F614DDD799}"/>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00CFD441-559F-46F8-99C0-148E74644695}"/>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8B142079-F21A-4827-A224-58235A7DCD6F}"/>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535293C-33CA-45E2-9F22-F9889D05136E}"/>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C168FDC3-4F41-42EA-870E-8041BC119A7B}"/>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424D294C-806C-49EB-9AAE-2BD113C4C9B0}"/>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89BA1B1E-0BBA-4CB7-BE30-4F9EDE9985B2}"/>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ECBB7C0C-436F-45E0-A4EA-FDECEB4B9970}"/>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EC51EE6D-1D46-483E-B4A1-C4E3E91C6DBE}"/>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AB52E278-59EB-4A5F-BAC3-43E31AE4801B}"/>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BFFA7C8C-8E97-4433-9618-B30870FDB36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FBABB46C-7C98-4925-B582-DA68BCF1420C}"/>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79F23F88-612D-47F1-BAA4-D3DA21F9DF6D}"/>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768BF3BF-4FD4-4D54-B479-E405AF958D86}"/>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A1D04F10-A611-464E-A2DD-B380EEED1436}"/>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731F133F-6B65-471E-8C95-19813EA9D16F}"/>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B8EFFA77-5DEB-4629-BC0A-FD3F979E4FDE}"/>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F17F7B68-BED0-4AFF-8C6B-DD9ED48C0BEB}"/>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7936FEBB-FC8E-499D-8DAE-1A5EBCB5402E}"/>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9A7B5FDB-A7AE-4CA3-AF6D-BBD0FA4BBAB7}"/>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1AD3A04F-B10D-49A6-A021-947804F9BB9A}"/>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4534645E-AA6A-4C8B-AE3E-ACCC1F44185C}"/>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63E5A375-CC3C-4A28-87AD-B51E8C0C067F}"/>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8D94E98E-8342-4E14-98EE-8D53423DD33D}"/>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C136D58B-061C-4A3C-B1DB-628062600B0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4243043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a9cb5a88bb544d0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331FB4-120F-4B79-8E94-34CE76A1C09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AC19600-DF80-486A-82ED-6CCFC7354C2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4D8DECE8-882B-497B-A3E5-5728A3BCE6D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4BF8128-46F5-4B1F-924B-C81CD9BD688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28C6C5F3-577D-46DF-A73A-F87F9526C92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D586319-B5E6-4A8A-A462-A3CC86FB1FD1}"/>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52503A25-7F21-4697-9DBD-1BBCC9E58968}"/>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A5D98A4E-378C-4075-9608-59F0181CDF68}"/>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D88DE835-38CD-4999-A14F-DB9E24F8A5E3}"/>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EFEEE94A-E446-436A-895C-A0C9D18D080A}"/>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8558DF4E-E678-4678-9862-FACCE7C04EE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0A8F75BD-32EF-4DD7-A126-F5504AC38422}"/>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DC9B0BB7-F8B3-4439-B131-77EAE8A271B0}"/>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D0D5D3B2-2156-457B-B2AE-373D2F99EA0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2354703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470a554c940451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D31AD0C-C238-4928-8A05-7B9B70C2CE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D8CD50A-0F69-47D2-BEC7-7F086B99A82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C42011-54B0-4267-8956-4C261786075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E07DE23-AB7B-4F3D-80CF-DD8B8523E83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23927F28-80F7-4D99-969A-1693A8B42D6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BA5063-7C7F-4609-97F4-4CB2E9ECCD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B28AAD19-00A4-4AB0-81FF-7039EA8C6EBA}"/>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142310EB-6F08-41B5-B472-9F7ACE61A5CE}"/>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FB4118ED-A201-42DA-ABFA-D12290268A27}"/>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E8E052FA-5037-4675-AB19-298361F5E701}"/>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7C180F3-D2F5-43F0-8B12-5AE62F0EE82D}"/>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BC47F12D-7F7E-43B8-A3F0-E986E4AE436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60CDFE95-4D88-45B4-8C9F-371E9F374ABF}"/>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3C49239A-8CA7-4AE0-A5E3-B57794E2AD31}"/>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4B88B1B8-472D-4837-8E34-B6E63887146D}"/>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89411033-07E7-42AD-B807-371224844800}"/>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42FC62-E60D-4130-9E15-4A4BF0576180}"/>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D525DA63-85BB-423A-AA70-B6E764E23E43}"/>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F02EF90D-A4B1-4ED2-B77C-831A085CFA79}"/>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62E369-C2B3-46B4-952B-F1BBDA85806A}"/>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6F233E88-B87D-4428-A2D9-3E1CF4BCD200}"/>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1DA793C0-FAEA-4C44-8ABE-7703A60B3F41}"/>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D2E42EDA-87F0-47F6-B33B-1FF015378C18}"/>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F0905D4D-C0F9-45E5-8C62-6F7969879E7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47970473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1d7ac200d1444a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B98417A-3B46-4F07-88A5-7A6AE5DBB15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0644D05-C86F-4CBA-B001-2BECF9B1613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9FCD472E-CEDA-4BC0-BFC1-1A224588BD0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0C23656-169A-47BC-B522-0F34C92D87C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3C7CE83B-DD65-4809-8F1D-68D76AC74DE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00123F5-4368-4AD7-9C63-0CC5495A5BDA}"/>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CA8A4CD-0781-41A7-9D97-7DB57C532322}"/>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22B53C88-793A-41DC-A2D7-647C949C15B4}"/>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62FE457C-E8A3-4D31-B9C1-03F7444C5428}"/>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60A832-E924-4CCD-AB22-EEE51B1C9886}"/>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2DA7D940-3105-4BB5-83E2-526C1480CE4E}"/>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8541665B-BD1E-4487-A69A-E1ADF83E7C59}"/>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C0F0EF04-E0A8-47F5-83F0-A18B7071164A}"/>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1977E104-4D1F-4EF2-818B-35C7911401A8}"/>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EBC71BA0-24ED-4341-8C9F-CED5257E6A95}"/>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760E6376-39ED-42A5-87B0-25567DC63563}"/>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E7BE4604-CFAE-4EFC-AB4A-AFF4997A8ADC}"/>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DFA84D1A-EE69-4C76-8860-580D26F0E940}"/>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14329AF8-7AB4-486F-A670-67136666C697}"/>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6D21C077-71CC-4A36-82EB-46F7A71CDA6F}"/>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AE849211-B380-4C41-B00A-A2F1A7594008}"/>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727E25C0-1725-4E51-AF9F-6F3C50CF00B2}"/>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4214E6C6-3676-47F9-9B8E-F555F1D74F37}"/>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E452F610-A3FD-4BA5-8E32-9279C161F3E4}"/>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B06047C5-12E1-4FB2-9CC3-8F4A14B08D7F}"/>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F6720ED5-A40F-4DF2-8807-504C3A45A08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C345C340-D88F-471C-88CF-3EEFFEBE4DA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4986079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c1f417e48cfe4d3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9F52BD-5CA3-464B-B660-A77C76097A1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63AECD74-6868-4912-8947-BCFC8741A1BE}"/>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C7EE94B9-18D1-4F3E-ABD0-8DCF267DD15A}"/>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0191B7A0-9F5D-440F-9A96-0426BC44017F}"/>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3B174B42-541C-4BEA-BBA8-D1C1EB04D334}"/>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01F3B65F-2378-4F14-AB5D-C606236F5E1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26059805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c2489cc3dcd5485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296358-9D5D-4BFD-855B-AE9B4ACACA3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71C4CEA-6F17-4F5C-BD9A-44E90EC4A74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D04DD18A-BF59-412F-96FD-62AA7D87E1F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D7D7FAB-227E-43ED-A168-3A5A03A581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EE93DB5C-093E-4DAB-8480-ED6BAAA297B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7720774-2515-41E4-9AFF-DEB4AB42C2F5}"/>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57EA5B1E-8787-4687-85B4-715BC72E5F3A}"/>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4CE38BD8-E1A8-46AA-9D3C-E9F797C3BB0D}"/>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E33B9C23-EB5D-4C2C-9599-02178920D150}"/>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3B904BEB-42E3-4BB2-9CE0-61C7F4BEF7CD}"/>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0ECAD10E-227F-4729-8455-455387639031}"/>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EB297194-1A0E-4B7B-A78D-D403C79C36E8}"/>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30208ED-6439-468C-89D2-3F41671459E5}"/>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D52188BE-0D28-406F-9E2B-45EAF28CB092}"/>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EC7A7D7-3632-449B-A0BF-FE13E562247B}"/>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16175DF8-EAEB-4761-8019-D0B5A3C9C567}"/>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44B33C40-965D-48E1-9249-521237E67A3B}"/>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BF8AFC5D-61CA-4435-AFBE-88D527D9ED71}"/>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BC039-5840-4D83-91FD-74CC64B444FA}"/>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85E9D78-9DD9-4FAA-BDC1-8542D1BDD759}"/>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D7E9DE32-6E0E-4A1D-B351-F0A80A63D8CD}"/>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FA3ED5D4-DF27-46E5-87EC-376A253184DF}"/>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4124D387-DD44-4C4E-BDDD-DA0624541323}"/>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CA44BF1C-3961-4E9B-9498-D8701674134D}"/>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E08CFCC-FB22-433D-8D6E-850B7245E396}"/>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6D5AC8E-30A0-4AF3-918B-CCAAFE94F6A1}"/>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4D9F114F-83C4-4711-8353-47646A3D9F82}"/>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7E2A776B-B95B-4CED-AC90-B79BF917359D}"/>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55D05739-049F-4B9A-A6F0-59DCB9008085}"/>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530D372D-C241-4AB0-AE62-2E64A557AC9B}"/>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E5802F0B-AF65-414A-8807-2CE49CBF9C77}"/>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C6B6D365-5CEE-4E36-9399-482B06142FBE}"/>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D1B1E22A-5A2F-4D70-A51F-00D892A56985}"/>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8559B6D1-8553-450A-B7A0-F6F1991A55A8}"/>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58E11542-3988-411F-BBB3-0A42C5179EA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346AC4-1CC1-4BE1-BB63-B4E12ED3830B}"/>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509BBD6C-0532-4E75-BD85-A2B1E4A286B4}"/>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14177E5E-29FE-4D6E-8B9A-4ECC39419E88}"/>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362E4566-5F4E-47A3-BE33-D82FD149A4C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2448AF22-8447-4E45-9641-D456EB0A5A42}"/>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F3187EAD-B168-4008-A00E-7252B4439C5C}"/>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DC57D540-092F-45AE-80B5-2ED17EFC1143}"/>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8B4981B-C162-44DF-B961-48B0C457CE49}"/>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C2FC334E-3E00-415D-B8FC-6F475919C940}"/>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62A1AAA0-2025-4528-A924-48914D4EF918}"/>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54EAF96-60AA-440D-A6D8-AFED4B2D1AC8}"/>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78C2D513-2CD4-41C1-BE29-AAA4BB3315E2}"/>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D3E3E3EA-29F7-478A-810B-B62A79200AE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EEDC5304-3DD4-42BD-8CD3-CCB7105100C6}"/>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974345DD-59BD-4CCF-A1EA-B76FD56B54F4}"/>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01A711E8-F4BB-4A5A-AF32-EF9CDE97E892}"/>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CB24DFC9-115C-4EFA-85AF-D8E6F3910D8C}"/>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D9D43DB9-D458-4CDA-AE7C-46E7D7D6FA5E}"/>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D3EC5FAB-59DB-4E54-81F3-24F275695DD4}"/>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FF095BE4-2040-4A19-943F-9A8F03B9971A}"/>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575A2E5E-A59B-431E-8886-306B29C90187}"/>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C489F167-2F71-42EE-A947-ABDA61611653}"/>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927F816E-A4E8-4E04-BC26-84D83E799401}"/>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11A91BE1-3081-4A20-80E9-FD210655B4ED}"/>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1D0942B8-00B0-405E-83DB-B8A3C3538AAE}"/>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F2ECF2CD-D1A4-4CC5-9F6F-BC2141C942C6}"/>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668F05C2-C09C-4EAA-A35D-1D06E1D3D30C}"/>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EA668EE5-C549-4CC5-AD1A-BE3A450CDE99}"/>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3900D4B6-B6A8-4AEC-A3DE-227FB2DB2463}"/>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8E1190C4-3ADC-42FC-8161-F33FA30F4B8F}"/>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FF8ED1BB-32D0-4F7B-8DCE-804314AF3029}"/>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4B7B0E2-5B44-4E04-9DA6-6CED3ACE6870}"/>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E40D899B-1A1D-42CB-89BC-BEC9C9A2ECAF}"/>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897D5D58-EAB5-4370-9956-ABE9748C83E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C658D267-FDCD-4766-BDC7-D45DF6677F27}"/>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F4B14AA7-DAF1-4910-BDB6-03115A4D366F}"/>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2A2D0769-47AB-463F-BE52-9C65DEE78DAC}"/>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0AF32D18-8007-444A-97C0-C8ECDE3BC67A}"/>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7B137C4A-405B-4245-B617-89FEEA98AC77}"/>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5AF48C0F-5BFA-4D04-A8F8-0FDD4B2251C5}"/>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B8E90756-30D6-4255-9B21-52E9577FE41F}"/>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688E925B-4DC9-47E0-8885-FDA81E6B2575}"/>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C047D0AA-FBDD-4761-8F87-861DFFC4AEC6}"/>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8C9652CF-1FEB-43C6-A848-F479AD3A4E34}"/>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62B45D9E-AB6C-410E-94A3-F2C6AE022DBE}"/>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26696982-394F-401B-95DC-B9434A82F0E3}"/>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4C4617F6-F4AB-4009-AA1E-CE7D7DE44323}"/>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EB57FB17-E84B-4315-8BF1-6896023F35B0}"/>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B4D606C6-B577-4965-A021-95594F17BC1C}"/>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CE85ACF8-75E0-4943-9DD5-36BC158F7CF8}"/>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1518E76-083F-4342-B34F-481C3AFE654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7567066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051fed6cea5456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BF54476-DC29-4B90-A89F-0453C27E065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AC937EB-249C-4141-8010-02FBA9879FE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418BE24E-AC20-48E7-9191-A18E7D78D84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54B85B2-5281-4A27-A62C-B7C1036187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43285ABF-5FBE-420D-B52C-030DC0A9977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BA67177-5AB4-440A-8529-D8BA6C0EE80A}"/>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032EFCB5-362E-48FD-BA41-2DB9FD01272D}"/>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B7CDD426-167E-4189-AA6D-6151F797ACC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FDA1FB-27A6-4310-8A5C-9E5F637AAC4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46A4AE84-6440-411A-95B9-BD324A703A96}"/>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1567160B-CD36-44ED-83A0-15E02BD726E6}"/>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F522F96-03D8-424C-B6F4-990B88161D1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751DF75B-073F-4064-BFBC-7EA7F3633B57}"/>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6071DAEF-5FC1-4736-885C-E09C12DFDD16}"/>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83BB8AA-E531-41CF-80A9-FDF2BCF5F8A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24727C83-CA85-48AA-BED1-36C682AC2D0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341E0125-D09A-4904-9D84-3E79DF15E0A5}"/>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72A1749-6562-4DB3-BAAB-52347302BCA0}"/>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34918DC8-DC41-4354-83A3-8A23FF3E398C}"/>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42192ED8-2AE1-46ED-A4BB-4A0366603C9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99345432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173e9034248449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13D1131-24DE-4725-9C32-57A11CAD242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0AD71BB-636F-4404-934B-7CA1F413512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DE6A8AA7-418A-47F1-BF9D-6D7B2CA718E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21413B-E8B6-46BD-907A-4B1B3787220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3EB47AF3-C647-4C86-AF24-3291212DC6E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20B16-9025-46BD-8B1C-80DC3000357E}"/>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6D564606-D7A6-4873-8FF2-92787D925213}"/>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E69565EC-7446-412B-8A68-CD8CD2EE7769}"/>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B12E7C60-C0F8-4625-B7BB-84BE6AA5294D}"/>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4AE58BBD-E8B8-4642-826C-129CED958622}"/>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446197A1-4364-4450-B9B6-FA17F53C6F23}"/>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B9ED445D-9A99-468A-9882-5E55CCB54C9D}"/>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754CB22F-FEBE-439E-B9EA-3C4F821E9A3F}"/>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4340A742-244B-43CC-B53D-7550D78EC2B3}"/>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1AC409F0-D963-4C1E-979C-4ADC952E1AF4}"/>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A13B29B0-2737-4AE8-B721-39087117810A}"/>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9C806E6-CBEA-4CC5-BA17-61B1E71219A7}"/>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0D53EEBA-ACBD-4D33-BB16-791ED0AD3307}"/>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0CF660E0-582F-49EF-8B83-E029B2D5A87D}"/>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0A251085-FE32-4A18-8F6A-452CAFEA6769}"/>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DF23FE3-DF0A-4F8C-A4F3-7367B701E224}"/>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79F24EF-48B4-49FC-A5D3-3AAA1309D3FA}"/>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933DD392-BEC6-43D7-A95C-6D29D51AD779}"/>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D81E540-B9B9-4C8F-9C7D-AB8C3A28D984}"/>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B911E4EF-C1A8-43B5-9418-F2528405CBED}"/>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E00A8969-B040-4C5E-A84F-8F8C059E966B}"/>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979905-543D-48D6-8708-A07B913FBBF5}"/>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32F62177-DDAB-44FD-9AEE-DCDE4403C5B3}"/>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FF68412D-9D68-4F6B-9240-E343BC21EBA1}"/>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464800E2-B3D5-492D-ADF9-3404743A006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39719790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a74e9d35e63d4b5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18C74A5-4A9D-4A82-8C7C-6B62AEB6BC4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5C7ADAA-8209-44B9-BA80-90AFFB23E24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D03759C9-7DD2-4A90-9FA0-7949719B428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69B66D3-5A3F-4A01-8BCD-CA076FCE7E6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F0379E0B-CFDB-4E30-AE16-BC76CF104B4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B451CA4-E4DD-4CA3-BE20-2B12C441CB72}"/>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FCCE03B3-9271-4A3E-8351-0CE02B5E2715}"/>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404D45FC-FB56-4FF9-9C9F-15AD1D8E08E0}"/>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874B3A4D-EE6B-4A2F-A1AC-60F062D794F7}"/>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EA7D9D16-ECA5-4CAC-9A74-1298079C50D8}"/>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35401CF2-1EEC-43C5-B1A5-43E0313E7942}"/>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AEF2A7F6-1F15-44D1-A0CB-598E7458064E}"/>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E2818437-7416-41A7-8E71-7D9336111A25}"/>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2FADF720-B968-4346-832E-C626BD23D690}"/>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F36C9D78-D9AB-41D7-9A31-45A3D5B1A452}"/>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886E91F2-8D1C-4A08-8370-2E9292DAFF2E}"/>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B6CA98B7-773F-46AA-8DD2-FBA7E9FFCBAC}"/>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8AD6333E-36E4-4786-9B1A-58563C1C69AE}"/>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A3D1AC98-6CBA-49BE-881B-D577687C7006}"/>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FE19B9C1-6445-47DC-869C-00865817823E}"/>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65AE3926-4D25-4954-8EF6-D57D6A9439E9}"/>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5E1C8DC5-2D45-4834-86D2-8217D054ABF9}"/>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E0D10171-FC7B-48B5-B564-47970B9EE2B5}"/>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A1587D51-035E-40AC-9EC4-8F403B098314}"/>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7BC805FD-4E83-468F-AE3C-B7851EC7266A}"/>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0E38C374-7BF2-47BA-8C99-28D80A735A43}"/>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8DC91507-B189-42D9-9EA4-C0E6FB29BB2D}"/>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73D37D78-9541-4B6F-9F35-A7F77EA1ABC3}"/>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A70651ED-5121-4C1E-9E08-4FC98CBBA0C9}"/>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EC79A7F4-D608-44DA-93CF-5C4D72F59389}"/>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E5924894-A2AA-451B-AB91-0F832904F786}"/>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35F033D6-0E1C-47D9-B349-D7589BA454AA}"/>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7E2AF1DB-7B4E-42D9-9BDC-A46D6EBB908B}"/>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31F06A93-7545-4FAF-A633-C496EC8FAA69}"/>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6CE418A0-AECC-4340-BBD0-0F9103A1AF7C}"/>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1D7050D4-E8EF-48DF-8AF4-D222067FEB38}"/>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DE608AE8-CD84-420A-B1ED-D0D1FA7EE579}"/>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9E33BBF7-0D05-4F42-A6F2-33DE0C47156B}"/>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23202D10-26DB-456E-B735-696C07A2EF38}"/>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95228081-B487-450E-8274-822593DDD551}"/>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52B9D727-BCD5-4255-9B8A-00EC225928DD}"/>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0BE1CC45-A290-4A62-A072-FFBEA7141D5A}"/>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E0568563-B81F-479F-8414-F9DBD6028FCB}"/>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42E1F5FA-C1B8-4F66-A778-11816B9A81CC}"/>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0EC0508F-7302-49D7-90C9-8AB67AB6FDBD}"/>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13EC3D58-DD9C-4B7B-B9B9-8A763D05810B}"/>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BA39F98D-D320-400E-BC4E-5FD8C474FCD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04174583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8cb4bec127d480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3203E6D-4034-41C4-991C-5395D4BA698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BE66015-0D38-4557-9763-4BEF198A7E1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5392F234-5813-48DA-B85D-738B7E8379C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3EBB42A-0219-4DC3-81D7-9A6717E4136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DAA80474-CE73-43A6-9C56-E1CB423835D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6FE6ABD-5DF9-49CC-AA4B-94AFFC629E80}"/>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74AF5DEA-C9F2-417C-8B73-79874EF1308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BC10889B-BEF1-41B5-9CDF-169D4EEA0F49}"/>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5683C8C7-B5D7-4D16-8F47-588D81E76E17}"/>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1878F4F4-1650-4370-AE1C-D2FD030D4EA1}"/>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0B2219B4-3925-463E-9F59-82C3BA1BA798}"/>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D1B1FD76-7950-40E3-BE18-DBDE40ACF16B}"/>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B688D988-507C-41BD-82C6-91C203CF4758}"/>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A76F55C5-280C-40CF-BD5B-C798BD657F9B}"/>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8628E9A0-C783-4F30-BE5B-5A68C1B2EBE8}"/>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73C0BAE9-9DCF-42D5-8B74-E25F022291D8}"/>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CC7D3DDA-B9DF-4D60-BE08-0052D3E0A550}"/>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F8FA255F-12AD-413A-A0C9-7A4367E14FCB}"/>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24F4A187-F793-4B27-B7D1-15A8D442D4BA}"/>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40998D56-93B4-4897-97C9-197F19275C10}"/>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94047B8-DECF-46AF-9ED0-0DDD49A2FA09}"/>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6E5E7007-2F2D-47A1-8388-845B384FFE47}"/>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B30FA1AF-DAD1-46BE-B6BA-9FA3AF643E38}"/>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2AF3A374-7B01-4F22-974C-DE3DCAEDBDD1}"/>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E2118823-51D5-44A7-B7A0-FBD7A75D79B8}"/>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04D51233-9974-401B-9B7B-AA29546F3F4A}"/>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8C93ADA0-A782-4D6E-B4DD-DFA8D063104F}"/>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8BAA71D9-8828-47CC-9CFC-4169B93CCC4E}"/>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52CE0286-6848-4C5E-B238-C5F66FA99743}"/>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0823D62E-A066-4DD0-AA79-3527CCCAC78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81433030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0739546fe734a6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DB082B-CFF1-445A-9E2D-B0951D8A92A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EFC9E1C-4EF5-46DC-B27C-73611153121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69FA7920-38A9-449B-BAAC-3B4DCCFA973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44BC5B5-F1F1-4FD5-8A37-8E72A961CBD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A8F2BCCA-95F9-4EF3-895E-C0C253DB76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2A2D609-AD9C-4CF2-90E5-2693B719306F}"/>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C9DEE16D-14D4-47FF-8B0C-4D8B7E2C88CF}"/>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90210137-9AC8-411A-9887-DB73094E28B4}"/>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E2842065-32D6-44EC-8A99-2850386F0A0B}"/>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7B7C7204-4B2F-4891-AA00-BD4105AEE486}"/>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6CE8358E-368A-4758-A185-ED80E34317D1}"/>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CBA51F6D-F7FC-4C06-9F6E-BD2515ACFED1}"/>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5CB0CEAD-C4E5-4454-B354-D73CE3C86F99}"/>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61779510-4B12-4F59-8C99-958D33575D90}"/>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E989D33A-5F3D-4BEA-B565-B05C7159B68A}"/>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D824B6D2-3035-4EF1-BB74-C8D3E995E6B3}"/>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1B0FB823-C445-4EE6-98E0-2C5FD61D773F}"/>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68BDE4B0-B741-461F-86C6-966C7DE3D745}"/>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2468802D-E4E6-4BC3-8131-66ACF8BBD7BA}"/>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DBE02AB0-9FC1-4BD3-99A1-24817837C51C}"/>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D555728A-C1CF-4B93-B0A2-BA3B8F165CC2}"/>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5DAA1D5-41E2-42A3-B2AD-1C5636194835}"/>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63CEB6B1-AE65-4A8B-8876-04E4F54FA2BB}"/>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F6F92221-FA5A-413F-BC05-34EA5F6D5F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11477019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e01b7b79716464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F0C7A5-8487-4BA7-B4FD-85610DD268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E8B4C3-0724-4E97-844F-86A38550FD7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EE68D315-2BB2-4F76-A819-FB05B8782FF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3F4E95-28B0-48CC-A4D9-7E375624496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C65081C5-E9F8-4B3A-897E-6294886602C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310F3-8AA2-46B7-93B1-F0319B377068}"/>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06170E26-40AB-4C0D-8655-7252622E6701}"/>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CF77B8AD-FE61-48CC-8F6E-228E36588C21}"/>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CA6A937D-4292-4918-B94F-2650A77F5394}"/>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6276E32D-9B5B-4B00-B368-A897FD326815}"/>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65679437-82FF-42F3-BFB8-0265B5CE77D6}"/>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1D88AF71-0AB5-420D-BC61-24C062D85843}"/>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A515B010-F537-4175-91DF-A8B0AE7B2687}"/>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D68CABAC-2E59-435B-8B54-E7B2A67C8FD4}"/>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5F98BDFC-C075-4B9B-A91A-25C42A703C5D}"/>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9D464F50-CA8D-4FB1-B098-32183D397AB6}"/>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0255F412-5217-43EF-9246-327E9AACC92E}"/>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BD18915E-CBA1-412B-90CA-A50A06A3E330}"/>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D1EDFACD-C0A5-48B9-B64C-8BB9CE2E18C8}"/>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061B1A5A-4864-4EBD-B5C8-08AD7CEF328A}"/>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FB46D45D-9D7E-41E5-AA7C-D68C15E8E335}"/>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0FA24275-D306-46E0-ACDB-851522B968A9}"/>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DA34D1-D676-468B-A843-EAB887ECBF19}"/>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494CA76F-0C21-4465-A726-72FF530CD591}"/>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51EFC847-0EBE-4492-9497-69A56605619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92816505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45412b7a239454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F7ABE10-41E8-409E-8DA7-B93A564D7DB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AC8389C-A909-481A-A251-79B9873BACF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F5548760-43EA-4CB2-8041-CD98C8B50CC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315DFF9-B891-45CB-9F97-84B1EEBCEC8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A76DA43A-20AA-43C7-8B11-F377BED6B11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5A96AF7-F778-4A7F-89E7-7E554DD25668}"/>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C89D7EFB-1AE1-4AB4-B25E-102379BFF9F9}"/>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9D6C0221-A9B3-49B7-B67A-DE67E8A8170B}"/>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CF6432F7-0BC1-4E1F-83D5-2D8C92FE58A2}"/>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0DC4924C-9646-4C10-A4B6-C7668EF1A40B}"/>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501E515E-FB0B-48D3-AFF2-C3B18D8A0C72}"/>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6C7224CB-390A-47D2-9B71-4D784E25082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8C20661C-34A0-43BA-B184-138C13F71E78}"/>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82AFCDA0-880B-4E2D-AF62-FD8DE489A6D5}"/>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EBF2F29A-2AE9-4656-8110-8578A50D894F}"/>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5D132A69-BE85-4DE8-9F50-4DC0323AB2B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90130907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0047a540703463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CFE0CBA-6BC0-488E-8700-3A27AE234CE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7E3E28B-6BA8-4E15-AC74-233286F1C4F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6493730C-9145-41A0-A019-94D14E9D016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DE3FB49-542C-466E-8C58-181BFF9D754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D635F9F5-AF1A-4010-A5FC-4563B1D145E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CB2E273-6455-4839-ADBF-CF2C458CA7EC}"/>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0F14AE3-126C-43A4-8C46-FFE3D7B6D97D}"/>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6FE7AE1E-CAD2-4A89-AB42-BF4E1D11DC93}"/>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0548284-2818-480A-BBAB-50F20D3AE232}"/>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59D5C340-B4CA-4B7D-B6A7-FE121DFB3CB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C24C1F71-4CDF-4A84-9B7E-2D57BE1E4EBD}"/>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31F6D754-B2B1-423C-91A1-E7B53D7ACD03}"/>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9F97B84F-D839-442A-B9CC-E766BF5A6FD9}"/>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4F90D915-9808-42CF-BDA2-0EAD8FE7E833}"/>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7CE02DDD-F4B2-4773-8430-60BD343ABEA8}"/>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6B19157E-F8DE-437D-BD20-CE9A7DD560F9}"/>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D8EF109B-2F2D-47EF-9F75-5367C6F58423}"/>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7959D2FC-10A3-49BF-8D45-C450C3A43121}"/>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4F369DED-219E-4958-A808-2C6F94C38EC7}"/>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CFD5922B-6219-4276-BDF1-22F859FCCA27}"/>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4F88795-59AC-41E9-B564-2D1CE29B8A43}"/>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4D64815C-62DA-47E1-A474-97EA022834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085941519"/>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c53be13e0a0461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C40EFD-7F1B-4A22-A092-07A54AE6440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25EA987-8F89-49BF-B0E2-46418D0EE31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4BDD0006-F4FB-4ABC-A77B-E4540A03256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68A7C14-B6EA-4C00-8E9E-1A7B24C1DEE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9B6B4223-7237-47F6-A41F-D9D384551C7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7F96C98-02C7-449D-8A3F-A5CD6B513675}"/>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72505FE9-B61D-4114-893D-2C12F06E8DE4}"/>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3B707855-0EDD-4A26-825E-DD8A5F0D1597}"/>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C489DBB0-8116-45BA-942E-1449E06CD869}"/>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55108685-A252-4AFB-A52F-CC18265711CF}"/>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BEF6DF03-5A9F-4C79-8D75-68A2E689B088}"/>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A4884EF3-2DDB-4B8E-83E4-0A70BFF0024C}"/>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76A6116B-C32E-4718-BAD8-9B77BEC59686}"/>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61A6B810-850D-4F56-880D-415AE49F6685}"/>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03F4D434-97BA-4014-AECC-7A2E225F192E}"/>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5B8E12FB-8F12-4095-9DC2-C9C36C2B53D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07128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2634b869befe463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ED6DFD-64D0-4E4D-86E5-040418FD45F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E191688-AC45-419D-9179-181D454AE65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8C85A435-790F-4FE2-A480-9D952D3E8F6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C5473B3-4177-4068-A73C-5FC2A2B2644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8BDF8221-7B99-483D-A3D3-A5170FB4FDF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E0BDB4A-07B2-47AF-B09C-34F4C98C144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628CB57-2644-400E-94E7-F54F0A41AD52}"/>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14BCA748-793E-41EE-9D3F-3F5331E0601D}"/>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0BE20D6F-91B7-45F6-A3FC-6668196E5027}"/>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FC203F6C-224D-42EF-8288-68237470A56E}"/>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581373CB-AA5C-47BD-81E4-52EFB7045D09}"/>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65658DAD-F3DF-4EB7-B243-A2DB2B86B61D}"/>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EDE5C7D2-E784-4839-BB6E-7E923C45853C}"/>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605E6C02-EBAE-4C17-A69B-A1000401D280}"/>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BC6CD8A9-202F-4E26-BFF6-ED6C7550EBC2}"/>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42EF2B77-306A-4BE1-AA82-540412651804}"/>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8F072BD3-EDA2-4535-B222-EAB988B620CF}"/>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C9247BA5-056A-4735-BFE9-FEB5BC6DADA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65B98-9F6D-470B-A932-BA1858AB2C29}"/>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1BCF98F9-3E22-419B-B849-41F8FADE715A}"/>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44A38991-6165-4132-804B-A23C04B48764}"/>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93F9B3BC-5F56-4FFF-889C-0AFFB3CEB418}"/>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F4DEE1F0-96E8-4248-A638-7181F39F0E14}"/>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EBB7BB2B-D8C0-43AC-B843-EA167AED264B}"/>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D6B3F24A-9A36-4A72-88F5-9544B7F7A743}"/>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D2B7427C-756A-472F-AD71-5484DB1160B0}"/>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CA714E15-B073-4792-951C-14174D61A66A}"/>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E1BD9447-514C-4217-A4BB-108A3B3934A9}"/>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8032E0A2-77AA-44F8-BB0E-BDB44E14CEBE}"/>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ABC6B2E7-A570-41FF-89A8-BB0D49790F60}"/>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78437238-4482-43D7-AF3C-A80D659FC983}"/>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FCA78D1D-0659-438E-A757-087154E29E4C}"/>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6F5B525D-B02B-4EE3-88A7-1449717966C6}"/>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0025427F-0FD1-4A3E-8DB3-F891B7363296}"/>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CB2B7343-ECB5-4B21-97F8-67C0797997DB}"/>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80B6C094-91DA-4838-95D2-9E7C48332CE5}"/>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EA3D35D2-2D0A-47C0-B7D4-48144B79233F}"/>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B3091F1E-3AF1-49FE-A2B7-50D6BBE74C7F}"/>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8E4670E4-B248-4A64-B1E8-057A55F8D8C8}"/>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56E3AF86-62C1-4486-9063-26A504C7D6B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27216990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8d12645c15f04bc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03B81C-6B7F-4300-8993-F09E3CC69DE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28C8BD9-2BC7-4627-A5A7-47E5D3087D4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739451E8-20C5-4036-8AF8-376BD76BB51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32B77EF-3E0B-4EA6-BA05-D39BFF9BD08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FE366B55-AC35-47E1-B062-58B083142DB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5843027-CC59-4D1C-8AB3-75B1810A3964}"/>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E2EB90D8-B561-4DDD-AE0F-E69A9EA0969A}"/>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8524C402-5F6D-43FB-9723-C9C43A2EC4C0}"/>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60B5322F-254D-4F80-BEB5-9E0ED0952B68}"/>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C3A7004B-987E-4A46-999F-09229E104777}"/>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71586B6-7BEB-4496-B9FC-442998D3EBB7}"/>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16EF04A7-7CA7-408A-9BC9-C9F3547F8395}"/>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98D1A29D-BC74-40A0-A76D-8A8B373C3824}"/>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8DBC94E9-179D-44BC-8B82-CA8DB5A5DB05}"/>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5212578-CD56-47F8-A337-A372B85D3F51}"/>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77ABCCE-8EC8-406F-82EB-6354F27B95A6}"/>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02383AF3-7D9D-42F7-8D89-C9347271F3FD}"/>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C87F5666-6E2B-4C5C-9EE9-4269F0249197}"/>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1620211-2443-4007-AB27-2790E0C0B8F6}"/>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04605838-9E07-4A69-B0C6-1A281D5ECC28}"/>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0CFADB5F-09C6-4444-9D6C-6B5B6DBCA4BA}"/>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7F0C1101-4C95-42F7-B82E-283A2643B8C4}"/>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93D94EF0-BCAB-4CB0-8CA6-94E29A587153}"/>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D59F355-6C80-4741-8910-0C0E94F67131}"/>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D8CE679C-A71E-4671-BECA-2CC8EC90C5FC}"/>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73B44E0-94E0-44CF-BF10-970A3518FD46}"/>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1ADDD56E-B8A1-4CC1-B9A8-93CA0FC73E3A}"/>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6299CEA-B55C-45EF-B947-AC7A331CCFFE}"/>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8DF1DBBE-BB00-4E40-949C-819A8955614D}"/>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3B57F2B-2DFB-4136-8C31-AF30823B10D3}"/>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8F39F379-EAD3-40DC-9312-093EB6234B81}"/>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3EF412B-DAD3-4A1B-AF5F-0186CA54C223}"/>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EE9AD6AF-1A31-431D-8C11-7F97E7DCEF34}"/>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9D0A62C5-3F0F-4975-AC80-6E970FE678B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924312277"/>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f12eebbee73482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94936CC-F254-4041-827E-C90AE46C71A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0D97561-9141-421C-8DCA-94C43C68E08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39104D8-A752-4930-A461-6EEA91E31B5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957AC59-4E7A-43AA-8575-9533208E1A2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14015FDE-B912-41F5-AF9A-50687976979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424807F-6A49-47D5-9A3C-E76565348CD2}"/>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75C801C-EDC3-4E3A-9F77-85A0109894A0}"/>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EC4B1FD-BDE2-4277-ACD5-B5E92AD85540}"/>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B370BBB4-5FA6-47A4-A174-41F216756551}"/>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FE00B5F2-D4CF-4AF0-A5D3-3C7335329135}"/>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1661B3F4-5CC3-493C-B832-6D6E076070C9}"/>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047008C-316C-46D6-98FD-D4A94764F489}"/>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0401E6DA-AC4C-420E-943F-F3B981822D43}"/>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830D6B0A-7342-49D4-9C1C-7C8F52FB3F5F}"/>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52C28A2A-6251-46D0-BB70-1C869598D156}"/>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A5B266C-DC45-4234-9569-55ABD0363847}"/>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724F714D-AA6B-479E-AAC1-F9952318E143}"/>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DF86B5E2-D3B8-430C-91DE-9AF8F5C75E96}"/>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BCE20C43-6579-4CD3-AF35-8B4275EAB63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34191497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90c34dd4221404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AFDF4A2-905A-4B21-AFA7-1C291B86904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9DB5EBA-7274-4CBC-8C37-6D96B7C07A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A93022C9-F2F4-4CDB-9157-E5C3E226477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CA77661-28F3-40CB-AFE3-D8E18F850C2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85F86133-D1D5-443A-ADAB-E7CA2802008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3781C4-5262-44CD-8C09-C6BD335A4B47}"/>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83295456-FCBE-4AF9-B82B-1E38921D8856}"/>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65E3E07A-85F7-45FC-BFBD-167313D0F6AB}"/>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CA9DDE63-04BC-4C4C-932B-AC2C40ABD178}"/>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E795348E-1DC0-4FB3-AB89-AC720D1ABA83}"/>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F9BF6307-BBC1-4274-A8C8-7CA169623F47}"/>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FD9D6A57-03B0-4760-8E47-5FDF367E7CEB}"/>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FD3F814-35C2-42CF-9A65-600E995876A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31E51CE7-02D1-4941-A9C7-FA41A7181D32}"/>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43880CD4-330B-43CE-BA8A-E53CA5765CDE}"/>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82D535F9-0D20-4B80-9DE7-6DCCE506B1F9}"/>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1F4873B7-0251-4172-949C-0E41B42C2D75}"/>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C208F1CD-6B1F-41E0-ADE1-1EE68ADD6F27}"/>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CFFE70CA-40C5-4E93-853A-71FB8BA2D9D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83532725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36f26147a36435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C26ED6A-455A-4000-ABE5-58752EE9DD0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E976ED8-A3B1-4E70-A157-883C0BCFE69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E1486E39-BA97-4A82-912D-DE911C725CF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452F79A-B33F-490B-B379-DD0E392E0EE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38875B6E-28DB-408E-9080-9155B4D7760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927FA9B-653E-4177-B910-467754D0509E}"/>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4D9F3261-C43C-4C05-9CF2-E82F7317B18B}"/>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844FF416-F6A1-4EB3-BF27-8552B4D37901}"/>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2C49B690-28DF-4517-8EC5-1D26B33D6F0C}"/>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C0A13B5B-843E-4F3C-8794-55EC412C6303}"/>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100FA435-AB6F-4FB9-88A5-8BCB9B16B670}"/>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72F39284-31FE-4891-B96F-9417813B691C}"/>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3B922391-2352-4B6D-A250-ED08CAECC2F6}"/>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7FFAC61F-013A-41C4-812D-229C4C6398D9}"/>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BD777E95-E349-45D3-8896-DDBA41DA865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22779326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285bef4d576c436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B3648C-63A8-45ED-8B0A-4B723227D3C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BCD2AB1-244D-42DD-94DD-191A80407A2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FCFF426A-DB5D-4B2A-A4A3-DEC498095E9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7F78089-D0A8-4C29-B581-77827B8BEEC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796221AA-CB29-4780-A752-FFB5172D677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CCD4512-59C3-4DE3-89FB-EE41282CCC16}"/>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C4756A48-36EC-4F80-B1D6-EAD5C7E58E22}"/>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5A6565E1-76F8-4C5B-886A-126BBEEBBF3A}"/>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5E9B2E11-8DB1-44BF-A0EB-5C94CDF6AF34}"/>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626CF370-07B8-428D-B4BE-FB470DB65185}"/>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EADDF27A-2D43-400A-B539-A8047D4F1E2F}"/>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059666C4-C46A-4719-875C-2BBE0782E64A}"/>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2660F627-5431-4144-94E5-2430FED201A5}"/>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3680B5E-FDF6-4254-8F37-783A280833E9}"/>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7905D6C2-7A01-454A-B3B8-BA1FD9F8B1FC}"/>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300D86B1-993B-4FCE-AF04-46C745B23DE1}"/>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521E1ED-6642-4A7A-A3E1-47DE930A9249}"/>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EF1A99B0-5DDA-487D-BBBF-126812ABF559}"/>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C9F8B739-189A-46AA-AF8D-3CECC756CBBE}"/>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DC55666-37D8-49FA-A508-2667438D5408}"/>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A41FEBB3-1939-4655-BEEB-FB8296E4089F}"/>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50B4C05D-26A2-4215-91E2-AC48FED2B0A1}"/>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8E33EEE-384C-4F2A-B873-65F12AD8AFDE}"/>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0526C706-F141-4410-A419-59AE7E339D77}"/>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84DC38A9-DF38-4FDB-8AED-28B823F2E4F9}"/>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8773DB4-4DB7-40C8-8DB9-95FBFDC9CACA}"/>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48D18BF6-D4E3-4F9E-91A2-648061F4D17C}"/>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768A8AF1-4208-4A72-B828-496D05ED6685}"/>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D0F84CD-76F0-4F11-81B2-4F64B7F85A37}"/>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1476172C-492D-4838-ADE3-D5A4F43A00E3}"/>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3B57BCEB-447D-4FC7-BDCF-9883264DB511}"/>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A5D67A1-5B78-42AF-BF62-19C60C99A4FC}"/>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CB6C8E72-0D32-439A-A061-4F2061C15061}"/>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58C8395A-BC25-404C-A809-6F678D5AE833}"/>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105BD6DB-6F77-431A-907D-3BC24FA5CA59}"/>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6947F576-78D0-4FC3-BAD4-FC29E0142ED7}"/>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B2CFC99A-8B31-4BD2-A63F-4AF0C42ECE48}"/>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1A0B0056-BD09-4F16-8EF5-3100608A3EED}"/>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351D6844-E4A5-47D1-989B-73358887932E}"/>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B4B35756-52FD-4191-A948-ADA5194096B7}"/>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DB16E461-89A9-458B-9CB2-E199A090B68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78544631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f1e8da1cb364b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A00631D-DFD4-4ABF-851C-5E381EF418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C568E7B-8AF7-4ED6-9CF5-42FB805EC3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15841D0E-FA64-468B-90EC-4D37E9695A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B7FAC6B-B6C9-4481-BF81-1D161CDF12E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opening: owned call data + multilingual frontier</a:t>
            </a:r>
          </a:p>
        </p:txBody>
      </p:sp>
      <p:sp>
        <p:nvSpPr>
          <p:cNvPr id="6" name="">
            <a:extLst xmlns:a="http://schemas.openxmlformats.org/drawingml/2006/main">
              <a:ext uri="{FF2B5EF4-FFF2-40B4-BE49-F238E27FC236}">
                <a16:creationId xmlns:a16="http://schemas.microsoft.com/office/drawing/2014/main" id="{299DA3F1-9542-4940-9686-77500273A18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8BDF2BF-A639-4FB6-9B35-D9A5B8AF1E3B}"/>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243200D5-70D1-48E1-8040-C1DF974D07BC}"/>
              </a:ext>
            </a:extLst>
          </p:cNvPr>
          <p:cNvSpPr>
            <a:spLocks xmlns:a="http://schemas.openxmlformats.org/drawingml/2006/main" noGrp="1"/>
          </p:cNvSpPr>
          <p:nvPr/>
        </p:nvSpPr>
        <p:spPr>
          <a:xfrm xmlns:a="http://schemas.openxmlformats.org/drawingml/2006/main">
            <a:off x="1371600" y="4076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100s hrs</a:t>
            </a:r>
          </a:p>
        </p:txBody>
      </p:sp>
      <p:sp>
        <p:nvSpPr>
          <p:cNvPr id="9" name="">
            <a:extLst xmlns:a="http://schemas.openxmlformats.org/drawingml/2006/main">
              <a:ext uri="{FF2B5EF4-FFF2-40B4-BE49-F238E27FC236}">
                <a16:creationId xmlns:a16="http://schemas.microsoft.com/office/drawing/2014/main" id="{C9856C46-F090-4A56-BD26-3B72EF50D87A}"/>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Recorded ASBL</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sales calls</a:t>
            </a:r>
          </a:p>
        </p:txBody>
      </p:sp>
      <p:sp>
        <p:nvSpPr>
          <p:cNvPr id="10" name="">
            <a:extLst xmlns:a="http://schemas.openxmlformats.org/drawingml/2006/main">
              <a:ext uri="{FF2B5EF4-FFF2-40B4-BE49-F238E27FC236}">
                <a16:creationId xmlns:a16="http://schemas.microsoft.com/office/drawing/2014/main" id="{9D1C5515-2116-43AD-A8A2-791DB09268DA}"/>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3728400-E743-4D99-85A4-5B9E9AE96EB1}"/>
              </a:ext>
            </a:extLst>
          </p:cNvPr>
          <p:cNvSpPr>
            <a:spLocks xmlns:a="http://schemas.openxmlformats.org/drawingml/2006/main" noGrp="1"/>
          </p:cNvSpPr>
          <p:nvPr/>
        </p:nvSpPr>
        <p:spPr>
          <a:xfrm xmlns:a="http://schemas.openxmlformats.org/drawingml/2006/main">
            <a:off x="4819650" y="32956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LEARN</a:t>
            </a:r>
          </a:p>
        </p:txBody>
      </p:sp>
      <p:sp>
        <p:nvSpPr>
          <p:cNvPr id="12" name="">
            <a:extLst xmlns:a="http://schemas.openxmlformats.org/drawingml/2006/main">
              <a:ext uri="{FF2B5EF4-FFF2-40B4-BE49-F238E27FC236}">
                <a16:creationId xmlns:a16="http://schemas.microsoft.com/office/drawing/2014/main" id="{8A817B27-A809-4B0E-893E-A5FC207457F7}"/>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Consent-safe data</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 real-call evals</a:t>
            </a:r>
          </a:p>
        </p:txBody>
      </p:sp>
      <p:sp>
        <p:nvSpPr>
          <p:cNvPr id="13" name="">
            <a:extLst xmlns:a="http://schemas.openxmlformats.org/drawingml/2006/main">
              <a:ext uri="{FF2B5EF4-FFF2-40B4-BE49-F238E27FC236}">
                <a16:creationId xmlns:a16="http://schemas.microsoft.com/office/drawing/2014/main" id="{708234EA-EE76-4337-B460-05F225747D56}"/>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74F2A6FA-7F27-46B0-A1E2-F002CD877339}"/>
              </a:ext>
            </a:extLst>
          </p:cNvPr>
          <p:cNvSpPr>
            <a:spLocks xmlns:a="http://schemas.openxmlformats.org/drawingml/2006/main" noGrp="1"/>
          </p:cNvSpPr>
          <p:nvPr/>
        </p:nvSpPr>
        <p:spPr>
          <a:xfrm xmlns:a="http://schemas.openxmlformats.org/drawingml/2006/main">
            <a:off x="8267700" y="25146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FFF8EA"/>
                </a:solidFill>
                <a:latin typeface="Aptos Mono"/>
                <a:ea typeface="Aptos Mono"/>
                <a:cs typeface="Aptos Mono"/>
              </a:defRPr>
            </a:pPr>
            <a:r>
              <a:rPr sz="1125" b="1">
                <a:solidFill>
                  <a:srgbClr val="FFF8EA"/>
                </a:solidFill>
                <a:latin typeface="Aptos Mono"/>
                <a:ea typeface="Aptos Mono"/>
                <a:cs typeface="Aptos Mono"/>
              </a:rPr>
              <a:t>OPEN</a:t>
            </a:r>
          </a:p>
        </p:txBody>
      </p:sp>
      <p:sp>
        <p:nvSpPr>
          <p:cNvPr id="15" name="">
            <a:extLst xmlns:a="http://schemas.openxmlformats.org/drawingml/2006/main">
              <a:ext uri="{FF2B5EF4-FFF2-40B4-BE49-F238E27FC236}">
                <a16:creationId xmlns:a16="http://schemas.microsoft.com/office/drawing/2014/main" id="{83601902-7E15-4F28-BC55-FCA833D6E760}"/>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Multilingual + code-mixed</a:t>
            </a:r>
          </a:p>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reliability is still open</a:t>
            </a:r>
          </a:p>
        </p:txBody>
      </p:sp>
      <p:sp>
        <p:nvSpPr>
          <p:cNvPr id="16" name="">
            <a:extLst xmlns:a="http://schemas.openxmlformats.org/drawingml/2006/main">
              <a:ext uri="{FF2B5EF4-FFF2-40B4-BE49-F238E27FC236}">
                <a16:creationId xmlns:a16="http://schemas.microsoft.com/office/drawing/2014/main" id="{FD2F1C5B-E510-416A-990E-0459E8C93F97}"/>
              </a:ext>
            </a:extLst>
          </p:cNvPr>
          <p:cNvSpPr>
            <a:spLocks xmlns:a="http://schemas.openxmlformats.org/drawingml/2006/main" noGrp="1"/>
          </p:cNvSpPr>
          <p:nvPr/>
        </p:nvSpPr>
        <p:spPr>
          <a:xfrm xmlns:a="http://schemas.openxmlformats.org/drawingml/2006/main">
            <a:off x="1428750" y="5619750"/>
            <a:ext cx="9334500" cy="342900"/>
          </a:xfrm>
          <a:prstGeom xmlns:a="http://schemas.openxmlformats.org/drawingml/2006/main" prst="roundRect">
            <a:avLst>
              <a:gd name="adj" fmla="val 4444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The advantage is the loop: data → evaluations → reliability—before anyone treats multilingual voice as solved.</a:t>
            </a:r>
          </a:p>
        </p:txBody>
      </p:sp>
      <p:sp>
        <p:nvSpPr>
          <p:cNvPr id="17" name="">
            <a:extLst xmlns:a="http://schemas.openxmlformats.org/drawingml/2006/main">
              <a:ext uri="{FF2B5EF4-FFF2-40B4-BE49-F238E27FC236}">
                <a16:creationId xmlns:a16="http://schemas.microsoft.com/office/drawing/2014/main" id="{1E9DA779-B854-49F0-898F-1DA50BAFCD2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ASBL call-recording asset · Duet evaluation framework</a:t>
            </a:r>
          </a:p>
        </p:txBody>
      </p:sp>
    </p:spTree>
    <p:extLst>
      <p:ext uri="{BB962C8B-B14F-4D97-AF65-F5344CB8AC3E}">
        <p14:creationId xmlns:p14="http://schemas.microsoft.com/office/powerpoint/2010/main" val="102817784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4d61e88f8a24e6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306E1E3-F671-44AF-AF41-6938333440C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7DB04822-FB31-4A3D-9921-C61F6D66C93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C0994458-5850-407B-8438-C465B63E15C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484AA190-5CC9-4420-875D-C78C50EC0A7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ABDCA68F-C198-4D8E-9876-19527F2088B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E9362494-C4A1-401E-B830-1904A7D1801E}"/>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0554067C-2A85-49AA-ADE5-E2CD0207DF42}"/>
              </a:ext>
            </a:extLst>
          </p:cNvPr>
          <p:cNvSpPr>
            <a:spLocks xmlns:a="http://schemas.openxmlformats.org/drawingml/2006/main" noGrp="1"/>
          </p:cNvSpPr>
          <p:nvPr/>
        </p:nvSpPr>
        <p:spPr>
          <a:xfrm xmlns:a="http://schemas.openxmlformats.org/drawingml/2006/main">
            <a:off x="1428750" y="451485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Buy the best primitives. Own interaction state, evidence and the evaluation loop. Keep the research lane alive.</a:t>
            </a:r>
          </a:p>
        </p:txBody>
      </p:sp>
      <p:sp>
        <p:nvSpPr>
          <p:cNvPr id="9" name="">
            <a:extLst xmlns:a="http://schemas.openxmlformats.org/drawingml/2006/main">
              <a:ext uri="{FF2B5EF4-FFF2-40B4-BE49-F238E27FC236}">
                <a16:creationId xmlns:a16="http://schemas.microsoft.com/office/drawing/2014/main" id="{B4059973-2009-4D1F-8BFF-DF9CE3070273}"/>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10" name="">
            <a:extLst xmlns:a="http://schemas.openxmlformats.org/drawingml/2006/main">
              <a:ext uri="{FF2B5EF4-FFF2-40B4-BE49-F238E27FC236}">
                <a16:creationId xmlns:a16="http://schemas.microsoft.com/office/drawing/2014/main" id="{A2460738-1917-4C22-B7F6-2C5E32039665}"/>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23E8927-182E-4FFF-9F4F-7EAB97C88C9A}"/>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FDA88818-C357-4943-AA77-D0FB8FC81C4A}"/>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049EE15C-2C93-478B-B09D-9EAD54A9B0DD}"/>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B2632D8E-481B-4A12-B8C7-F463B9370B8D}"/>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43B7CC7D-C3D6-499C-979A-3CE3905DFC17}"/>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41C1434E-054E-4021-8809-790CAC52F52A}"/>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DD08C3BB-D3A9-4110-B866-04708DBF8634}"/>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F6BE9B8A-8252-43AD-A175-E97CA3313FCB}"/>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2CAF28DF-1FEC-4CA2-BE33-6F9AEF82E8BF}"/>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44A9611A-F4CA-4341-A283-0F1FFFC82C1F}"/>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412830F8-3973-4A4A-BA04-F39526A0733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72068325-8FB3-4DE3-82C4-1ADB524C60FC}"/>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2B183366-6428-4B5C-A2B2-F8DBF54BBAC3}"/>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4AD0DF12-4B43-47BB-96AE-3CFDE24793B5}"/>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5" name="">
            <a:extLst xmlns:a="http://schemas.openxmlformats.org/drawingml/2006/main">
              <a:ext uri="{FF2B5EF4-FFF2-40B4-BE49-F238E27FC236}">
                <a16:creationId xmlns:a16="http://schemas.microsoft.com/office/drawing/2014/main" id="{313DB966-396F-4382-A0C5-87E72A0AD37B}"/>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C03A9F48-F3F4-439C-BF12-3C5D16616056}"/>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D703D745-090F-48BF-AFCE-5E5860E807FF}"/>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A3C1EA08-EC3B-4565-B812-5ADF0C14B98F}"/>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B20AC84E-2133-48CD-AE60-0CF722DD8A7E}"/>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ED273E8-3FE1-49EB-ADE1-6A97F9E55F78}"/>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22781090-E09E-41C7-A6B3-F73333A88200}"/>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BEB6AAE9-6A94-423F-B8B5-AED915990443}"/>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36D0BA2A-471F-4B92-8359-5020BEC6C27E}"/>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5414A3A1-6FF1-4D7B-8220-914F60D1C34F}"/>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20F69B2E-47B5-439D-9810-46DACFC1EEF4}"/>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233A3097-6F34-43BC-BB2A-20BCAA62982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46520666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6a4d59c8c50481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76A1CE-4E71-498E-BC6C-1BD0B1A6CE5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2966A0-9AF1-499E-A259-F0D4456C9E0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8579D097-5BB2-4383-9EF3-A6A9C89D153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C61EF7-D087-4331-B40C-66170B292EF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2701AD56-5498-4920-8B80-5F071BD9E3F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EADC80D-25FE-4FAF-9D7C-32CEEA076654}"/>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CBBEF311-77BC-4EA4-8BC9-F1F7E3ABEA4D}"/>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5B8438E-60C1-4E38-A2B0-48790A95E724}"/>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26A985F9-B0F9-436F-A2B0-AD08F3422F7B}"/>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27CB0660-0EB0-4795-A999-2BCB2850EF81}"/>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7E4107D8-0A19-48EC-9B70-2B1D3DAD610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69B29954-0349-4CDB-93F5-470023144BF4}"/>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156DE050-69BF-4B16-AA0E-C0F8A6AE8E3A}"/>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3E0E4BF6-CEF3-4D9F-8632-164033F6971D}"/>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2D95FFE5-3DE4-4FAE-9945-E47FD7DC8324}"/>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06DAB96B-CAE3-4DDA-9103-6007096ED0C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7958FF04-A0AA-40BA-82A9-466FC2F99DAD}"/>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59756615-8CEF-4894-982A-F5D1B8CE5248}"/>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549D5595-5705-4130-BDC2-DF5E612CF645}"/>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79032042-3993-4D93-8E47-468C606404F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297890551"/>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11c7eac237ff4ae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0F674A1-3E5B-42AB-BB8E-60D3D6254AF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578DA7-653B-4C91-A55F-8262503F141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61DAE42D-6318-4D9E-90D2-B225D3EAD75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1F5F20E-440A-405F-A9A5-0E4CA860795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D53F158-1D3E-4860-A60D-6BCB2343586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CD6C512-7B53-4E0C-94C3-C19A035386CA}"/>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7316876E-DFBB-48B0-A22D-20CCAB8E21CC}"/>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0DC32BD0-90AE-4C58-B37B-DEA7FB5234AD}"/>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AA88EACF-575E-40C2-93BB-80624F21D3F6}"/>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1CF8ABD1-678F-47F3-B63D-7E722AF2C30D}"/>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8136A0EB-DCF1-42E5-B14C-888E6361F809}"/>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94A945BE-A1C3-4EFE-B34D-0443B5B77752}"/>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41953BDB-32F8-4159-9A6A-85259F227D9D}"/>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67DE9B88-BC55-4E42-BF84-CCDA13780030}"/>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1C1CE0C-1F5D-44D8-AF4A-B75B64B6B7E6}"/>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9C9FD83E-649B-4879-862C-386614DF9B32}"/>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44816C48-A584-430D-B6E0-31EA96DDE7A9}"/>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F2CF7765-3CAC-46B3-9B36-FB91CBD3F5CB}"/>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C478BA1C-DBA7-428C-93AA-3F93B2D5A717}"/>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D1F1B486-3AB0-41BF-9E80-BF2735AF0A78}"/>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E7B7691F-B684-4A80-9E17-1A591D6C1752}"/>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BB6E6535-045A-40F2-ADB0-E4F2FBD22F00}"/>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CAA1643F-8FDD-4FD1-A661-C982BC0B987C}"/>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0F8155EF-1A07-47E2-BA9D-89B639A46168}"/>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F6AFF171-5EF0-4D02-A9AA-71055377EE2F}"/>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B8481AE1-23E2-45EC-A6BB-692E6F3666BD}"/>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6C12B6D8-C956-4069-AA2E-AABB1CF3D20B}"/>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88BB3F77-D2CC-41E1-A1B4-8D457A40421D}"/>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0AA98FA9-F531-4BAA-AC63-4FC8929E5D0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1090F7B6-C053-48BD-AB7A-80BFAA92BFFB}"/>
              </a:ext>
            </a:extLst>
          </p:cNvPr>
          <p:cNvSpPr>
            <a:spLocks xmlns:a="http://schemas.openxmlformats.org/drawingml/2006/main" noGrp="1"/>
          </p:cNvSpPr>
          <p:nvPr/>
        </p:nvSpPr>
        <p:spPr>
          <a:xfrm xmlns:a="http://schemas.openxmlformats.org/drawingml/2006/main">
            <a:off x="1047750" y="5734050"/>
            <a:ext cx="10096500" cy="400050"/>
          </a:xfrm>
          <a:prstGeom xmlns:a="http://schemas.openxmlformats.org/drawingml/2006/main" prst="roundRect">
            <a:avLst>
              <a:gd name="adj" fmla="val 3571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98849"/>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A production voice eval is layered. Measure recognition by accent and noise, turn-taking by endpoint and overlap, reasoning by factuality and task success, speech by TTFB and preference, and the whole system by tail latency, cost and business outcomes.</a:t>
            </a:r>
          </a:p>
        </p:txBody>
      </p:sp>
      <p:sp>
        <p:nvSpPr>
          <p:cNvPr id="32" name="">
            <a:extLst xmlns:a="http://schemas.openxmlformats.org/drawingml/2006/main">
              <a:ext uri="{FF2B5EF4-FFF2-40B4-BE49-F238E27FC236}">
                <a16:creationId xmlns:a16="http://schemas.microsoft.com/office/drawing/2014/main" id="{1C4E5DB0-FED6-45EA-A7A4-59BDA12FB0D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99071999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0c0c254276a492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09DA0D-E7D0-45F4-97DE-5C3C100CAF1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49E43EB-CE7A-47E9-9E08-3C154009C4E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BA15C393-B282-46B7-B3CA-5287858A4F0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364049C-F5E0-4047-A88B-CDE45E618C5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8F50E348-0033-4941-BD2E-F24EA46CBFD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3F75984-43B6-43CB-99B3-45EFDE5756CF}"/>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9357998D-4DB9-4FE0-9BD7-2ED0D9DABFA0}"/>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47CAC5AB-0AB2-44AF-9883-10C004E6ABB0}"/>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0E75F725-FFC5-49FC-BED1-6200B0DBDE94}"/>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ACA373A6-D5C3-4A92-B781-57CC7CAB8C7B}"/>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20D5E4C7-2349-48BF-BFB6-91EF5FDE9D46}"/>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B180DF84-C096-4198-9BCB-8019B3A33858}"/>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CAB5DA02-1242-4B5B-A482-B9E7BC4198A4}"/>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B4A5AE26-32DB-43CE-906A-39CB71A1E9CE}"/>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CFB869E0-AD51-4FA0-B0FE-A36EA3FC9AF7}"/>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14E106A3-3283-4BC9-AB88-58BD43D14A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7330551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2026-08-25T03:57:49.5550000Z</dcterms:created>
  <dcterms:modified xsi:type="dcterms:W3CDTF">2026-08-25T03:57:49.5550000Z</dcterms:modified>
</coreProperties>
</file>