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6916517cba4486" /><Relationship Type="http://schemas.openxmlformats.org/officeDocument/2006/relationships/extended-properties" Target="/docProps/app.xml" Id="Rd51bfbb248694e89" /><Relationship Type="http://schemas.openxmlformats.org/officeDocument/2006/relationships/officeDocument" Target="/ppt/presentation.xml" Id="R792e440947864828" /></Relationships>
</file>

<file path=ppt/presentation.xml><?xml version="1.0" encoding="utf-8"?>
<p:presentation xmlns:p="http://schemas.openxmlformats.org/presentationml/2006/main">
  <p:sldMasterIdLst>
    <p:sldMasterId xmlns:r="http://schemas.openxmlformats.org/officeDocument/2006/relationships" id="2147483648" r:id="R2945e5ece31a4574"/>
  </p:sldMasterIdLst>
  <p:notesMasterIdLst>
    <p:notesMasterId xmlns:r="http://schemas.openxmlformats.org/officeDocument/2006/relationships" r:id="Rd5e5fcf265d24f39"/>
  </p:notesMasterIdLst>
  <p:sldIdLst>
    <p:sldId xmlns:r="http://schemas.openxmlformats.org/officeDocument/2006/relationships" id="256" r:id="R2fe8d417bd65413b"/>
    <p:sldId xmlns:r="http://schemas.openxmlformats.org/officeDocument/2006/relationships" id="257" r:id="R2bbc9b099b954ef5"/>
    <p:sldId xmlns:r="http://schemas.openxmlformats.org/officeDocument/2006/relationships" id="258" r:id="Rf09f8cb5568f40bf"/>
    <p:sldId xmlns:r="http://schemas.openxmlformats.org/officeDocument/2006/relationships" id="259" r:id="R3e79a74014784e71"/>
    <p:sldId xmlns:r="http://schemas.openxmlformats.org/officeDocument/2006/relationships" id="260" r:id="Rf47b22c13e1745fb"/>
    <p:sldId xmlns:r="http://schemas.openxmlformats.org/officeDocument/2006/relationships" id="261" r:id="R7e2c075e3b154af2"/>
    <p:sldId xmlns:r="http://schemas.openxmlformats.org/officeDocument/2006/relationships" id="262" r:id="Rf37c02cc0dba4c51"/>
    <p:sldId xmlns:r="http://schemas.openxmlformats.org/officeDocument/2006/relationships" id="263" r:id="R61d6ed813acf4045"/>
    <p:sldId xmlns:r="http://schemas.openxmlformats.org/officeDocument/2006/relationships" id="264" r:id="R24c9f730c9f64df3"/>
    <p:sldId xmlns:r="http://schemas.openxmlformats.org/officeDocument/2006/relationships" id="265" r:id="Rff855a7bb2634f87"/>
    <p:sldId xmlns:r="http://schemas.openxmlformats.org/officeDocument/2006/relationships" id="266" r:id="R0af0b7b9816240bd"/>
    <p:sldId xmlns:r="http://schemas.openxmlformats.org/officeDocument/2006/relationships" id="267" r:id="Rf8ccea9552ce4166"/>
    <p:sldId xmlns:r="http://schemas.openxmlformats.org/officeDocument/2006/relationships" id="268" r:id="Rc723a1a813864ccc"/>
    <p:sldId xmlns:r="http://schemas.openxmlformats.org/officeDocument/2006/relationships" id="269" r:id="R25315f5dc8bd4522"/>
    <p:sldId xmlns:r="http://schemas.openxmlformats.org/officeDocument/2006/relationships" id="270" r:id="R85ce0bf0472b4576"/>
    <p:sldId xmlns:r="http://schemas.openxmlformats.org/officeDocument/2006/relationships" id="271" r:id="R960dca45d1734533"/>
    <p:sldId xmlns:r="http://schemas.openxmlformats.org/officeDocument/2006/relationships" id="272" r:id="Ra3167998544b41be"/>
    <p:sldId xmlns:r="http://schemas.openxmlformats.org/officeDocument/2006/relationships" id="273" r:id="R784f9ddbc0074812"/>
    <p:sldId xmlns:r="http://schemas.openxmlformats.org/officeDocument/2006/relationships" id="274" r:id="Red3f1bc8890243a7"/>
    <p:sldId xmlns:r="http://schemas.openxmlformats.org/officeDocument/2006/relationships" id="275" r:id="R1fec90bf001142f6"/>
    <p:sldId xmlns:r="http://schemas.openxmlformats.org/officeDocument/2006/relationships" id="276" r:id="R5c949b4e562e4eea"/>
    <p:sldId xmlns:r="http://schemas.openxmlformats.org/officeDocument/2006/relationships" id="277" r:id="Radc184ea96914ee7"/>
    <p:sldId xmlns:r="http://schemas.openxmlformats.org/officeDocument/2006/relationships" id="278" r:id="R27c06662bbf14563"/>
    <p:sldId xmlns:r="http://schemas.openxmlformats.org/officeDocument/2006/relationships" id="279" r:id="R07aefd25483d4fc2"/>
    <p:sldId xmlns:r="http://schemas.openxmlformats.org/officeDocument/2006/relationships" id="280" r:id="R8d51c8c701554285"/>
    <p:sldId xmlns:r="http://schemas.openxmlformats.org/officeDocument/2006/relationships" id="281" r:id="R3b8222eb93674a28"/>
    <p:sldId xmlns:r="http://schemas.openxmlformats.org/officeDocument/2006/relationships" id="282" r:id="Raf341ee5210440a9"/>
    <p:sldId xmlns:r="http://schemas.openxmlformats.org/officeDocument/2006/relationships" id="283" r:id="Rb026601ab5404fde"/>
    <p:sldId xmlns:r="http://schemas.openxmlformats.org/officeDocument/2006/relationships" id="284" r:id="Rd9702646cdc84df3"/>
    <p:sldId xmlns:r="http://schemas.openxmlformats.org/officeDocument/2006/relationships" id="285" r:id="R32c0ccd772d4402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e45cdc546d64f7a" /><Relationship Type="http://schemas.openxmlformats.org/officeDocument/2006/relationships/slideMaster" Target="/ppt/slideMasters/slideMaster1.xml" Id="R2945e5ece31a4574" /><Relationship Type="http://schemas.openxmlformats.org/officeDocument/2006/relationships/notesMaster" Target="/ppt/notesMasters/notesMaster1.xml" Id="Rd5e5fcf265d24f39" /><Relationship Type="http://schemas.openxmlformats.org/officeDocument/2006/relationships/presProps" Target="/ppt/presProps.xml" Id="Ra88906131e1c4362" /><Relationship Type="http://schemas.openxmlformats.org/officeDocument/2006/relationships/tableStyles" Target="/ppt/tableStyles.xml" Id="R06766a02b1df4de8" /><Relationship Type="http://schemas.openxmlformats.org/officeDocument/2006/relationships/slide" Target="/ppt/slides/slide1.xml" Id="R2fe8d417bd65413b" /><Relationship Type="http://schemas.openxmlformats.org/officeDocument/2006/relationships/slide" Target="/ppt/slides/slide2.xml" Id="R2bbc9b099b954ef5" /><Relationship Type="http://schemas.openxmlformats.org/officeDocument/2006/relationships/slide" Target="/ppt/slides/slide3.xml" Id="Rf09f8cb5568f40bf" /><Relationship Type="http://schemas.openxmlformats.org/officeDocument/2006/relationships/slide" Target="/ppt/slides/slide4.xml" Id="R3e79a74014784e71" /><Relationship Type="http://schemas.openxmlformats.org/officeDocument/2006/relationships/slide" Target="/ppt/slides/slide5.xml" Id="Rf47b22c13e1745fb" /><Relationship Type="http://schemas.openxmlformats.org/officeDocument/2006/relationships/slide" Target="/ppt/slides/slide6.xml" Id="R7e2c075e3b154af2" /><Relationship Type="http://schemas.openxmlformats.org/officeDocument/2006/relationships/slide" Target="/ppt/slides/slide7.xml" Id="Rf37c02cc0dba4c51" /><Relationship Type="http://schemas.openxmlformats.org/officeDocument/2006/relationships/slide" Target="/ppt/slides/slide8.xml" Id="R61d6ed813acf4045" /><Relationship Type="http://schemas.openxmlformats.org/officeDocument/2006/relationships/slide" Target="/ppt/slides/slide9.xml" Id="R24c9f730c9f64df3" /><Relationship Type="http://schemas.openxmlformats.org/officeDocument/2006/relationships/slide" Target="/ppt/slides/slide10.xml" Id="Rff855a7bb2634f87" /><Relationship Type="http://schemas.openxmlformats.org/officeDocument/2006/relationships/slide" Target="/ppt/slides/slide11.xml" Id="R0af0b7b9816240bd" /><Relationship Type="http://schemas.openxmlformats.org/officeDocument/2006/relationships/slide" Target="/ppt/slides/slide12.xml" Id="Rf8ccea9552ce4166" /><Relationship Type="http://schemas.openxmlformats.org/officeDocument/2006/relationships/slide" Target="/ppt/slides/slide13.xml" Id="Rc723a1a813864ccc" /><Relationship Type="http://schemas.openxmlformats.org/officeDocument/2006/relationships/slide" Target="/ppt/slides/slide14.xml" Id="R25315f5dc8bd4522" /><Relationship Type="http://schemas.openxmlformats.org/officeDocument/2006/relationships/slide" Target="/ppt/slides/slide15.xml" Id="R85ce0bf0472b4576" /><Relationship Type="http://schemas.openxmlformats.org/officeDocument/2006/relationships/slide" Target="/ppt/slides/slide16.xml" Id="R960dca45d1734533" /><Relationship Type="http://schemas.openxmlformats.org/officeDocument/2006/relationships/slide" Target="/ppt/slides/slide17.xml" Id="Ra3167998544b41be" /><Relationship Type="http://schemas.openxmlformats.org/officeDocument/2006/relationships/slide" Target="/ppt/slides/slide18.xml" Id="R784f9ddbc0074812" /><Relationship Type="http://schemas.openxmlformats.org/officeDocument/2006/relationships/slide" Target="/ppt/slides/slide19.xml" Id="Red3f1bc8890243a7" /><Relationship Type="http://schemas.openxmlformats.org/officeDocument/2006/relationships/slide" Target="/ppt/slides/slide20.xml" Id="R1fec90bf001142f6" /><Relationship Type="http://schemas.openxmlformats.org/officeDocument/2006/relationships/slide" Target="/ppt/slides/slide21.xml" Id="R5c949b4e562e4eea" /><Relationship Type="http://schemas.openxmlformats.org/officeDocument/2006/relationships/slide" Target="/ppt/slides/slide22.xml" Id="Radc184ea96914ee7" /><Relationship Type="http://schemas.openxmlformats.org/officeDocument/2006/relationships/slide" Target="/ppt/slides/slide23.xml" Id="R27c06662bbf14563" /><Relationship Type="http://schemas.openxmlformats.org/officeDocument/2006/relationships/slide" Target="/ppt/slides/slide24.xml" Id="R07aefd25483d4fc2" /><Relationship Type="http://schemas.openxmlformats.org/officeDocument/2006/relationships/slide" Target="/ppt/slides/slide25.xml" Id="R8d51c8c701554285" /><Relationship Type="http://schemas.openxmlformats.org/officeDocument/2006/relationships/slide" Target="/ppt/slides/slide26.xml" Id="R3b8222eb93674a28" /><Relationship Type="http://schemas.openxmlformats.org/officeDocument/2006/relationships/slide" Target="/ppt/slides/slide27.xml" Id="Raf341ee5210440a9" /><Relationship Type="http://schemas.openxmlformats.org/officeDocument/2006/relationships/slide" Target="/ppt/slides/slide28.xml" Id="Rb026601ab5404fde" /><Relationship Type="http://schemas.openxmlformats.org/officeDocument/2006/relationships/slide" Target="/ppt/slides/slide29.xml" Id="Rd9702646cdc84df3" /><Relationship Type="http://schemas.openxmlformats.org/officeDocument/2006/relationships/slide" Target="/ppt/slides/slide30.xml" Id="R32c0ccd772d4402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91a7cd981b4a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e4111d5b5145a1" /><Relationship Type="http://schemas.openxmlformats.org/officeDocument/2006/relationships/notesMaster" Target="/ppt/notesMasters/notesMaster1.xml" Id="R0c8dd3ef9f2449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a449126c9d4373" /><Relationship Type="http://schemas.openxmlformats.org/officeDocument/2006/relationships/notesMaster" Target="/ppt/notesMasters/notesMaster1.xml" Id="Rcddb3cdd1f2148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ebbc17be99434c" /><Relationship Type="http://schemas.openxmlformats.org/officeDocument/2006/relationships/notesMaster" Target="/ppt/notesMasters/notesMaster1.xml" Id="R9c4c2f9fd5294b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84821dd4a54996" /><Relationship Type="http://schemas.openxmlformats.org/officeDocument/2006/relationships/notesMaster" Target="/ppt/notesMasters/notesMaster1.xml" Id="R3ce087f5554041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e2e684d1ec24c78" /><Relationship Type="http://schemas.openxmlformats.org/officeDocument/2006/relationships/notesMaster" Target="/ppt/notesMasters/notesMaster1.xml" Id="Rafb3f93582904a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581dce7fea4e34" /><Relationship Type="http://schemas.openxmlformats.org/officeDocument/2006/relationships/notesMaster" Target="/ppt/notesMasters/notesMaster1.xml" Id="R6860374f394a4c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4ae5e7f2d040cc" /><Relationship Type="http://schemas.openxmlformats.org/officeDocument/2006/relationships/notesMaster" Target="/ppt/notesMasters/notesMaster1.xml" Id="R70930516946b46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49f1bd27be4316" /><Relationship Type="http://schemas.openxmlformats.org/officeDocument/2006/relationships/notesMaster" Target="/ppt/notesMasters/notesMaster1.xml" Id="R03917c2d36db48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3f3a0ffbe844992" /><Relationship Type="http://schemas.openxmlformats.org/officeDocument/2006/relationships/notesMaster" Target="/ppt/notesMasters/notesMaster1.xml" Id="R6774a9c4ad0444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7cf9c341404453" /><Relationship Type="http://schemas.openxmlformats.org/officeDocument/2006/relationships/notesMaster" Target="/ppt/notesMasters/notesMaster1.xml" Id="R06266b7c1b5d49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7cc624a68f4d93" /><Relationship Type="http://schemas.openxmlformats.org/officeDocument/2006/relationships/notesMaster" Target="/ppt/notesMasters/notesMaster1.xml" Id="Rebbe153acd99440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7c83e95f1b4656" /><Relationship Type="http://schemas.openxmlformats.org/officeDocument/2006/relationships/notesMaster" Target="/ppt/notesMasters/notesMaster1.xml" Id="R27690093e55748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0c83f4c29b549e8" /><Relationship Type="http://schemas.openxmlformats.org/officeDocument/2006/relationships/notesMaster" Target="/ppt/notesMasters/notesMaster1.xml" Id="R9d3979a02c0e4ab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e7947562ce4dc9" /><Relationship Type="http://schemas.openxmlformats.org/officeDocument/2006/relationships/notesMaster" Target="/ppt/notesMasters/notesMaster1.xml" Id="Rc0af0ae53bfb47f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7b0a4fe416f405c" /><Relationship Type="http://schemas.openxmlformats.org/officeDocument/2006/relationships/notesMaster" Target="/ppt/notesMasters/notesMaster1.xml" Id="Rdaf58b39fcf040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cea177de3b44100" /><Relationship Type="http://schemas.openxmlformats.org/officeDocument/2006/relationships/notesMaster" Target="/ppt/notesMasters/notesMaster1.xml" Id="R4fa5979bb5e942d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c6415e40364ef6" /><Relationship Type="http://schemas.openxmlformats.org/officeDocument/2006/relationships/notesMaster" Target="/ppt/notesMasters/notesMaster1.xml" Id="R02f398ecfe764a2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00a4fa64a5462f" /><Relationship Type="http://schemas.openxmlformats.org/officeDocument/2006/relationships/notesMaster" Target="/ppt/notesMasters/notesMaster1.xml" Id="R576e94fddbff44e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f85ffe561674132" /><Relationship Type="http://schemas.openxmlformats.org/officeDocument/2006/relationships/notesMaster" Target="/ppt/notesMasters/notesMaster1.xml" Id="Rcd2ad0bf6671402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5ef03a22ba74a2a" /><Relationship Type="http://schemas.openxmlformats.org/officeDocument/2006/relationships/notesMaster" Target="/ppt/notesMasters/notesMaster1.xml" Id="R37677204209046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e27eb3dbdce476b" /><Relationship Type="http://schemas.openxmlformats.org/officeDocument/2006/relationships/notesMaster" Target="/ppt/notesMasters/notesMaster1.xml" Id="R6d07b6fce4fa41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fe1c008e579498a" /><Relationship Type="http://schemas.openxmlformats.org/officeDocument/2006/relationships/notesMaster" Target="/ppt/notesMasters/notesMaster1.xml" Id="R1ae84d9675b349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55068c77a0c4df1" /><Relationship Type="http://schemas.openxmlformats.org/officeDocument/2006/relationships/notesMaster" Target="/ppt/notesMasters/notesMaster1.xml" Id="Rb6497c2da6d043f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2ac78621e574235" /><Relationship Type="http://schemas.openxmlformats.org/officeDocument/2006/relationships/notesMaster" Target="/ppt/notesMasters/notesMaster1.xml" Id="Rc39a7985675f490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6b4c9bc64e44b6" /><Relationship Type="http://schemas.openxmlformats.org/officeDocument/2006/relationships/notesMaster" Target="/ppt/notesMasters/notesMaster1.xml" Id="Rae3b3271d6814c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bafc30101244348" /><Relationship Type="http://schemas.openxmlformats.org/officeDocument/2006/relationships/notesMaster" Target="/ppt/notesMasters/notesMaster1.xml" Id="R5b13cbfb23594ba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b3325a6e014f53" /><Relationship Type="http://schemas.openxmlformats.org/officeDocument/2006/relationships/notesMaster" Target="/ppt/notesMasters/notesMaster1.xml" Id="R3ae830a10e00410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89c61466c8b4842" /><Relationship Type="http://schemas.openxmlformats.org/officeDocument/2006/relationships/notesMaster" Target="/ppt/notesMasters/notesMaster1.xml" Id="R2971274310c246c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9c2491976a241ae" /><Relationship Type="http://schemas.openxmlformats.org/officeDocument/2006/relationships/notesMaster" Target="/ppt/notesMasters/notesMaster1.xml" Id="R51bbacc2349e4e6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8de0746f64a4eea" /><Relationship Type="http://schemas.openxmlformats.org/officeDocument/2006/relationships/notesMaster" Target="/ppt/notesMasters/notesMaster1.xml" Id="R29b446775a3f42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d66129c4bf44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865eaeb94f4bad" /><Relationship Type="http://schemas.openxmlformats.org/officeDocument/2006/relationships/slideLayout" Target="/ppt/slideLayouts/slideLayout1.xml" Id="R54112831c6404b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4112831c6404b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df21921d2240b7" /><Relationship Type="http://schemas.openxmlformats.org/officeDocument/2006/relationships/image" Target="/ppt/media/image.jpeg" Id="Rb10100fd61c2450c" /><Relationship Type="http://schemas.openxmlformats.org/officeDocument/2006/relationships/notesSlide" Target="/ppt/notesSlides/notesSlide1.xml" Id="Rca31c55369d9419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96f93a80294f3f" /><Relationship Type="http://schemas.openxmlformats.org/officeDocument/2006/relationships/image" Target="/ppt/media/image2.jpeg" Id="R92d4abbf645c4ecb" /><Relationship Type="http://schemas.openxmlformats.org/officeDocument/2006/relationships/notesSlide" Target="/ppt/notesSlides/notesSlide2.xml" Id="R39c4e7a0b1b04c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03d5c004c204282" /><Relationship Type="http://schemas.openxmlformats.org/officeDocument/2006/relationships/image" Target="/ppt/media/image3.jpeg" Id="R7dd84ce55bd345b7" /><Relationship Type="http://schemas.openxmlformats.org/officeDocument/2006/relationships/notesSlide" Target="/ppt/notesSlides/notesSlide3.xml" Id="R5ad404d7853840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3c959cebfa467c" /><Relationship Type="http://schemas.openxmlformats.org/officeDocument/2006/relationships/image" Target="/ppt/media/image4.jpeg" Id="Rae3386752e2146ee" /><Relationship Type="http://schemas.openxmlformats.org/officeDocument/2006/relationships/notesSlide" Target="/ppt/notesSlides/notesSlide4.xml" Id="Rd1d424fb13084b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b3ef3677d414e50" /><Relationship Type="http://schemas.openxmlformats.org/officeDocument/2006/relationships/image" Target="/ppt/media/image5.jpeg" Id="R1825482de25f4146" /><Relationship Type="http://schemas.openxmlformats.org/officeDocument/2006/relationships/notesSlide" Target="/ppt/notesSlides/notesSlide5.xml" Id="Ra7de9d5eaa4f43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448796925f4b05" /><Relationship Type="http://schemas.openxmlformats.org/officeDocument/2006/relationships/image" Target="/ppt/media/image6.jpeg" Id="R11b837dc12e54d56" /><Relationship Type="http://schemas.openxmlformats.org/officeDocument/2006/relationships/notesSlide" Target="/ppt/notesSlides/notesSlide6.xml" Id="R4c7afe321b9349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51e2aefe2324209" /><Relationship Type="http://schemas.openxmlformats.org/officeDocument/2006/relationships/image" Target="/ppt/media/image7.jpeg" Id="R1db791fee49e471f" /><Relationship Type="http://schemas.openxmlformats.org/officeDocument/2006/relationships/notesSlide" Target="/ppt/notesSlides/notesSlide7.xml" Id="R594d15f14ed6471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5352218176e4ab6" /><Relationship Type="http://schemas.openxmlformats.org/officeDocument/2006/relationships/image" Target="/ppt/media/image8.jpeg" Id="R1994e53422c14e67" /><Relationship Type="http://schemas.openxmlformats.org/officeDocument/2006/relationships/notesSlide" Target="/ppt/notesSlides/notesSlide8.xml" Id="R6efd938e28534f4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f76733466b446f" /><Relationship Type="http://schemas.openxmlformats.org/officeDocument/2006/relationships/image" Target="/ppt/media/image9.jpeg" Id="R3235fdb16ab44738" /><Relationship Type="http://schemas.openxmlformats.org/officeDocument/2006/relationships/notesSlide" Target="/ppt/notesSlides/notesSlide9.xml" Id="R2ae7278b96fd41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e64a08d5dc41b4" /><Relationship Type="http://schemas.openxmlformats.org/officeDocument/2006/relationships/image" Target="/ppt/media/image10.jpeg" Id="R40d759c514104f06" /><Relationship Type="http://schemas.openxmlformats.org/officeDocument/2006/relationships/notesSlide" Target="/ppt/notesSlides/notesSlide10.xml" Id="R58042dc2f8e147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9c03624f93c4a11" /><Relationship Type="http://schemas.openxmlformats.org/officeDocument/2006/relationships/image" Target="/ppt/media/image11.jpeg" Id="R9084466b9d764da0" /><Relationship Type="http://schemas.openxmlformats.org/officeDocument/2006/relationships/notesSlide" Target="/ppt/notesSlides/notesSlide11.xml" Id="Rf0dcbe5007b549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fa2cb16e2244711" /><Relationship Type="http://schemas.openxmlformats.org/officeDocument/2006/relationships/image" Target="/ppt/media/image12.jpeg" Id="R50391df01a984f71" /><Relationship Type="http://schemas.openxmlformats.org/officeDocument/2006/relationships/notesSlide" Target="/ppt/notesSlides/notesSlide12.xml" Id="R43820bf0b6504d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2361200d1cc4420" /><Relationship Type="http://schemas.openxmlformats.org/officeDocument/2006/relationships/image" Target="/ppt/media/image13.jpeg" Id="R64bd6d7cdf604982" /><Relationship Type="http://schemas.openxmlformats.org/officeDocument/2006/relationships/notesSlide" Target="/ppt/notesSlides/notesSlide13.xml" Id="R8d73b0041dcc428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af23c61ca914561" /><Relationship Type="http://schemas.openxmlformats.org/officeDocument/2006/relationships/image" Target="/ppt/media/image14.jpeg" Id="Rd01e0217f0df4bec" /><Relationship Type="http://schemas.openxmlformats.org/officeDocument/2006/relationships/notesSlide" Target="/ppt/notesSlides/notesSlide14.xml" Id="R9631836c9c1543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98cea2434d24fca" /><Relationship Type="http://schemas.openxmlformats.org/officeDocument/2006/relationships/image" Target="/ppt/media/image15.jpeg" Id="R8c3a0fed1cfa484d" /><Relationship Type="http://schemas.openxmlformats.org/officeDocument/2006/relationships/notesSlide" Target="/ppt/notesSlides/notesSlide15.xml" Id="R376370a9a76542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a54101ebe04edf" /><Relationship Type="http://schemas.openxmlformats.org/officeDocument/2006/relationships/image" Target="/ppt/media/image16.jpeg" Id="Re6b453d290794b10" /><Relationship Type="http://schemas.openxmlformats.org/officeDocument/2006/relationships/notesSlide" Target="/ppt/notesSlides/notesSlide16.xml" Id="R2b2b04a5926746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9eaf72b9274ea2" /><Relationship Type="http://schemas.openxmlformats.org/officeDocument/2006/relationships/image" Target="/ppt/media/image17.jpeg" Id="R1465ff59e68d4038" /><Relationship Type="http://schemas.openxmlformats.org/officeDocument/2006/relationships/notesSlide" Target="/ppt/notesSlides/notesSlide17.xml" Id="Rc29adb982f8348e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8d795ba1ae44cc" /><Relationship Type="http://schemas.openxmlformats.org/officeDocument/2006/relationships/image" Target="/ppt/media/image18.jpeg" Id="R45f5e57e9bd8484f" /><Relationship Type="http://schemas.openxmlformats.org/officeDocument/2006/relationships/notesSlide" Target="/ppt/notesSlides/notesSlide18.xml" Id="R9ffea60784534aa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9c8df1e049540e8" /><Relationship Type="http://schemas.openxmlformats.org/officeDocument/2006/relationships/image" Target="/ppt/media/image19.jpeg" Id="R664175bfc72f47ca" /><Relationship Type="http://schemas.openxmlformats.org/officeDocument/2006/relationships/notesSlide" Target="/ppt/notesSlides/notesSlide19.xml" Id="R1cb0299cbaf349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3988db1329e46cf" /><Relationship Type="http://schemas.openxmlformats.org/officeDocument/2006/relationships/image" Target="/ppt/media/image20.jpeg" Id="R49d9e007fe104b30" /><Relationship Type="http://schemas.openxmlformats.org/officeDocument/2006/relationships/notesSlide" Target="/ppt/notesSlides/notesSlide20.xml" Id="R708164635182407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f67e29d00b945ea" /><Relationship Type="http://schemas.openxmlformats.org/officeDocument/2006/relationships/image" Target="/ppt/media/image21.jpeg" Id="Rf6017f9cbc9c499b" /><Relationship Type="http://schemas.openxmlformats.org/officeDocument/2006/relationships/notesSlide" Target="/ppt/notesSlides/notesSlide21.xml" Id="Rd665d29e1087450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25736c190924f4c" /><Relationship Type="http://schemas.openxmlformats.org/officeDocument/2006/relationships/image" Target="/ppt/media/image22.jpeg" Id="Rd01a10cfff484958" /><Relationship Type="http://schemas.openxmlformats.org/officeDocument/2006/relationships/notesSlide" Target="/ppt/notesSlides/notesSlide22.xml" Id="R12015f02ea1d4a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5014a714bf04a83" /><Relationship Type="http://schemas.openxmlformats.org/officeDocument/2006/relationships/image" Target="/ppt/media/image23.jpeg" Id="Rcc4632ab99274fbf" /><Relationship Type="http://schemas.openxmlformats.org/officeDocument/2006/relationships/notesSlide" Target="/ppt/notesSlides/notesSlide23.xml" Id="R3907ca1c10bd416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59bf4b27de54478" /><Relationship Type="http://schemas.openxmlformats.org/officeDocument/2006/relationships/image" Target="/ppt/media/image24.jpeg" Id="R58ab0a5c6a6443ac" /><Relationship Type="http://schemas.openxmlformats.org/officeDocument/2006/relationships/notesSlide" Target="/ppt/notesSlides/notesSlide24.xml" Id="Rcfe270a74fef453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238b731dbd7423e" /><Relationship Type="http://schemas.openxmlformats.org/officeDocument/2006/relationships/image" Target="/ppt/media/image25.jpeg" Id="R5b0c5f75d1674d4e" /><Relationship Type="http://schemas.openxmlformats.org/officeDocument/2006/relationships/notesSlide" Target="/ppt/notesSlides/notesSlide25.xml" Id="R6a4957d24f2649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7b02063afc74f52" /><Relationship Type="http://schemas.openxmlformats.org/officeDocument/2006/relationships/image" Target="/ppt/media/image26.jpeg" Id="R3c043de53e324421" /><Relationship Type="http://schemas.openxmlformats.org/officeDocument/2006/relationships/notesSlide" Target="/ppt/notesSlides/notesSlide26.xml" Id="R78311d038ea84eb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71be58dee5e4738" /><Relationship Type="http://schemas.openxmlformats.org/officeDocument/2006/relationships/image" Target="/ppt/media/image27.jpeg" Id="R252008f062a046ac" /><Relationship Type="http://schemas.openxmlformats.org/officeDocument/2006/relationships/notesSlide" Target="/ppt/notesSlides/notesSlide27.xml" Id="R81868136868f4b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49b51f50b884367" /><Relationship Type="http://schemas.openxmlformats.org/officeDocument/2006/relationships/image" Target="/ppt/media/image28.jpeg" Id="Rdedb4822de7440da" /><Relationship Type="http://schemas.openxmlformats.org/officeDocument/2006/relationships/notesSlide" Target="/ppt/notesSlides/notesSlide28.xml" Id="Read9b207267b490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65737c7b7b24a2a" /><Relationship Type="http://schemas.openxmlformats.org/officeDocument/2006/relationships/image" Target="/ppt/media/image29.jpeg" Id="R74d3dfa95c74434c" /><Relationship Type="http://schemas.openxmlformats.org/officeDocument/2006/relationships/notesSlide" Target="/ppt/notesSlides/notesSlide29.xml" Id="R5bd97ed6519941f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91ffe1bfc124986" /><Relationship Type="http://schemas.openxmlformats.org/officeDocument/2006/relationships/image" Target="/ppt/media/image30.jpeg" Id="R7a2b6036c8344e5e" /><Relationship Type="http://schemas.openxmlformats.org/officeDocument/2006/relationships/notesSlide" Target="/ppt/notesSlides/notesSlide30.xml" Id="R0c6a51c25edc48f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10100fd61c2450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DB886AC-E3A8-4030-A44A-D37C0411A69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ECBB62F7-95AF-4C14-8D9C-A19CA428BF77}"/>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33E7EFB8-ED14-4D8F-8960-FA0EAC6E3B01}"/>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F2927064-4666-45A1-888A-A2ADDC69E668}"/>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5B311E28-3489-4719-AD2A-1DE709B310A0}"/>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EB563D70-98C8-4E66-8AA1-C6A5285BAF5A}"/>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976ABA06-2F6A-4BB1-94FA-6C3EC1D5B7EE}"/>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DA6C702D-7E84-4AFB-BB70-192F0A13E930}"/>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DB036BB-C3E9-4876-8094-EE1A8402DAFE}"/>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6FCF096B-A7E7-4C9C-AB96-631F3B1CB780}"/>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CE89FBE1-E8A9-4930-92DC-AA5B5D6CA7A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CD0FF8A-E35C-4892-B75E-A1B1ABB1D966}"/>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5A5563AF-993A-4732-9863-E1506A34E456}"/>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C87A0F7-0550-4541-A0C8-C947545A1A1E}"/>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EAF16B2E-A2D7-4875-AC43-1E36EF5EDD0F}"/>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338CB3F0-BDB6-4A6D-9728-1A15DA174A00}"/>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87B59DF6-D185-4833-812E-C2EE46DF2D63}"/>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1C1DE4CA-9214-45F2-AA44-49568B9EFF8A}"/>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09C4163E-8002-4079-8A3F-2EE28C2AE372}"/>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812B43A2-023B-4BF3-B906-EAD434C25504}"/>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1933B24D-BE9A-475B-ADE2-839E3D95A4E1}"/>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2AA2FBFE-31DB-4D56-9A7D-9F7EA1A95414}"/>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E3EE92D3-258A-4D36-9462-B2564BDEA724}"/>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0859A363-A689-485A-8A8A-419CFE788693}"/>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1762FBB-4250-4023-8C4E-E8B0E0A34490}"/>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FE30F42-5B03-43B4-B906-436138C510A4}"/>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BAC19C48-1482-4E62-932C-868CE704A659}"/>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583C8B1-9B52-40B2-9C99-D5ECD9F917E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3535808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2d4abbf645c4e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A3956B-5C11-4CCE-85A6-007367B8BE7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CCB95BF-CB3C-4B55-95B9-A9F0516D65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CA64077C-59F5-4051-99B7-CD0EC0153B5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654BE9F-6128-40D0-8159-69EC81DE44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EEE95D7E-6538-4F2A-A2E9-50CD7A43BE4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588A5A-B455-4724-8EF3-D619F6E29721}"/>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FCB347A8-DEC2-4AB5-845F-EAC511D6CAB3}"/>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8560F84D-C96E-42B2-BA64-1CD85A5EC9D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D4D6E810-0BA2-4BB5-9FEF-62B0C5F6F1DD}"/>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C97F39F0-1FDD-4629-9246-5BA5DEAB0ABF}"/>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152B5B5B-44F8-45C8-8A6E-13CB7E2DFBF1}"/>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870E2613-49CB-4F34-A044-A08F048ABD4D}"/>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A032D7FE-E571-4F5B-98A6-76F3453664D1}"/>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EC109318-0BCD-456B-AB09-31DC8795E96C}"/>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D505C6E7-9BB9-40BE-B6FA-CCF5DE8FC51E}"/>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11DD0570-C148-41C3-A224-DC89A2831E66}"/>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FE4D397F-CBBF-4C9C-8222-B61FD10BAD15}"/>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A01F159C-7ABD-4C32-AFF8-27527E0350B5}"/>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CD341AF2-1378-4354-92FD-720AE60CD616}"/>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213CC066-B91D-4A1A-8A5B-0E46E7B7D671}"/>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53363695-7679-4F1E-BF0C-9F274F3C10C5}"/>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27D01C23-76F7-45D1-8E6E-434FB8CA18B7}"/>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009125A9-DA0E-403A-B24E-2E0AE7540CA3}"/>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ED6C6EAD-8EDC-4A92-AFAA-8AE475E097D4}"/>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52220562-DAC5-430C-94FC-4C46D1DB4E8A}"/>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CBB33DA3-4B2C-4224-A949-6246B3EFBC7A}"/>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745BD91-554B-4E81-876C-151E130C17E9}"/>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49891B43-676C-4AB5-AC5F-4E50225C4E47}"/>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4B1D7494-6A1D-401F-80CE-1BA8D351C363}"/>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0722EC4C-00F1-41C5-B26F-D272FA0602D8}"/>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652CE02D-83DC-4452-8C98-34301AAD8115}"/>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06F96590-DB71-45D7-929F-59BB412C6CEB}"/>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4722ECAB-911A-4567-A699-7FDF70DC09F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AD727E6E-9EF8-465C-9CCF-E6893D55A648}"/>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BFF904D8-1E03-444A-B5DC-1BBE09373F1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84110834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dd84ce55bd345b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443C82-4621-413F-8539-89F8B4B13E3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EBDD8CD-A36E-4D9E-A7A3-460B32B65C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CD1D069C-F05C-43AD-911E-1C33088C254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414AD1-8859-4FE5-9688-C14EC197FE7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F90B43BA-0F27-4362-B666-D9FB5A58DAA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EEA5A9B-91FC-4559-85C3-6F7F5DF45DE2}"/>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5541A5DE-1ABD-44B8-8319-6F53BD6F19AB}"/>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E1A4C8A8-3777-4B5B-A4A2-3209381294A0}"/>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7470D1D3-F234-495A-8150-80B1FAFDBC9B}"/>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1D9775F0-676B-4444-B9E5-5324B54A88D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C5966B8E-F6CD-41A2-8A50-ACF77A166E71}"/>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6D2A2DA7-A64B-463C-B293-BD6FD9D21371}"/>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F91F3845-4AFD-4094-A1E2-208BC04F267A}"/>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2F026FF7-1649-4D9A-8C21-2679A6F8DD95}"/>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130F9A4F-D5C3-4110-B593-E3D926988FDD}"/>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5683432F-A1E1-4A40-B76C-663A60C56EAF}"/>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8CABB5A2-F3EB-432F-A342-8EF16B3D4F12}"/>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4FDF7D20-18C2-4354-851D-AB687E46B95A}"/>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399E7529-043A-47C8-B158-E8D563C2FC8D}"/>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99FAB181-4FCB-4F0D-B351-1FB796730F89}"/>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A9F3AAAB-8AA3-4EAF-8B0E-9A56A9C882AF}"/>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18011592-6045-4F42-801F-01CDE23DEE2F}"/>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68D9EC2F-BFBE-4111-9080-BAF276C70A4D}"/>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A3951099-6741-41E8-9739-5F31D6822FE7}"/>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7AB55530-7E49-4397-975B-29D5EC398251}"/>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63665F30-024E-48C3-A2E4-F88949382953}"/>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81634130-DFA4-42BE-A09E-68E6B9FFCF18}"/>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9553935D-EF87-4A42-BE28-7AF758DBA2C3}"/>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08423D80-40BA-4B7F-8EDA-218935D298D3}"/>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D67E9B25-91C3-4016-A90C-4553AD6261A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5453068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ae3386752e2146e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2BD4433-1E9E-4C38-BB51-FFB71BBB76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4CB1207-87AE-455A-B109-E6E5CB6A091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4FDC329E-4E76-4220-923D-28D33BDEB5B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7633988-4069-4984-B2B4-0AF9AF56C94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FB31B958-9133-4E78-8FF8-458EDEC553B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E33026B-5EF4-4814-9B53-C37CC12753FE}"/>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719CAB2F-E837-418F-AE46-9D46C71A4923}"/>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5758093C-ADA7-46DE-B450-88FEA9AF02B8}"/>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6F5EBA4C-264D-48B3-ABBA-1DF46D4FECDC}"/>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2799384D-6D3D-4B8D-8BCB-657C06834A70}"/>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D5D1EA3-5EA7-462F-B028-7FB3856F9CB1}"/>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F8D21A5-00DE-4C1A-B4C4-EDC6DFD55CC6}"/>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9A76707C-1822-49E6-A716-CE21F06BE95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72F2AB1D-09C4-44D6-A73F-97BECBF316E2}"/>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9DDBBA8-29BF-4608-AAFB-0D647005E6A4}"/>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1403C090-46CA-4D71-BE0D-F04384274D17}"/>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0E57679C-0ED6-4B8D-9A39-0DE295EC9D02}"/>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3750289C-0043-483A-93FC-1809D189C982}"/>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1615C37-72CF-424F-85BA-2CC5F1452570}"/>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2F6BD4BA-6ADE-4089-8CD9-BDD7703950D7}"/>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3939EF02-A883-4C52-8DA7-A37DFD331ABA}"/>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437A1ED6-E85A-46D0-8021-E55980DF9522}"/>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4CDC9495-68C6-414E-ACA4-4DD089328B40}"/>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E82EA064-9A5B-4B46-A288-23B10A95F526}"/>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72E1A544-5BEE-4B77-8E3C-C1A89E7C81F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19624584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825482de25f414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42C0F77-2A2B-4714-929F-CE331F77F8D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8E4BE71-DEE7-4C38-A4EE-05E459EA341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AD69E082-1C1F-4B2D-B175-C854C7478F5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3C32E35-6CBB-4CA6-9935-5AC32EB4D70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57EFECA4-29B0-4127-A647-538CA7969D2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2B65848-264A-438D-9DCF-F5E57111A609}"/>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F01D67A-E6CD-4F64-8100-06D654A1CF0A}"/>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3DF46EBC-04B6-4B50-954C-D99A17DC3381}"/>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9B2D968D-4B28-4A2F-907D-3BCCF317154E}"/>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730D895D-F3B5-450D-8B8C-B583B96801DC}"/>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885A586A-46E2-4B8A-AFA1-A5F86DA98753}"/>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9DD079DE-2923-4690-BE9A-C71632DB3081}"/>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3FFE4C5D-54D5-4F10-96D2-E3D9829717B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A44933DB-42C8-4822-AA5F-C1FA8F49C733}"/>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A55698A-4A33-4347-82A2-2BA129DEE9B5}"/>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A0BC94B-DC88-4ED0-9299-378E496E904E}"/>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619E698C-6D03-4FC5-84A5-5AC7C9CA7C63}"/>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E746923E-7D91-4A2A-84B8-8AE17F76C47E}"/>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81754A52-4FDE-4BCA-A271-E0D2B4DFCB59}"/>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449FE8C-E939-45CA-BCDD-FBB7E5B9C22F}"/>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615267DE-A800-46F1-B1C0-007D48417DCF}"/>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9D412833-62EE-4AE6-B812-407D76E646F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F930E3D7-C4DE-4DDD-BCAF-0064DD4B6B5B}"/>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B64E7C42-241F-47AE-936F-3AFC9DB0DC0F}"/>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A4ED0571-9631-44A6-8BA5-C0706DB9C037}"/>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920F5D30-6D14-44D2-B040-43A9A4C738F1}"/>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E4BEF115-12DA-4DE8-89FF-68530EAA6AC9}"/>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36555075-70FD-4F43-9AEB-468DB9B66CF1}"/>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414615BD-CA02-4ECF-B2B1-E85B54E18540}"/>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468CA829-B7BF-4C2D-9DE9-611A96F71747}"/>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C8D3B7AC-0F4F-4EF2-ABD8-EF3FF2AD1B38}"/>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31962ABB-82C1-4A10-B86A-0B48A20F21F9}"/>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6B06CC9A-3150-4916-A556-6D2710D88BE7}"/>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D015E00B-6F1D-4A8F-A780-46341D61EF98}"/>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05833232-5767-4E1D-829A-F290205CF012}"/>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DE557E26-B0F1-4ABD-9652-7015F3C7DFE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3068685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1b837dc12e54d5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D3BA8E-F18F-44A3-9812-FE6BE09C0CC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39C4484-A7C0-4716-A0D5-96924794137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F5459F5B-AAF6-4B44-A5E6-522A2BC79BB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B9C4D2-99E2-44FC-ADF5-EB3894507F9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924EAB75-E1EB-4599-8D04-04DC7341060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247F948-6094-4218-8B1D-AAC9177B4D7B}"/>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53053AF9-4765-4494-B190-2E593778E236}"/>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9DF0B6C4-1A70-4B61-8D76-A676103CFA08}"/>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E0D33684-BD22-4E71-A834-1C4FECC2B39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3FCCDCA1-24B2-44FB-9779-5376A7D17721}"/>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E20F9070-2504-423F-82F3-009480B38F25}"/>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59A9290-16E7-4F9F-BBA4-C29CCE21938B}"/>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E714D2EA-8024-45DB-BAC7-042E542876E5}"/>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A275EA54-8A14-4510-AA97-E9F0793AC65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70438985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db791fee49e471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0F58843-BBFD-45D0-9DF0-C4DE85A5CFB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9A8B3A4-01E4-40FF-99B5-DF48EE5E473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FC841E45-FD24-40F4-9362-32FEBB2613F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10AC6-E331-4C68-806D-79B913E50E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73AC5F37-DA9C-4C50-9000-D2D34435278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34D4652-C267-40EA-9306-759BAD2A1F41}"/>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0F429E9E-3436-41E6-986A-148F5AC83423}"/>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26F7A1EC-E55F-4338-BD5F-24A19800F1F3}"/>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25AC0FF3-271E-4B0C-AAD7-502C80653053}"/>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198578C6-1F1D-457D-B2BF-C59B8FDDC4DC}"/>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77987E9-5BDD-4D0C-B531-4DDEC21BBF6C}"/>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0691AAFA-5E90-4E4E-8146-653B8FAE1B49}"/>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8EFA9227-DF58-4D4F-8A64-6BA85F205C11}"/>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C510512A-21B0-4334-9A25-FE0E5A91802C}"/>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32B94A17-044B-40C8-A81C-C3BF1B66563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621373-DA85-44D7-956E-C58E26E0F84F}"/>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DB640E4C-E3AD-4616-9871-9C3BD1F7B7A2}"/>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ED72CE03-625D-41B3-B055-791861663D53}"/>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06B82560-3C62-4C43-A1A8-CB1757E102A9}"/>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5A2CEF7D-C7C6-493C-924B-3D6F083046B6}"/>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BEC060A2-3C5A-4A6A-995E-A1EF2788AA2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1E15D3BD-BB15-4264-8466-D0721D2BCCF6}"/>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5756F587-B646-4229-BB99-F235E1A2A633}"/>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9CC225DD-195B-4FEE-A865-0CB278DDCC9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01940816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994e53422c14e6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8097A0B-21FE-42C0-B39A-7D92391954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6562FE9-4514-4AB3-A709-B92ADA2DAE6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9789D7CE-483C-4D23-86DA-00D7C6CBCD8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C33BEB0-FC96-456C-9107-2F3359F1878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F229E146-81A9-4661-A0F9-227E9056D1E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CB26A3D-3A2B-4547-8E38-8D81C8469B46}"/>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BF526CF-F641-4386-9C97-F9F89FB4C267}"/>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98F4B15-6740-4D94-B82A-F1DF9CD81A56}"/>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16F05026-B44E-4D85-95D6-361ED10C0A71}"/>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F7385C7-09F8-49CA-AEB6-E3A8612BBD4E}"/>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8B9F3F1E-1A59-45B9-8ED1-D11725C7A72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5452E335-B4C7-4CD3-B8CF-B078417247E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00D2CCAE-C60D-41E6-8044-C8F06DA68CA2}"/>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A7C49794-C9F5-44E6-B043-B094B18655BE}"/>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9F6EB93C-967A-4209-8F21-2722557DA322}"/>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16BD512B-2D03-4DB6-86BC-541E29699850}"/>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3BB4703F-ADD9-4473-9252-8A1C890935BD}"/>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4F1E5E9C-DF7E-46A4-8C3B-62164CED611F}"/>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ACB87857-272E-41C3-8EB3-DF0DFDD91FE8}"/>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9FA22658-FEDD-48A7-8471-51D5E2D74CA7}"/>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97DB2A02-7381-4CA3-AC80-3D08E093F85A}"/>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5D62126E-F020-4528-8F09-510070391A38}"/>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47FBCA47-F012-423F-ABAF-901D780145D3}"/>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5971C68A-3C06-42BF-97C9-62E3DB53F857}"/>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FEBCCEC1-A6F5-4B5F-B3C7-6F111FE6E1F9}"/>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7CF9C19D-899C-4A90-913C-537E7797DB1C}"/>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C8932BB9-D552-460F-AD41-F11E46067B2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69680959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235fdb16ab447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66EF144-0EE4-498D-AB73-F18F4810ACA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8EF46523-64B0-4032-A71A-78D07CE26545}"/>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28E3E08F-1700-40D7-9839-8C47297A7804}"/>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4C4BA7C3-6C92-4D3C-ACAB-C5DD79279CCF}"/>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56DAC7BC-16AC-483D-9C7E-55AC4F276FA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58FC3328-D424-4793-AB02-958E917027E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56883338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40d759c514104f0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80F7DF2-1D5C-4289-AFD8-B3CF31ABC4C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EC2FEF7-15B1-4361-A710-1B1E7ADCE67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BE4118FB-F25A-4F52-B547-D2CB85CF3A4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9306EA2-E478-46D6-BA35-08B364CE2D3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6C711B47-568C-438C-A345-2D08830688D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ACA8907-E8CE-465B-AB1C-2F3F23D5895A}"/>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0DA3DECD-9142-4DA3-B33C-BCBAEC2366C9}"/>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BC47CA12-0104-41B8-8478-8CBCAF491473}"/>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0DB33F0-F7E5-427D-B5D7-068217E426A1}"/>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3422BC41-7667-4F4D-A531-1EB34DB0B29B}"/>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5EFDA0DA-C1E8-4F29-A985-095AA71A9830}"/>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22D3EE40-0A9B-4E3F-8A31-DC4002DE48C3}"/>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CF803D89-8334-4BD7-A478-333000CAB162}"/>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373F2C91-58EF-4540-896E-E825E736FF6E}"/>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C0EF412-875B-473A-A8EF-C7033180BA6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359317C2-D3D7-4871-A236-289BBB0D46E4}"/>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CD8D1C95-27D9-40D4-A03C-897B713A36AD}"/>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D696C449-80CD-44C0-9CBE-ACC8183AB7C1}"/>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9D8F5B5C-D7A2-4F5A-B9D9-1ACBD739AFEA}"/>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6A8C5F4B-F3D9-4294-A7C8-B598E1F1D794}"/>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150DB407-6B8E-423D-8F69-7E725607F009}"/>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C8A2099B-D3CF-4BF4-859C-E3D777632A59}"/>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8AF4A35A-7FDF-4AE3-A569-0EFE5DE01ED1}"/>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2D7FFD2-9BF8-451F-B198-EB7738649A58}"/>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E32B4633-D5AD-41AE-AFDA-F96391FE9C03}"/>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76E3E5F-A532-499F-9062-297993B7D1C6}"/>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4907CFC3-6337-481A-BFB1-9C09D09B1716}"/>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B834DA5B-4135-4998-BF6D-CDF4EC8298C1}"/>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2E35E100-45C2-4846-9BDD-0B470046680E}"/>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83AA269A-7028-4A52-B5C2-02BE09CD9511}"/>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1B361BE5-7E7D-4900-9A30-92335CB95CF7}"/>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886B24A9-FF91-497C-B172-997391540DB0}"/>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AFAE2DCD-1556-4A48-9F8A-AD8077BE32A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81140529-9B40-472B-AAC1-4A3B02A78136}"/>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D72628EA-83D0-4C1E-BC58-1F1BEC6A2F52}"/>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1D3176BA-578E-4A37-A7C4-84CB82E8B60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451A62B9-22BC-4C27-9597-010854DE35AC}"/>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52143A6C-7D96-4758-800A-939C19F261EA}"/>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BBDFA52C-2200-43D8-AD8E-7DCEC2C28072}"/>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C24CDCEC-4EA5-489D-8ED2-F7E6A4563839}"/>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87E04977-6BE2-4072-890C-828E17D1102C}"/>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71F93870-B613-4E8B-B9E8-60E0FB7037F9}"/>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8944BAC2-3C54-4ECC-BF60-A5E8317ABACB}"/>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677E8C3F-72A4-407B-983B-9B778354DC2E}"/>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0EEE04A3-04F1-46D4-8780-FD67F419A4FD}"/>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26E5B619-48BD-432E-9CC2-497593525BE4}"/>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35C700F-0E02-4FF9-82E7-B24EA09A709A}"/>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D75C02C4-8131-4D42-BEB2-E480347F8627}"/>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77225280-C661-47EF-8963-BBD216BAFC55}"/>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648EB207-80F4-493A-B3BC-FBD3D37FB3B4}"/>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FC3D49B5-44EC-4FDE-AB2A-19660A5151FF}"/>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754552F6-71DF-410E-A82B-9927B5230728}"/>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2266ABC6-B451-4058-AC87-BF3A57E9D799}"/>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3648A86B-BBE7-4FF0-AF92-1F1788745D4A}"/>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C213CCB-FF5D-4575-A4D3-B17525A3B9EE}"/>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07EBFFAC-1F92-438D-AA69-81EE27A786C2}"/>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646E6899-90E7-4EFB-BF85-F7E8FCD50633}"/>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BBDB4A0F-3A11-43E9-B45E-7354FA14586B}"/>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ED0362A9-A782-48CF-9F12-1FD130C31C51}"/>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4D8EA40C-F688-4B75-A222-C075170E1F63}"/>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C120E0EA-D526-4D6D-A36F-35895D4E25D8}"/>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44053BB0-0482-4CC7-AF18-B66437A12A8B}"/>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21F3C47-B3A8-46AD-99D2-6348BBDF57CA}"/>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C0E20D85-4528-4B3C-B0E9-7DD5615B6BF7}"/>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C141EEEE-038D-463A-A413-AD53AB4B1F14}"/>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3E28F7AC-D5ED-4CA8-A7B2-85FD3C70883E}"/>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E228FFFA-E8A7-489B-884E-4D864707C1B3}"/>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B9955AC5-54CE-4933-83D6-28E706A0E0E5}"/>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5D98AB2F-00C3-4692-8B41-1952C58FC141}"/>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BE870457-11C3-4F71-9E61-C37A26D0E5ED}"/>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25DA4264-934D-40EC-8E36-E9DA9066917F}"/>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CD5DD2B-ED23-4301-8F4A-B8301BA874E7}"/>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763D47BB-E7EC-4370-83F6-B1F159937AEC}"/>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8B1D41E6-1F42-4357-A3D5-4EB971C41163}"/>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95ACA70B-92D2-48D8-B5A2-67CF5A3236B8}"/>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80C24228-D843-4CF0-8A4D-DBD04A7F6410}"/>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CD00F6D8-9BA7-447F-80B7-BA450F6483FA}"/>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78BD097F-9D11-4940-A7CD-C89CD01860B2}"/>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58CC8BD0-422B-4762-B12C-069EEF5A2D9C}"/>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8B48979F-76CF-44C0-8189-0E7E2F93701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F978D063-CCDB-4D92-996C-8321C7A1D4C1}"/>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AA824DA6-2075-47F3-9116-9DA1A5686A1E}"/>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E4C350E9-A0AC-488D-A368-777AB2A40AD1}"/>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ADA665FA-F3AD-486E-B505-4C8B51AA72FF}"/>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C9CA9140-D25A-4B77-9D6A-D4C72FF30DB6}"/>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04D73A6D-D2FA-4D10-B90F-066EC2009E5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201446294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084466b9d764da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C8673AE-EAD7-4F7D-9426-8142676CE01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4EA3903-C14A-4869-ACAB-F0D85564DD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D73AD9A0-C04F-4F17-9F35-DAD5CFF01A0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7F17EF3-5DA5-4D0D-ABE3-54EE738E97C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73D8DA4D-FE17-4F76-A162-388E16A4A50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0371D4A-C6B6-4C0B-967F-2D328E4422D6}"/>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5076560B-2513-4181-9F48-AEA219B28AD0}"/>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5196BB71-0CA7-48AD-9761-BC0D38148095}"/>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43A149-7A51-423E-AC13-74AA97E230D1}"/>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FD559678-E12A-4126-8888-823A7F1C1BB5}"/>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DF4D2E55-BC7B-4B0A-A11B-3D309203F448}"/>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2E901DB-F4A4-4055-8B68-930DCB95B21E}"/>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4918CF77-6110-4659-9977-5739289A719A}"/>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264AECAA-0481-4441-8E29-135B4E88BBD7}"/>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DEAA37A-385B-4A21-83A5-8DF6882C0814}"/>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3BAE467E-09A6-43A2-8B7F-CB824E03431C}"/>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3113401C-E1C4-4866-B737-61FD96394EAE}"/>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977D576-1110-487A-8F31-580EE196F5A1}"/>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2A54A7A5-FDEC-4205-A79B-CA1AA9AE7DFD}"/>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F8A18AC5-B65C-468F-B704-5BEDF3D0865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41858690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0391df01a984f7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C62CB5A-6145-48F6-B66F-3E4527469C8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5E0FA11-C9A7-4112-AF4C-01DD4F0E7F0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1D2E4314-5DE7-492C-8547-B3530CA2AB6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E9F3DF0-0EB6-4A0D-AE29-9271E841B2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0DDC826A-A151-43D1-BC4B-EF7758D052D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706E249-3EEA-4290-9D14-08F427FB5137}"/>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C79D9EEF-8349-4239-8E55-BB3657262663}"/>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C3B9E4F9-2B81-49BB-961B-83DB659FC5A6}"/>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05A3BB07-162E-455A-92DD-54E94B6B0508}"/>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C6788C19-BC64-4B3C-9B3E-0DFE395E3024}"/>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CD412B42-6910-48DF-9EE7-8E0CF008108F}"/>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EB4A38EA-0B9E-48C0-AAD0-28894F5D4798}"/>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FFD01F4-1CAD-4316-8C98-BA9F64FB1B80}"/>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836ECB5B-7AEA-4F5D-ACB3-484944CA7355}"/>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8389E821-D91B-4B0C-8888-14DAC7827A60}"/>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40A7FAA3-FB3C-4465-B5D6-ECFC0A872E2B}"/>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FB516067-B79D-46FF-89FE-40D2B058BA19}"/>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8B1AC566-8AA1-426E-9A62-2AA9FD01C71D}"/>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773D13ED-33D7-46D0-838B-91FEF974E418}"/>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61053F19-1057-447B-B6EC-756603526C44}"/>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CCC5C97-48CD-4BDB-8D3C-E54CBBD11942}"/>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41C307D9-5988-4921-AFE1-0DD6CEACAF4C}"/>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F872810C-CC84-4BCC-8FE0-5FAFED76E2C2}"/>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A656E19-9050-4430-9A02-312C364975A1}"/>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4E437596-D834-44F6-830B-16A61234F791}"/>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BA3B7A2A-B1DF-4A7B-BAD2-DAE6B19450EC}"/>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88BCD8D-0161-402D-9A5C-8F693BB38D5A}"/>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A5531FFE-3271-44D8-89FD-A31BE21A35B5}"/>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6F8E8758-D29F-4D77-B960-8CD2D72A7E7E}"/>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110ED65-2368-4398-BC47-D773553D645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557242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64bd6d7cdf60498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F7649D-828E-41D4-9801-2552C8F16F6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9993E0F-C6C5-4723-812A-8AB27965C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8EF28560-49DA-4341-96F2-F85EB49E17E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6FAD40E-8F3B-4456-8AA2-93E9B4DB620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84CE859A-E3AF-4229-A276-ABCD10B9A4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015F77A-66FD-4969-BF18-179DC3161467}"/>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C7A8AFCA-83FC-4B1D-99B4-1067E0724707}"/>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23F546A6-7E37-4A8D-AB2D-90DE295E734E}"/>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012E7445-09D9-409C-BB5E-C7C49FB6A9BA}"/>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7189EF35-6FE2-41DE-B2F5-B4A23D94A8A2}"/>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135A3F3D-B6A5-4BE3-AE7A-F3AE8B008C56}"/>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B53A6B83-6CD7-42A8-90F0-065B0C2CAD0E}"/>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3E16B650-9B30-44B6-9FC3-0F72FE942FC8}"/>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09E18ACB-991D-49C2-B0A4-6F2073D8F657}"/>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F34618A1-B312-48C5-86AC-CCD62401626C}"/>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5C07C560-B1FE-450F-BCFD-7E553E8C741E}"/>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891997DC-FE8A-42BC-8C4B-B050921C73CB}"/>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D82D26A3-8665-4768-BEE4-7F3DCDD3474D}"/>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03EBC572-6309-4387-8D45-EC29C4E7CC58}"/>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89BDCE25-FC78-443E-8CD4-946A24CF555C}"/>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2B8C103A-90B8-48C2-9DEF-F5CE72A9ABE6}"/>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5BBE38E3-1CF3-4605-8C57-B5CD1C2C16F0}"/>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28D5754A-2C00-41FB-9751-B631CDBCEC98}"/>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5975E527-F300-4095-8BA6-0E04026BE068}"/>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E52DC5FC-6671-4019-BCA7-BF4F74C6DE67}"/>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F70E6C1B-8D3E-4121-90D5-B85CDC463B3A}"/>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90C051B2-C646-40CB-87E4-7D37A730CBFB}"/>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796F25C9-AEF1-40E6-A43A-73DAAA20203D}"/>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A61AAE84-1D38-4CF9-80CE-E6F909681F20}"/>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DE2F3102-3509-4DB9-A69A-034DEC930FC0}"/>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8802B579-3CFC-4EA3-AED6-12DBADCFA29C}"/>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382D72E7-DB1E-4704-86A3-319828B831CA}"/>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40B1F867-4A6F-4140-AB79-C29A8B60665E}"/>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2DF819D9-60C7-4723-A574-FA0CB2C58BC1}"/>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ADE8E16F-BDA1-48D8-855E-502E809145A7}"/>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F36111E0-DA09-4053-98C1-4F6B006EC431}"/>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7974DEAE-50A0-48E7-A6A2-415C0FD27633}"/>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0A242A2B-86BC-4486-96A3-165D13C3CDA3}"/>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9EDBB0AF-BE2E-4EE8-81AB-2FACF42EB83E}"/>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69BFF356-162F-4F3D-A390-DDA1FC9857AD}"/>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4CC79B11-CE00-4FDA-8281-B627910EBEB2}"/>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4A27F518-959A-45D5-A1E4-E03900DE847B}"/>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0E221AF3-FEF7-4A07-873A-3A393BD0E45F}"/>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334126E9-4665-4ABD-8A7B-D88230955E9D}"/>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01CA6097-C489-4612-ABD6-55C793AF2073}"/>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7D0E4C75-EDB3-4C01-8F39-15820FF4FBF9}"/>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A6AA2687-79C8-4F0B-86D7-B2365E73D2C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8876025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01e0217f0df4be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312562-9643-4261-A81D-E9E94BEAF24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406A7DB-46A7-4AD1-8F9B-587B7CA26BA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DEC5F0E5-4518-4E32-B1D0-C13D26FD57F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549F3E6-F928-44B0-B9A2-140153B669B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4AC24263-1506-43B5-AF4F-6A13434F290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9A46E83-D297-460F-B259-6B3F2BF2BC01}"/>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EB4EF26D-6402-4F04-B859-8ACADF45052C}"/>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4425F0EC-C5C3-45BD-8EB4-60F17DC35E85}"/>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58DC4966-A8EE-4DBE-A4E4-7AEC8B17E27F}"/>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4C799659-4C66-4755-9ADA-D1ED802B4F77}"/>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A7CD39E4-B140-4548-BB49-01F6D13BA964}"/>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D6F5D7E6-A4E6-4CDC-8F7B-762C65E1701A}"/>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39CAFF67-BF82-486B-97C4-5129B256C0AB}"/>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04577786-9DA9-4217-B5BA-22AC8719B6B3}"/>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E880F982-CD92-4E4C-8039-C072D1DF6E05}"/>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47294C76-70B5-4B67-885E-0964CDC5EEF2}"/>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D3BD95CF-49E5-4172-8C7F-10EC2D0C2FF7}"/>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D1C55FF2-53D8-4521-827E-E6DA8A4BAC00}"/>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2F3060B7-6A5C-4709-8897-7E7CF934903F}"/>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56E826A1-36FA-4CD5-BE8F-EB5CDA72C862}"/>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7C3852EE-4F88-4149-A9C2-FC75D2A3E549}"/>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F76334DF-2956-492F-98A2-A7B661B3C360}"/>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E087DCB4-E816-45AC-B906-CFC287F6AF29}"/>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9D9BC8EC-4A7C-4049-940E-CFB300B1869B}"/>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E8EED893-990F-43BB-AEC3-3765873D3592}"/>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2C04567A-A561-4C07-9F92-8B2DD03F93E4}"/>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A8F471C5-2B2F-4126-BC41-CB3F8885782B}"/>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B20CB17A-EA22-499E-B91E-95349D4C4512}"/>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90D573CA-1903-4E87-B344-AF6B2013E230}"/>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F233D3A9-116E-48BE-8956-0E27348583F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66622305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8c3a0fed1cfa484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88B21E-8230-4418-8433-CEB4450ACD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7061366-3312-40FD-B914-61B894F2CE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14CBD-9FAF-48AE-A091-C8C0892455A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384A054-EE39-48DF-85ED-955880DE8CD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65B4C5E6-46E5-4D80-B342-674FDE9C540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0023E35-D3CD-44F8-BD66-E3F0FA905530}"/>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EC57398D-D9E2-4357-A0AF-152412DE2AE6}"/>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691E710E-B348-48C6-84DD-D47D231330CB}"/>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53882598-955C-43F7-A9C9-319D2AF77228}"/>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D5593834-BA9A-419E-9F3C-B3F8E8C6BD74}"/>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51696389-E1B6-470D-BC41-C48D3E374ED6}"/>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F41A13C4-A644-441F-B586-1E89F023FDC7}"/>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4DFB469A-BEC2-42D3-BFCA-818E0A132954}"/>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A0E59647-1E73-4379-AB8D-E468903754E7}"/>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E5C7A695-6014-4774-A1B0-2172BAE561F2}"/>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A32AC658-69BA-4C17-AA94-71194BF6558C}"/>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9768B83A-E794-4A6F-9E67-6F70C904D1C4}"/>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A865ED43-FD88-4CEB-8563-FA1384677312}"/>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AACF9BA6-DA68-40B7-AE35-FDDE1A2AC815}"/>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AFD70C7F-E173-4D68-8458-CBC3AB6842E8}"/>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659C5BE1-CF10-46E5-BF51-C0D4ABFEA278}"/>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CA710A9-75E3-40AB-993A-01F6EB2C1E66}"/>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A68C4E79-EE4F-411C-91CF-76E7EA88220B}"/>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451664B5-1842-4388-952C-B3975BBB476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83139806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6b453d290794b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58BE1D-F702-418D-8600-0C896C3B510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2FA4B62-891F-40BA-ADB7-A7A265B020E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8A454174-1BA2-420B-A07E-16A42614AFA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870774-36F5-4CF0-AD8C-51E0CE174C7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EC247494-7D58-4715-8703-4935FA46FEA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7E9BA17-B30C-4691-B178-A259BAD9C7D3}"/>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F41B37A-3B4F-4BA9-93B4-275C3D2CE379}"/>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D424F782-50C3-4F36-A8AC-960C8C15C93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13C4297D-513B-4289-97E5-C48208EBA92E}"/>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366686C-0A35-4C66-BD9C-CDBDA805EDDD}"/>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B158DA2D-B61A-4AA3-B3B7-E9B2152E9241}"/>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B27CC69B-CD67-4721-AF93-03B9273B8FD9}"/>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7F4D726B-E687-4593-A3F0-40C547EBD58B}"/>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5AF4CDE4-C760-4BD6-842A-913DD2D45A7E}"/>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5B3F9176-9724-4706-BD1B-66C74F7A95E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77008049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465ff59e68d40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2D03828-4E9D-4D7D-9E2E-A9F2EC633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E7BC0D7-91C4-4F4F-880B-F4553F65ACB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D485F9E5-5AFB-44BE-B47A-BF3DE0F1F48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6837319-E5A4-4477-876B-B51C8C7EC96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7A84FFCD-EA28-40B9-8ADD-966EF49BB53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149D355-6466-4DF7-9C3A-64DC0452830E}"/>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46FEDEE4-85E6-417A-936A-AFFE8004BF19}"/>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582E4147-3B32-42DE-A227-D1A05B042954}"/>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92CFBD18-15B2-4AB8-A025-18A70CDF065D}"/>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C25FE81F-5422-4A59-886F-A8796F2A8D2F}"/>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0EE9A27A-1941-4F24-940A-6A34F8491950}"/>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325EDD6D-593B-4036-9EBA-81C454EC8F61}"/>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28635E0C-A03D-4AF3-BCB2-D12E41F84FC4}"/>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0B93A4C-E460-40D6-8C71-084137E6724F}"/>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4C425DD9-C6B6-47F9-BBF7-9A2991FFF5A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09147402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5f5e57e9bd8484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BC20B4C-8509-4E00-B414-F9A1399AD9B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8E36D04-1BA6-4D74-ACBD-FFB11AE0C8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CE8BBA9B-A302-460D-8C45-9ACA2260B25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8CBB460-3682-4CE6-9F15-4CE77181109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4E2D7510-AD32-4232-9BF9-FC438F6F097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1B59707-86BE-40E5-AB92-F7E0F8468252}"/>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7CBC8F85-92DF-430E-A378-3FA991634DF4}"/>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D8E42384-1172-4786-8D95-7CDD8424CD17}"/>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5A709670-CE93-47C8-977E-E0C77E2E65F9}"/>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AAFCBCCC-9CC3-439B-92CA-8B04A11B60AB}"/>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05E5340D-218E-4554-A4B7-271BCA37F325}"/>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EA85F0B1-223E-449F-90CB-E4C11AF484DE}"/>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AA494FB-4500-497A-8825-C9989E97EF0B}"/>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D03442CC-9CB7-48AC-8926-B83425A565FF}"/>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1B4BE98D-2A28-464D-8E08-A14F7631F9E0}"/>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DCCD7264-8D68-4245-A6F2-7202D846B885}"/>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234F7F51-0D0C-432C-90FC-555F3EF2EFA6}"/>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D05F1F2-87EE-47A8-BD2B-7B020A5D25AE}"/>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BA26F062-4747-409C-ABC1-C75EE14D0E0D}"/>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C03F7AEA-6D48-4FBB-A2B7-382AD366F48A}"/>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8662DBF4-D264-4ADD-9ABF-BBCE9791FCE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90364985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64175bfc72f47c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3B7D68A-3EE6-40A0-BFF8-FA42BDF6A7B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2BD9100-B04D-49A1-ADCD-696704350A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FE88270A-CFE2-41D3-83E0-27B5149976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3344F36-34FC-4CD1-938D-9A3A587CEC7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31E20600-5006-4ACD-945C-89C8BEB476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E2F68C-65A0-400C-B4F8-C6D075BB87E5}"/>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93F5E990-B761-49FB-8444-0B16C45193FA}"/>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46FFB5F7-A7E5-4C9B-B8B4-AB4941953512}"/>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650E2D03-E77E-4812-81F8-82D363F2BC7F}"/>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FC5B3761-9841-4A9F-BD71-2842804666BF}"/>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706405C5-0014-4AC5-AE32-6C0839A6281C}"/>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3AE78969-6E82-4729-9FDA-23700AAE606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048EC1EB-03D0-4A1B-A9AD-B216D59192B9}"/>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2A8FC2B2-3391-4732-8F09-90694892B1D6}"/>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8056FDE1-A293-4B4C-B70D-88C483E4BD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42865398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49d9e007fe104b3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C74FF64-4C43-46A0-9EA3-C3E05D378E4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CD5F31D-B406-4D18-AA98-15921E672C7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5AD9413C-230B-4424-8A35-9734587D57A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8D63AF8-9C36-45AD-93F0-FF074232657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13D799C8-1086-4B47-A919-5B602205952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82073F1-F62B-4505-9019-6181EB1A8917}"/>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AC71A6-BD25-434A-BEC7-A5E38A335AB0}"/>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F4F5DFB4-F610-444D-9906-28CC962486E2}"/>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36723AE1-51E9-4A0B-98A8-6B46C9E248EB}"/>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95898E30-945F-44CF-8712-B7EF99D1DD82}"/>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5F702092-AF69-4A76-86FC-EC65BAAF7CBD}"/>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DACF9C46-F7BB-4E94-B40D-9BB92C77778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1124C914-138B-4A59-AA08-E4F62FD3A348}"/>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78AAA432-D9D6-425F-9171-344C0F03AC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A05AADE8-D175-4621-BC54-A3E12ED922EB}"/>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D4535BAD-2E9D-4E6F-B4DA-113A17BB9426}"/>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DCD7BFA0-35F6-4D8A-97E4-08C57803AE9A}"/>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549C1BDE-6EF2-489F-B59C-7C6FDD6F08A0}"/>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F26ACE3C-3443-4026-A628-5B14442E1E22}"/>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8306F5C2-A02A-4DA3-B7EE-4E7B44B16D64}"/>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E09C055B-9D0D-440D-A3D0-9F3D5D811BCA}"/>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A6F4BF11-192C-431A-9486-48C62B585E05}"/>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8F18AB9D-7400-408F-80DC-9114855788F6}"/>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A4C23203-4EA4-4C12-9B2C-E2450641ACB7}"/>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5EEA6F09-3A8F-4B70-A3DE-E88C15B59820}"/>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415F4383-B461-4F12-9651-55B4B6C79723}"/>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0866762C-CD4F-4392-9872-DAB9A9A74B6A}"/>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C1E6485C-F1D4-4B68-8F81-03381C997F09}"/>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4ED3BBF4-470C-4B01-BF65-F3F4FA6B166B}"/>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F75300FC-F047-4661-BC12-BCB622576B85}"/>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46EF45DE-2CF5-4789-A9A8-B73471DCEF1C}"/>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8F367487-79A5-44F5-AD3B-90EEF8D2B565}"/>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0794241D-99B1-483E-B553-B854A682F316}"/>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33156DF0-3B57-41A9-A3F3-2DCF8E4E005F}"/>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598B3356-E064-4DD3-85C8-AAABBD909A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71454837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f6017f9cbc9c499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1F4584-0B00-4D66-9B65-702E28C75E7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0627918-BBAA-48BD-B599-B3A28C69DE4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81A0D700-A895-423C-9591-4F85F9214E5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1639B3A-AC11-441D-8283-671A4FA40B8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C4826D95-4F49-41ED-A9EC-176583CAC24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A319CE-6FD5-4AC6-AFAB-30865ADD73F4}"/>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46C45BD-4260-41F2-AE70-BAB024A123CE}"/>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4779B6CD-9442-4708-A39E-22CFA5A273B6}"/>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BD2D560D-F418-467F-BF32-D959C96208F0}"/>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46F8C099-1DBB-478C-9539-9FA1BF7E9D1A}"/>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96ABA640-1CA5-4BE4-9757-FA74E80BE7E6}"/>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73D05007-B97A-4B35-B09F-275F15DDAE35}"/>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0475F1CA-7E85-4A02-AC29-B32203A24179}"/>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41258C2B-F7F2-433D-87C7-B8878F0055DC}"/>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0AA9D75-FC9F-4731-9EEB-35A3A7B58E3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53F98CAE-4ADD-409F-A8A8-4E8F37910E6F}"/>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71FE2F69-CE3E-4A55-BD60-8716AFB9FDDD}"/>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856B00DB-CF5F-458C-A034-BF421A62A4FD}"/>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69CA797-05EF-44BE-A530-F5D01803450E}"/>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BD9F49C-95F4-4B55-94D4-D1EEA58547A6}"/>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5A471D2B-C88B-41CD-930A-353AD9616688}"/>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2CF63FA4-31A8-430A-BB73-BEA99A141F31}"/>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0AE74598-66D3-4701-9F07-76058F87D587}"/>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4BEA012-0B78-4C65-9F70-B673757F2CF7}"/>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BDF121FD-6283-42F6-B030-320FCC4A3501}"/>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007DF3D-25DC-4AC1-8BB4-17090D943781}"/>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461247CC-273F-4099-8FA8-70CF433C7298}"/>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2BF52C6-7B36-4CE9-ADE8-2FF2ADB6AC63}"/>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10E5C70A-238D-44D3-8190-57E695D58F7A}"/>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40505B3-E0BD-4C2D-BA7E-4B956C37BBA3}"/>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04402981-A5AB-4899-B56B-4A696F0E2FC1}"/>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A0C56E5-982C-443B-A4F3-6D79DED7076D}"/>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21B263C1-1252-4E76-99C1-40BA8BD5906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0639137B-4B2F-4903-8AE5-0D494F9DA2B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51610771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01a10cfff48495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B8CE380-DBB7-4D99-A493-0D9D111582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6C99B8B-B4CF-4041-A376-A8882AF952E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C7254146-473A-446D-80C3-DC0FDC301AD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9CA6C3D-4B83-48D9-81AA-B0B545DFDC5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1BA9BF8B-D0C3-41C6-8B7C-AD5E533CD2B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EC276CE-D893-4361-9637-9704BBB821BB}"/>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EC633430-5C40-4023-889D-2615A95827E0}"/>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DB25AB6-C316-4FF2-A853-0B321EC8E4FE}"/>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40352648-DBFD-443F-9D32-8F83D1EEC64F}"/>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E1300891-7416-46D4-8628-08FD65596DC9}"/>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130DED35-CA45-4947-9303-117CCD1D7F54}"/>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33D804F-89C2-42F5-84FE-451B22047306}"/>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D477AE42-5D8F-4988-BED8-6792F536BA4D}"/>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EAA8C33F-B092-4130-902D-05E684BAB3B5}"/>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292DA7E9-CEC2-423F-A7C1-0725C391651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53DB68C-D6E7-40AD-8765-1110296C40C4}"/>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8BB1B22E-46DA-4D62-92DD-68889133C810}"/>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2C97126B-E677-4F2D-804A-4F3719ED1A4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A745B119-E114-4F0C-8ACB-DE49A833AB6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46159021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c4632ab99274fb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56864A-2D1D-4ADA-B73D-E090784C360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88D55C9-8DF3-4FD5-920C-E506AF5FDCA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B27C00E9-4522-473C-9846-F9197AA825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7A1E919-5E15-41BA-98BA-F1E1774F8DF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1FD9D054-C079-4578-8338-FE2F431D9F3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DAC9092-AC50-4738-BB2F-20380F39BDEB}"/>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B7748FEB-AF81-435C-80B7-C0D3765E9319}"/>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F8C3754-D2C4-4F00-837A-C72D79409C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B8FC884-706E-41BF-AADC-8201E3F985F1}"/>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D32524D2-EA55-4D11-A8B1-B3DAB7267FF6}"/>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42947CDD-E2FD-45EA-8BD1-2642D4B40C86}"/>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FB5A2740-97DC-4DE3-8D29-C514E8BC4C03}"/>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4004C23F-E1BA-4FA6-9A09-5CBFD3AF456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19A70C24-8B84-400F-98F8-BB3FCD2B1294}"/>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EBEB56A-7688-4F06-9B49-66F1B1C4E249}"/>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80A0EB25-D3B2-41C8-905D-76DA550036E8}"/>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5EF34111-ED09-45F8-9010-7046CEA67A63}"/>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C31672AD-74C0-4C69-9F82-D4AE1BEBE211}"/>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F9386263-22A7-4666-8107-3EF6C3050CC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24795957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8ab0a5c6a6443a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3C411C4-B5BA-454D-81F5-B235B814D0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8B6AD96-A92F-4D72-901A-C8AB728A67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8CFA890C-A08A-4DAA-A89F-BFB074BB01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E96D56C-25DD-4943-A62A-B0DBAD1EAE8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3189610F-E445-40BF-85EA-5BC7015F1A7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2ADD6E8-3C82-4758-8599-50BB061E05F6}"/>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52075A24-EEA6-40F3-871E-278668A1B1E2}"/>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3AEA9854-88AA-460F-8FDF-972FF57C43AB}"/>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CF7DD9A9-2E46-4D9B-A59D-76E8B8E90494}"/>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89F88F61-D33F-42A0-A64E-743F33EEDAEB}"/>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11DA212C-215B-4CF9-B334-9469C2F5AA9F}"/>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57338C1-04BF-4521-93AC-8D6330DA7EAB}"/>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8D41B7BA-2408-487A-9C26-25ABE2EB3248}"/>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31C03314-6D37-4834-8FC6-D2F7C93E1EA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2042909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5b0c5f75d1674d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B2F487-2CAC-41D5-872E-A355561A744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FE12933-3F6C-4BDD-8ED4-3BE5A6E3A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86616645-3EEE-4AA4-9665-3363B9C09D7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90C74FB-1092-444C-A1FE-FE33E7A6196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74846A4A-7A79-40FC-9388-15560EF333F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D783152-24CF-407C-97E3-FDFA3B642620}"/>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8DB561-DEE6-4042-BF5F-6CA87D5C1C7C}"/>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1E6988E4-4D0F-4B32-9B42-7BD07648A62B}"/>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81F43CB9-835C-4FDA-9192-6D3820D6BE90}"/>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BC7B836-5F5B-412B-9464-AF936089A0A3}"/>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47939EB9-0462-4774-80F7-2C43D6E68804}"/>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C2CD765D-A1C2-4DC4-A618-4BB4D5A87C67}"/>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E3ACAC3-20EB-4EFA-947B-30704D5D31C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70CF9D71-1AF1-4A48-9080-CBE08545E6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0217856-2EC1-4153-828D-4A81D1798602}"/>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7935131-2DE9-474F-BA32-EA4B510E8FE1}"/>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DDCDE6FE-EB54-47F8-8079-269AC3F8E2D0}"/>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201F8098-D641-4F6A-A6E3-C9B591D55A88}"/>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68DB1B7-A9C7-46E3-8653-6879829D6992}"/>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B3806FE3-0BA8-43B8-A6D8-E6E9CD85F917}"/>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EA1B27F3-AA73-4568-9342-B9CFA6482487}"/>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270BFD2-112C-4148-ABF8-708C982A9C58}"/>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70A9CF7C-E08C-46B3-B9E9-184553278CE9}"/>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02A7159B-DD03-4A20-B5D7-61CD0807997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F51DD9F-8712-4D2F-B495-328123BC3367}"/>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0C74C5E5-0E9C-40BC-8E37-489D7FD7EA9D}"/>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0E91BB22-7EBD-4207-9460-C98084CD942B}"/>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3626601-2C96-4FE9-9ABA-310A7F2CE35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14A25234-7CC0-4DF0-A0E0-2366255D1394}"/>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58A9A8C7-615D-4921-81A8-6C1D2A85E5E4}"/>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9A2B065-8136-4C04-90F7-CE02B2547CE3}"/>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0605C35A-37AA-4641-B2F4-FDED7C46BB04}"/>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06007045-FE4F-4D6F-A937-EE989E6DCCAC}"/>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10A23013-28F0-4042-9C0B-D1F4298DAA8F}"/>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FB58013B-2CB6-4ABD-B6E3-BBA8CD6C9440}"/>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1D56752C-3EC2-4E97-993D-1739D1AF45C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1953091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c043de53e32442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3FC68EE-E2F6-458D-A25C-97117B2C95A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65B1675-C011-4074-98DB-70CEDDB35AF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84CB8239-6D39-498C-9909-8B20A68BC3F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F2EC2B8-39DC-42CD-BEC7-5A826B740CF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1A02AA75-7551-451E-A83D-287939526B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3D2E9F6-C659-48E5-88E0-E70C7DCE27C7}"/>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1EEC89C1-4B75-4D70-8914-49F51A920963}"/>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D578CE31-51E0-40FE-95FF-F138F9A3B168}"/>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E9261642-96CA-4AC3-BE2B-E02F47979808}"/>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8CE4C18-7B12-4978-92DA-0E1698C5BC4E}"/>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C98B5812-D8CF-4CAB-B3FC-6EB8E35E37B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D3F5059C-2B7C-47AD-8E7D-6C60E204774B}"/>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FCBB408-301A-42BA-9CD6-BBD4FFE55EA8}"/>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24EA057C-64E0-4823-83FD-39E9A9262E6F}"/>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1AF26DAA-4105-4191-84F2-E2C7B27F8781}"/>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93160751-9698-4F39-8874-E1E1E3B9985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81014805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252008f062a046a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52642D6-DF06-4FF2-9B47-1CF6624150E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39E3F29-F5B3-4B01-A163-4A9E8E427E9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5DE99779-6240-4DA6-A0DC-C9AB5A3BD01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C17F34E4-1DCC-4E14-9D1B-0DB63A09247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2854C772-9C7F-4B0F-A251-170C3814696C}"/>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2B22FBC2-F2E5-4894-B91E-A3BC21C71389}"/>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E59DA53D-DF88-45C0-B917-D699D6867418}"/>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683EFB54-6DFE-4850-90DD-896D9EC956CD}"/>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4871529-C7DB-4121-AF7E-18F2C75484F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175DF6F-48AC-4904-BCEA-B49678E05EE2}"/>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CC81319A-DBA1-42A4-9965-CD2ACC75457B}"/>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A512694C-F16C-4A3E-8492-0E5186CC145F}"/>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8AF19EE-5DF5-45CF-9660-C1413FAE322E}"/>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FA401A9-73DC-45B3-B614-CE005F29C17B}"/>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36BBA26-CD85-413D-845B-32430CBAC157}"/>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563336E3-4E4C-409B-8B00-D8523F3CF207}"/>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3CC51F59-8130-424F-9653-59BE070A0F53}"/>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8B6C4DBC-03F3-4A16-8EFF-B625CCDC3C8A}"/>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CC840997-DA05-4631-9116-6F219596A54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FBE92EE-852E-4343-81AA-8F4D6AE6400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ADEB98A3-5214-4AFE-BF60-3801FA5655BF}"/>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5717B7D-C2A1-49E5-BE96-3C9DBF349709}"/>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B5108CEF-4253-4B40-888F-E383F6557777}"/>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B4566C87-7306-4216-BAD6-817F379C8BF4}"/>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11D03889-3233-4DF8-AA81-4A52BEE49167}"/>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EE4B307E-D342-4C5A-9022-BC3A16811966}"/>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205629C4-3226-4146-B4CC-F0B48CBC1E4E}"/>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F701326F-4184-4E3B-A4E4-F3FE7221905F}"/>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52E620B1-C0B4-403B-9F58-2827F4744893}"/>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3DF9B9DD-062F-4A92-8867-E344626EF46C}"/>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350A8B46-375D-4622-8AF3-5ADFC2F5834E}"/>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1E97F5A4-31B0-454C-8E5F-AC9FA89A1F81}"/>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ADC2091C-6ABF-4A4A-B06B-93710B29290C}"/>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01BA326C-15BF-43C6-8C60-79801ED7083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23538272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edb4822de7440d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AC6F5D-A059-4229-99CA-CA20A7548C1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430AC88-C1AF-477B-810D-919FB3E62ED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9FB10E20-F26F-48B4-9B3C-E6C354037C4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F86A9E-0703-4C83-8941-B627B2B816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354044A4-9556-47F4-86A1-B1880995D94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2CF59AE-E772-4CA2-8C40-8CB54E1D3F37}"/>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AD7E6C96-9083-4697-8F89-7036FFA75960}"/>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BEAFA506-F050-4883-ADA4-B2F60B14F456}"/>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EC3F1F1A-6A58-4B37-AE1A-108B49DE956F}"/>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DFB51B16-2964-4066-AE11-5CC7BE4023C6}"/>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418167D6-36A4-4B66-AF26-2BC0613C7ACD}"/>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8B69DF94-6305-4B22-9E77-353BCFFA6BAE}"/>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E746556D-22B8-46EB-836C-08E28967DCE6}"/>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69F7C082-79E1-4A0F-8C52-53BC29554473}"/>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115547C-C141-41E9-9C37-B666882BC4D1}"/>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BEDD75C6-2085-4EB1-9642-8F3EFFD3E283}"/>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1EB3D0AB-948A-402E-9296-2379DEE9641F}"/>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45079765-10FD-4B01-B910-2D08574C7440}"/>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E3CF4307-A969-48CD-A2F8-B9FD12E728B0}"/>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F7C71E96-A25A-4DBC-B274-851AA42ED4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61085470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4d3dfa95c74434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98A7C60-2D02-42B3-AABD-06B5CDC4719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9539EA5-F6EA-45F2-A0BF-EAE76D7A9A2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6A67F198-918D-4134-A5D1-AFEC044390F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3EFA6A1-4094-44BA-ACBC-7CEDA90BECD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BBE0C917-0BD1-4833-8E83-B2E5D70892A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B775130-BC33-4119-975F-13075CEDCEAC}"/>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B7C9723-35AC-461C-AEDA-8B6946426275}"/>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7EB0BC79-2867-4827-98F1-8D2D67316B2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56F92A88-F83B-457E-BA5E-4E4D90FC16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920BBFA5-FD34-4F6D-BCA6-1B5BF43ED76E}"/>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1EDD6DE3-AAEC-4BAD-9B80-3CFAB4507907}"/>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F0E28FE-B535-4EB6-A5A3-A6F29FD554D4}"/>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4141A891-B62B-4559-8637-286E679B980E}"/>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936E3F77-79DA-4398-8E6D-846C6956D5AE}"/>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78CA7F1-7EBF-46FB-A4CD-F896DF0863A3}"/>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F72AB10-BACD-4B46-A5C9-134A056CDD9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DB98C757-DE62-41C6-94DF-BD96F051CC74}"/>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C60C8768-32A5-4285-B631-801A68746810}"/>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DDCB68C1-7134-437C-988C-FCE79298CF8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A7FB16DA-8094-4E30-9832-6B9F0977CFFF}"/>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190B884E-2160-405F-8ABA-99B60D206E72}"/>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E1A1AF44-6383-4525-B3AA-8476709F5DF7}"/>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3075E440-090C-4A72-BDE3-A2F8093687A5}"/>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6ADC578D-681D-43AD-B76E-8FDBAA3308FD}"/>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70904904-B498-42F3-9A5E-CE85737F4EDB}"/>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DD757CBD-12AB-4D3A-A954-DC8E58D9F64C}"/>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BEB19165-A3EC-416E-AF7E-5B9872022B7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A88039BB-178C-4AFD-A986-4C8D1E9B9F0C}"/>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AC08DECA-2192-4A47-93B7-E6682457C677}"/>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733E6FBD-A52B-423C-ACEB-A183E780EC4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00384131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a2b6036c8344e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97EA25-4579-4657-AC35-AD57FA68A88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08C7666-10B7-42F5-9D76-807DB538034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D35D0F3-AFA1-4336-87D2-5A8651017E6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E316F2E-6569-4580-B067-94715D81219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B46D88A8-09E7-4AA1-A259-29EA9BD3F69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AD798E8-4DA4-4FBE-B4AA-B294551EE025}"/>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906ACBB2-D16C-4FFD-8CCE-4FD8DED667E6}"/>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171A9031-3B38-440A-A85A-0A6C92914315}"/>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CCDC6765-1609-4C13-AE6B-54705CDE0BCE}"/>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9BC40DA5-D792-4AD8-8B10-87427D317298}"/>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6EBF9F0E-1693-47CC-8E05-1DD08DC8EC86}"/>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0191B455-9C1C-4FB6-86F9-049AEB09972A}"/>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E55CADF-61D1-4A59-AFBF-9A243204698D}"/>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5DC0E6D2-9D31-4A79-9247-ABCF68D76D39}"/>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7AB1FAA8-C3A8-4BDB-87BD-67F3EE2C1596}"/>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36684AE4-0F71-4626-B4A1-DA6D4884005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5071173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2026-08-25T03:16:34.5290000Z</dcterms:created>
  <dcterms:modified xsi:type="dcterms:W3CDTF">2026-08-25T03:16:34.5290000Z</dcterms:modified>
</coreProperties>
</file>