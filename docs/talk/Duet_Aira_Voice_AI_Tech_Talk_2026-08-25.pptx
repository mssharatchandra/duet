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bbbed2a19584fcb" /><Relationship Type="http://schemas.openxmlformats.org/officeDocument/2006/relationships/extended-properties" Target="/docProps/app.xml" Id="Rcc1383c0bdb747f9" /><Relationship Type="http://schemas.openxmlformats.org/officeDocument/2006/relationships/officeDocument" Target="/ppt/presentation.xml" Id="R8fde863fb5a54a7b" /></Relationships>
</file>

<file path=ppt/presentation.xml><?xml version="1.0" encoding="utf-8"?>
<p:presentation xmlns:p="http://schemas.openxmlformats.org/presentationml/2006/main">
  <p:sldMasterIdLst>
    <p:sldMasterId xmlns:r="http://schemas.openxmlformats.org/officeDocument/2006/relationships" id="2147483648" r:id="Rf3a11c882b86412a"/>
  </p:sldMasterIdLst>
  <p:notesMasterIdLst>
    <p:notesMasterId xmlns:r="http://schemas.openxmlformats.org/officeDocument/2006/relationships" r:id="R304bf540902e486f"/>
  </p:notesMasterIdLst>
  <p:sldIdLst>
    <p:sldId xmlns:r="http://schemas.openxmlformats.org/officeDocument/2006/relationships" id="256" r:id="R95b3142b15d34c77"/>
    <p:sldId xmlns:r="http://schemas.openxmlformats.org/officeDocument/2006/relationships" id="257" r:id="R402254fa726c4a96"/>
    <p:sldId xmlns:r="http://schemas.openxmlformats.org/officeDocument/2006/relationships" id="258" r:id="R10a4fba13c6e4ab5"/>
    <p:sldId xmlns:r="http://schemas.openxmlformats.org/officeDocument/2006/relationships" id="259" r:id="R077dfbcbbcb747e4"/>
    <p:sldId xmlns:r="http://schemas.openxmlformats.org/officeDocument/2006/relationships" id="260" r:id="R9d3b956283a64ead"/>
    <p:sldId xmlns:r="http://schemas.openxmlformats.org/officeDocument/2006/relationships" id="261" r:id="Raa08962aacf749b7"/>
    <p:sldId xmlns:r="http://schemas.openxmlformats.org/officeDocument/2006/relationships" id="262" r:id="R62cff023d6734021"/>
    <p:sldId xmlns:r="http://schemas.openxmlformats.org/officeDocument/2006/relationships" id="263" r:id="R28cd050b726b4ebb"/>
    <p:sldId xmlns:r="http://schemas.openxmlformats.org/officeDocument/2006/relationships" id="264" r:id="R0c195a0e1da0444f"/>
    <p:sldId xmlns:r="http://schemas.openxmlformats.org/officeDocument/2006/relationships" id="265" r:id="R2cf0cd00d5b4406e"/>
    <p:sldId xmlns:r="http://schemas.openxmlformats.org/officeDocument/2006/relationships" id="266" r:id="R9f9edb250fd24add"/>
    <p:sldId xmlns:r="http://schemas.openxmlformats.org/officeDocument/2006/relationships" id="267" r:id="R38c59c939d584b26"/>
    <p:sldId xmlns:r="http://schemas.openxmlformats.org/officeDocument/2006/relationships" id="268" r:id="R2fc784a9b79641fa"/>
    <p:sldId xmlns:r="http://schemas.openxmlformats.org/officeDocument/2006/relationships" id="269" r:id="Re13f4e5e083b45a6"/>
    <p:sldId xmlns:r="http://schemas.openxmlformats.org/officeDocument/2006/relationships" id="270" r:id="Re5a0ada160ab4ab1"/>
    <p:sldId xmlns:r="http://schemas.openxmlformats.org/officeDocument/2006/relationships" id="271" r:id="R108f29910a7b4d47"/>
    <p:sldId xmlns:r="http://schemas.openxmlformats.org/officeDocument/2006/relationships" id="272" r:id="R8461d704bcfe4869"/>
    <p:sldId xmlns:r="http://schemas.openxmlformats.org/officeDocument/2006/relationships" id="273" r:id="R1ca317ccc4e14f63"/>
    <p:sldId xmlns:r="http://schemas.openxmlformats.org/officeDocument/2006/relationships" id="274" r:id="R527bca8392104e6d"/>
    <p:sldId xmlns:r="http://schemas.openxmlformats.org/officeDocument/2006/relationships" id="275" r:id="R166629d695124be5"/>
    <p:sldId xmlns:r="http://schemas.openxmlformats.org/officeDocument/2006/relationships" id="276" r:id="Ra676fe3597be4947"/>
    <p:sldId xmlns:r="http://schemas.openxmlformats.org/officeDocument/2006/relationships" id="277" r:id="Rdf61df78e0c24fb6"/>
    <p:sldId xmlns:r="http://schemas.openxmlformats.org/officeDocument/2006/relationships" id="278" r:id="Rfd9a23948e9c44d2"/>
    <p:sldId xmlns:r="http://schemas.openxmlformats.org/officeDocument/2006/relationships" id="279" r:id="Rf7a45349ea12404c"/>
    <p:sldId xmlns:r="http://schemas.openxmlformats.org/officeDocument/2006/relationships" id="280" r:id="R603fb86e0370454e"/>
    <p:sldId xmlns:r="http://schemas.openxmlformats.org/officeDocument/2006/relationships" id="281" r:id="R05b153f3529e4c9e"/>
    <p:sldId xmlns:r="http://schemas.openxmlformats.org/officeDocument/2006/relationships" id="282" r:id="R0fbdb17158fb4c03"/>
    <p:sldId xmlns:r="http://schemas.openxmlformats.org/officeDocument/2006/relationships" id="283" r:id="Rd659647e9f024a8f"/>
    <p:sldId xmlns:r="http://schemas.openxmlformats.org/officeDocument/2006/relationships" id="284" r:id="Ra2a1625114df47a1"/>
    <p:sldId xmlns:r="http://schemas.openxmlformats.org/officeDocument/2006/relationships" id="285" r:id="Rc7035dc629934e7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a25d156008a493c" /><Relationship Type="http://schemas.openxmlformats.org/officeDocument/2006/relationships/slideMaster" Target="/ppt/slideMasters/slideMaster1.xml" Id="Rf3a11c882b86412a" /><Relationship Type="http://schemas.openxmlformats.org/officeDocument/2006/relationships/notesMaster" Target="/ppt/notesMasters/notesMaster1.xml" Id="R304bf540902e486f" /><Relationship Type="http://schemas.openxmlformats.org/officeDocument/2006/relationships/presProps" Target="/ppt/presProps.xml" Id="R12d1fe7ec3f44bcf" /><Relationship Type="http://schemas.openxmlformats.org/officeDocument/2006/relationships/tableStyles" Target="/ppt/tableStyles.xml" Id="R2c06c194a0aa4249" /><Relationship Type="http://schemas.openxmlformats.org/officeDocument/2006/relationships/slide" Target="/ppt/slides/slide1.xml" Id="R95b3142b15d34c77" /><Relationship Type="http://schemas.openxmlformats.org/officeDocument/2006/relationships/slide" Target="/ppt/slides/slide2.xml" Id="R402254fa726c4a96" /><Relationship Type="http://schemas.openxmlformats.org/officeDocument/2006/relationships/slide" Target="/ppt/slides/slide3.xml" Id="R10a4fba13c6e4ab5" /><Relationship Type="http://schemas.openxmlformats.org/officeDocument/2006/relationships/slide" Target="/ppt/slides/slide4.xml" Id="R077dfbcbbcb747e4" /><Relationship Type="http://schemas.openxmlformats.org/officeDocument/2006/relationships/slide" Target="/ppt/slides/slide5.xml" Id="R9d3b956283a64ead" /><Relationship Type="http://schemas.openxmlformats.org/officeDocument/2006/relationships/slide" Target="/ppt/slides/slide6.xml" Id="Raa08962aacf749b7" /><Relationship Type="http://schemas.openxmlformats.org/officeDocument/2006/relationships/slide" Target="/ppt/slides/slide7.xml" Id="R62cff023d6734021" /><Relationship Type="http://schemas.openxmlformats.org/officeDocument/2006/relationships/slide" Target="/ppt/slides/slide8.xml" Id="R28cd050b726b4ebb" /><Relationship Type="http://schemas.openxmlformats.org/officeDocument/2006/relationships/slide" Target="/ppt/slides/slide9.xml" Id="R0c195a0e1da0444f" /><Relationship Type="http://schemas.openxmlformats.org/officeDocument/2006/relationships/slide" Target="/ppt/slides/slide10.xml" Id="R2cf0cd00d5b4406e" /><Relationship Type="http://schemas.openxmlformats.org/officeDocument/2006/relationships/slide" Target="/ppt/slides/slide11.xml" Id="R9f9edb250fd24add" /><Relationship Type="http://schemas.openxmlformats.org/officeDocument/2006/relationships/slide" Target="/ppt/slides/slide12.xml" Id="R38c59c939d584b26" /><Relationship Type="http://schemas.openxmlformats.org/officeDocument/2006/relationships/slide" Target="/ppt/slides/slide13.xml" Id="R2fc784a9b79641fa" /><Relationship Type="http://schemas.openxmlformats.org/officeDocument/2006/relationships/slide" Target="/ppt/slides/slide14.xml" Id="Re13f4e5e083b45a6" /><Relationship Type="http://schemas.openxmlformats.org/officeDocument/2006/relationships/slide" Target="/ppt/slides/slide15.xml" Id="Re5a0ada160ab4ab1" /><Relationship Type="http://schemas.openxmlformats.org/officeDocument/2006/relationships/slide" Target="/ppt/slides/slide16.xml" Id="R108f29910a7b4d47" /><Relationship Type="http://schemas.openxmlformats.org/officeDocument/2006/relationships/slide" Target="/ppt/slides/slide17.xml" Id="R8461d704bcfe4869" /><Relationship Type="http://schemas.openxmlformats.org/officeDocument/2006/relationships/slide" Target="/ppt/slides/slide18.xml" Id="R1ca317ccc4e14f63" /><Relationship Type="http://schemas.openxmlformats.org/officeDocument/2006/relationships/slide" Target="/ppt/slides/slide19.xml" Id="R527bca8392104e6d" /><Relationship Type="http://schemas.openxmlformats.org/officeDocument/2006/relationships/slide" Target="/ppt/slides/slide20.xml" Id="R166629d695124be5" /><Relationship Type="http://schemas.openxmlformats.org/officeDocument/2006/relationships/slide" Target="/ppt/slides/slide21.xml" Id="Ra676fe3597be4947" /><Relationship Type="http://schemas.openxmlformats.org/officeDocument/2006/relationships/slide" Target="/ppt/slides/slide22.xml" Id="Rdf61df78e0c24fb6" /><Relationship Type="http://schemas.openxmlformats.org/officeDocument/2006/relationships/slide" Target="/ppt/slides/slide23.xml" Id="Rfd9a23948e9c44d2" /><Relationship Type="http://schemas.openxmlformats.org/officeDocument/2006/relationships/slide" Target="/ppt/slides/slide24.xml" Id="Rf7a45349ea12404c" /><Relationship Type="http://schemas.openxmlformats.org/officeDocument/2006/relationships/slide" Target="/ppt/slides/slide25.xml" Id="R603fb86e0370454e" /><Relationship Type="http://schemas.openxmlformats.org/officeDocument/2006/relationships/slide" Target="/ppt/slides/slide26.xml" Id="R05b153f3529e4c9e" /><Relationship Type="http://schemas.openxmlformats.org/officeDocument/2006/relationships/slide" Target="/ppt/slides/slide27.xml" Id="R0fbdb17158fb4c03" /><Relationship Type="http://schemas.openxmlformats.org/officeDocument/2006/relationships/slide" Target="/ppt/slides/slide28.xml" Id="Rd659647e9f024a8f" /><Relationship Type="http://schemas.openxmlformats.org/officeDocument/2006/relationships/slide" Target="/ppt/slides/slide29.xml" Id="Ra2a1625114df47a1" /><Relationship Type="http://schemas.openxmlformats.org/officeDocument/2006/relationships/slide" Target="/ppt/slides/slide30.xml" Id="Rc7035dc629934e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cfa728e9b8740a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fbfaf42bb004a5e" /><Relationship Type="http://schemas.openxmlformats.org/officeDocument/2006/relationships/notesMaster" Target="/ppt/notesMasters/notesMaster1.xml" Id="R8f335e3af9334fe0" /></Relationships>
</file>

<file path=ppt/notesSlides/_rels/notesSlide2.xml.rels>&#65279;<?xml version="1.0" encoding="utf-8"?><Relationships xmlns="http://schemas.openxmlformats.org/package/2006/relationships"><Relationship Type="http://schemas.openxmlformats.org/officeDocument/2006/relationships/slide" Target="/ppt/slides/slide2.xml" Id="R4a8cdf14e7d344f3" /><Relationship Type="http://schemas.openxmlformats.org/officeDocument/2006/relationships/notesMaster" Target="/ppt/notesMasters/notesMaster1.xml" Id="Rd0fd1d26cc524997" /></Relationships>
</file>

<file path=ppt/notesSlides/_rels/notesSlide3.xml.rels>&#65279;<?xml version="1.0" encoding="utf-8"?><Relationships xmlns="http://schemas.openxmlformats.org/package/2006/relationships"><Relationship Type="http://schemas.openxmlformats.org/officeDocument/2006/relationships/slide" Target="/ppt/slides/slide3.xml" Id="R9d2c0a01865548af" /><Relationship Type="http://schemas.openxmlformats.org/officeDocument/2006/relationships/notesMaster" Target="/ppt/notesMasters/notesMaster1.xml" Id="R5c4ecff178fc4d2a" /></Relationships>
</file>

<file path=ppt/notesSlides/_rels/notesSlide4.xml.rels>&#65279;<?xml version="1.0" encoding="utf-8"?><Relationships xmlns="http://schemas.openxmlformats.org/package/2006/relationships"><Relationship Type="http://schemas.openxmlformats.org/officeDocument/2006/relationships/slide" Target="/ppt/slides/slide4.xml" Id="R15a464c1f0544de5" /><Relationship Type="http://schemas.openxmlformats.org/officeDocument/2006/relationships/notesMaster" Target="/ppt/notesMasters/notesMaster1.xml" Id="Rcab5c0a262c14306"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470e3770ab4b29" /><Relationship Type="http://schemas.openxmlformats.org/officeDocument/2006/relationships/notesMaster" Target="/ppt/notesMasters/notesMaster1.xml" Id="R858a92c517ae42c2"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58f6f5c3c04016" /><Relationship Type="http://schemas.openxmlformats.org/officeDocument/2006/relationships/notesMaster" Target="/ppt/notesMasters/notesMaster1.xml" Id="Rf887833ed84a47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8cae6d8ece5644be" /><Relationship Type="http://schemas.openxmlformats.org/officeDocument/2006/relationships/notesMaster" Target="/ppt/notesMasters/notesMaster1.xml" Id="R94ad1201f72b4c91"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7b2b27444d4d2b" /><Relationship Type="http://schemas.openxmlformats.org/officeDocument/2006/relationships/notesMaster" Target="/ppt/notesMasters/notesMaster1.xml" Id="R27591e6987ac4d2a" /></Relationships>
</file>

<file path=ppt/notesSlides/_rels/notesSlide9.xml.rels>&#65279;<?xml version="1.0" encoding="utf-8"?><Relationships xmlns="http://schemas.openxmlformats.org/package/2006/relationships"><Relationship Type="http://schemas.openxmlformats.org/officeDocument/2006/relationships/slide" Target="/ppt/slides/slide9.xml" Id="Rfc0a71cca8b4478a" /><Relationship Type="http://schemas.openxmlformats.org/officeDocument/2006/relationships/notesMaster" Target="/ppt/notesMasters/notesMaster1.xml" Id="R4ff9a92ad9c54b6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263c5a9fac84b3b" /><Relationship Type="http://schemas.openxmlformats.org/officeDocument/2006/relationships/notesMaster" Target="/ppt/notesMasters/notesMaster1.xml" Id="R3a14ac26adda4ce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c4bb31334a4954" /><Relationship Type="http://schemas.openxmlformats.org/officeDocument/2006/relationships/notesMaster" Target="/ppt/notesMasters/notesMaster1.xml" Id="R88cad8cb67a8495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dbc2660ace14fe1" /><Relationship Type="http://schemas.openxmlformats.org/officeDocument/2006/relationships/notesMaster" Target="/ppt/notesMasters/notesMaster1.xml" Id="Re04bbb5ffaa74cd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b562e16e4fb48d3" /><Relationship Type="http://schemas.openxmlformats.org/officeDocument/2006/relationships/notesMaster" Target="/ppt/notesMasters/notesMaster1.xml" Id="Rbf70a43b450b4ba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53a9b8eeb8e414b" /><Relationship Type="http://schemas.openxmlformats.org/officeDocument/2006/relationships/notesMaster" Target="/ppt/notesMasters/notesMaster1.xml" Id="R6989e395001a4df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46ccf6eb99648ab" /><Relationship Type="http://schemas.openxmlformats.org/officeDocument/2006/relationships/notesMaster" Target="/ppt/notesMasters/notesMaster1.xml" Id="Ra1e53584af28481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174453de37c48b8" /><Relationship Type="http://schemas.openxmlformats.org/officeDocument/2006/relationships/notesMaster" Target="/ppt/notesMasters/notesMaster1.xml" Id="R296ac4bc02c44ad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1bcd8984b4440ec" /><Relationship Type="http://schemas.openxmlformats.org/officeDocument/2006/relationships/notesMaster" Target="/ppt/notesMasters/notesMaster1.xml" Id="R5be4b9e9ed0a4ad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42c2f185e04797" /><Relationship Type="http://schemas.openxmlformats.org/officeDocument/2006/relationships/notesMaster" Target="/ppt/notesMasters/notesMaster1.xml" Id="Rdcec7def67c74fe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1be7f93c0ef4b9c" /><Relationship Type="http://schemas.openxmlformats.org/officeDocument/2006/relationships/notesMaster" Target="/ppt/notesMasters/notesMaster1.xml" Id="R12f23c9134c445d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15916b647d047b5" /><Relationship Type="http://schemas.openxmlformats.org/officeDocument/2006/relationships/notesMaster" Target="/ppt/notesMasters/notesMaster1.xml" Id="R562f1e31d4dc4c0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587dd6bcefa47a1" /><Relationship Type="http://schemas.openxmlformats.org/officeDocument/2006/relationships/notesMaster" Target="/ppt/notesMasters/notesMaster1.xml" Id="Re5796bc048cd41c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4b06f18c7924735" /><Relationship Type="http://schemas.openxmlformats.org/officeDocument/2006/relationships/notesMaster" Target="/ppt/notesMasters/notesMaster1.xml" Id="Rb383d928e66e4be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14e2c0602e74f34" /><Relationship Type="http://schemas.openxmlformats.org/officeDocument/2006/relationships/notesMaster" Target="/ppt/notesMasters/notesMaster1.xml" Id="Re9aee248614b4b4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610aea5fec54af2" /><Relationship Type="http://schemas.openxmlformats.org/officeDocument/2006/relationships/notesMaster" Target="/ppt/notesMasters/notesMaster1.xml" Id="R62eb3b124761439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bc5bfcfbd6f479b" /><Relationship Type="http://schemas.openxmlformats.org/officeDocument/2006/relationships/notesMaster" Target="/ppt/notesMasters/notesMaster1.xml" Id="R87cab364884b475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1b284fea2354cba" /><Relationship Type="http://schemas.openxmlformats.org/officeDocument/2006/relationships/notesMaster" Target="/ppt/notesMasters/notesMaster1.xml" Id="R10c59898aa8c45c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aadee8c9f50406e" /><Relationship Type="http://schemas.openxmlformats.org/officeDocument/2006/relationships/notesMaster" Target="/ppt/notesMasters/notesMaster1.xml" Id="R28f910c12af143c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10b5f9bc0e74725" /><Relationship Type="http://schemas.openxmlformats.org/officeDocument/2006/relationships/notesMaster" Target="/ppt/notesMasters/notesMaster1.xml" Id="Rb5d4ba282ee248e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7f213824a0b49b6" /><Relationship Type="http://schemas.openxmlformats.org/officeDocument/2006/relationships/notesMaster" Target="/ppt/notesMasters/notesMaster1.xml" Id="Rc3d4f951463e427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0d13b3803e8454b" /><Relationship Type="http://schemas.openxmlformats.org/officeDocument/2006/relationships/notesMaster" Target="/ppt/notesMasters/notesMaster1.xml" Id="R2165c6ec4cf9410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c0e56193ae43a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2b57757cd34337" /><Relationship Type="http://schemas.openxmlformats.org/officeDocument/2006/relationships/slideLayout" Target="/ppt/slideLayouts/slideLayout1.xml" Id="R7c5b331765074b5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c5b331765074b5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f97dcd035324b6c" /><Relationship Type="http://schemas.openxmlformats.org/officeDocument/2006/relationships/image" Target="/ppt/media/image.jpeg" Id="Ra244f915499b41f3" /><Relationship Type="http://schemas.openxmlformats.org/officeDocument/2006/relationships/notesSlide" Target="/ppt/notesSlides/notesSlide1.xml" Id="Rf466c77296bd4c6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235720e1a8f44af" /><Relationship Type="http://schemas.openxmlformats.org/officeDocument/2006/relationships/image" Target="/ppt/media/image2.jpeg" Id="R2e71eb9d0f3042e3" /><Relationship Type="http://schemas.openxmlformats.org/officeDocument/2006/relationships/notesSlide" Target="/ppt/notesSlides/notesSlide2.xml" Id="R592f9fe2c7a7495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37c4e599b414d5f" /><Relationship Type="http://schemas.openxmlformats.org/officeDocument/2006/relationships/image" Target="/ppt/media/image3.jpeg" Id="Rc5e54072ae244870" /><Relationship Type="http://schemas.openxmlformats.org/officeDocument/2006/relationships/notesSlide" Target="/ppt/notesSlides/notesSlide3.xml" Id="R5f2ace87409e41d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d1ac7366df14ea6" /><Relationship Type="http://schemas.openxmlformats.org/officeDocument/2006/relationships/image" Target="/ppt/media/image4.jpeg" Id="R9715651d9056440d" /><Relationship Type="http://schemas.openxmlformats.org/officeDocument/2006/relationships/notesSlide" Target="/ppt/notesSlides/notesSlide4.xml" Id="R3e5b805bbc064e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b68f407c34241bc" /><Relationship Type="http://schemas.openxmlformats.org/officeDocument/2006/relationships/image" Target="/ppt/media/image5.jpeg" Id="R2bb0e027970f4015" /><Relationship Type="http://schemas.openxmlformats.org/officeDocument/2006/relationships/notesSlide" Target="/ppt/notesSlides/notesSlide5.xml" Id="R6a600ff0bbaf4ba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7479c7af9144374" /><Relationship Type="http://schemas.openxmlformats.org/officeDocument/2006/relationships/image" Target="/ppt/media/image6.jpeg" Id="Rb927aff32b324b92" /><Relationship Type="http://schemas.openxmlformats.org/officeDocument/2006/relationships/notesSlide" Target="/ppt/notesSlides/notesSlide6.xml" Id="Rf1c9fba62d144d0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d630da94ac1439b" /><Relationship Type="http://schemas.openxmlformats.org/officeDocument/2006/relationships/image" Target="/ppt/media/image7.jpeg" Id="Rf0ed0b52daa6436a" /><Relationship Type="http://schemas.openxmlformats.org/officeDocument/2006/relationships/notesSlide" Target="/ppt/notesSlides/notesSlide7.xml" Id="R178f769c2cab4c3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6e6a5cd03cb4edf" /><Relationship Type="http://schemas.openxmlformats.org/officeDocument/2006/relationships/image" Target="/ppt/media/image8.jpeg" Id="R164fc0d6e8e3457a" /><Relationship Type="http://schemas.openxmlformats.org/officeDocument/2006/relationships/notesSlide" Target="/ppt/notesSlides/notesSlide8.xml" Id="R520b032c57834a4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e4c345ba2854632" /><Relationship Type="http://schemas.openxmlformats.org/officeDocument/2006/relationships/image" Target="/ppt/media/image9.jpeg" Id="R9bd6040b163d4c9b" /><Relationship Type="http://schemas.openxmlformats.org/officeDocument/2006/relationships/notesSlide" Target="/ppt/notesSlides/notesSlide9.xml" Id="R85c4a40361c64bd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933f2b61bf54751" /><Relationship Type="http://schemas.openxmlformats.org/officeDocument/2006/relationships/image" Target="/ppt/media/image10.jpeg" Id="Rbdc3a3c45c70441a" /><Relationship Type="http://schemas.openxmlformats.org/officeDocument/2006/relationships/notesSlide" Target="/ppt/notesSlides/notesSlide10.xml" Id="R684108f2e8564f6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ceff6d4ec724717" /><Relationship Type="http://schemas.openxmlformats.org/officeDocument/2006/relationships/image" Target="/ppt/media/image11.jpeg" Id="R5fcbf4a6921f4592" /><Relationship Type="http://schemas.openxmlformats.org/officeDocument/2006/relationships/notesSlide" Target="/ppt/notesSlides/notesSlide11.xml" Id="Rd86218cad57749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52dbebdea2742c6" /><Relationship Type="http://schemas.openxmlformats.org/officeDocument/2006/relationships/image" Target="/ppt/media/image12.jpeg" Id="R6627d67b29cb48b6" /><Relationship Type="http://schemas.openxmlformats.org/officeDocument/2006/relationships/notesSlide" Target="/ppt/notesSlides/notesSlide12.xml" Id="Ra9a3c1ea1e4e498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d63190fb89d4829" /><Relationship Type="http://schemas.openxmlformats.org/officeDocument/2006/relationships/image" Target="/ppt/media/image13.jpeg" Id="R580d283d99684fff" /><Relationship Type="http://schemas.openxmlformats.org/officeDocument/2006/relationships/notesSlide" Target="/ppt/notesSlides/notesSlide13.xml" Id="R6491b47e702f4cd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105265177c144a3" /><Relationship Type="http://schemas.openxmlformats.org/officeDocument/2006/relationships/image" Target="/ppt/media/image14.jpeg" Id="R7b3435b8f09d4a58" /><Relationship Type="http://schemas.openxmlformats.org/officeDocument/2006/relationships/notesSlide" Target="/ppt/notesSlides/notesSlide14.xml" Id="Rba598a6044e4438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b03b5b325444187" /><Relationship Type="http://schemas.openxmlformats.org/officeDocument/2006/relationships/image" Target="/ppt/media/image15.jpeg" Id="Re454561570ec4fad" /><Relationship Type="http://schemas.openxmlformats.org/officeDocument/2006/relationships/notesSlide" Target="/ppt/notesSlides/notesSlide15.xml" Id="R4f487706ed8e4ad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0c6dce7e6944ab8" /><Relationship Type="http://schemas.openxmlformats.org/officeDocument/2006/relationships/image" Target="/ppt/media/image16.jpeg" Id="R11876c4e8e274b93" /><Relationship Type="http://schemas.openxmlformats.org/officeDocument/2006/relationships/notesSlide" Target="/ppt/notesSlides/notesSlide16.xml" Id="R80f2ce86505b4cc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d45dee2b6c444d1" /><Relationship Type="http://schemas.openxmlformats.org/officeDocument/2006/relationships/image" Target="/ppt/media/image17.jpeg" Id="Rcfdd75a9618d4800" /><Relationship Type="http://schemas.openxmlformats.org/officeDocument/2006/relationships/notesSlide" Target="/ppt/notesSlides/notesSlide17.xml" Id="Rc78f71b9f4f64c6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1241a0bb13e45a6" /><Relationship Type="http://schemas.openxmlformats.org/officeDocument/2006/relationships/image" Target="/ppt/media/image18.jpeg" Id="Rf14a79377334488b" /><Relationship Type="http://schemas.openxmlformats.org/officeDocument/2006/relationships/notesSlide" Target="/ppt/notesSlides/notesSlide18.xml" Id="R210d244797b941f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eac2858b8f64fc2" /><Relationship Type="http://schemas.openxmlformats.org/officeDocument/2006/relationships/image" Target="/ppt/media/image19.jpeg" Id="R6fdd41ccae4d4398" /><Relationship Type="http://schemas.openxmlformats.org/officeDocument/2006/relationships/notesSlide" Target="/ppt/notesSlides/notesSlide19.xml" Id="Rc5968bf2469e4db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47fd4b7e3d54916" /><Relationship Type="http://schemas.openxmlformats.org/officeDocument/2006/relationships/image" Target="/ppt/media/image20.jpeg" Id="R1db48672c3e5436b" /><Relationship Type="http://schemas.openxmlformats.org/officeDocument/2006/relationships/notesSlide" Target="/ppt/notesSlides/notesSlide20.xml" Id="R2439658a653948a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d034f2d8d574abf" /><Relationship Type="http://schemas.openxmlformats.org/officeDocument/2006/relationships/image" Target="/ppt/media/image21.jpeg" Id="R4b0414c1b2174691" /><Relationship Type="http://schemas.openxmlformats.org/officeDocument/2006/relationships/notesSlide" Target="/ppt/notesSlides/notesSlide21.xml" Id="R49f55ee06ec8411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22804de321f418a" /><Relationship Type="http://schemas.openxmlformats.org/officeDocument/2006/relationships/image" Target="/ppt/media/image22.jpeg" Id="Rb8ff9538c4a94182" /><Relationship Type="http://schemas.openxmlformats.org/officeDocument/2006/relationships/notesSlide" Target="/ppt/notesSlides/notesSlide22.xml" Id="R1ffd533d96da4d1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c476eee6bb742dd" /><Relationship Type="http://schemas.openxmlformats.org/officeDocument/2006/relationships/image" Target="/ppt/media/image23.jpeg" Id="Rde1ebfe862bb41f2" /><Relationship Type="http://schemas.openxmlformats.org/officeDocument/2006/relationships/notesSlide" Target="/ppt/notesSlides/notesSlide23.xml" Id="R40c693bffec54a5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5b283865b7c4056" /><Relationship Type="http://schemas.openxmlformats.org/officeDocument/2006/relationships/image" Target="/ppt/media/image24.jpeg" Id="R4d1ebeb753484e52" /><Relationship Type="http://schemas.openxmlformats.org/officeDocument/2006/relationships/notesSlide" Target="/ppt/notesSlides/notesSlide24.xml" Id="R27e8f561a3ff427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c24dd4b74ff4584" /><Relationship Type="http://schemas.openxmlformats.org/officeDocument/2006/relationships/image" Target="/ppt/media/image25.jpeg" Id="Rebf5f486da024135" /><Relationship Type="http://schemas.openxmlformats.org/officeDocument/2006/relationships/notesSlide" Target="/ppt/notesSlides/notesSlide25.xml" Id="R455b29da1cb3438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bafae30f7d34485" /><Relationship Type="http://schemas.openxmlformats.org/officeDocument/2006/relationships/image" Target="/ppt/media/image26.jpeg" Id="Rcd34b73a32dd4a1d" /><Relationship Type="http://schemas.openxmlformats.org/officeDocument/2006/relationships/notesSlide" Target="/ppt/notesSlides/notesSlide26.xml" Id="R5fe593b63a584f2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323340c88a34d2c" /><Relationship Type="http://schemas.openxmlformats.org/officeDocument/2006/relationships/image" Target="/ppt/media/image27.jpeg" Id="Ra486f2f562c742c5" /><Relationship Type="http://schemas.openxmlformats.org/officeDocument/2006/relationships/notesSlide" Target="/ppt/notesSlides/notesSlide27.xml" Id="R1af844cfe2604a8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6ba45f793444af8" /><Relationship Type="http://schemas.openxmlformats.org/officeDocument/2006/relationships/image" Target="/ppt/media/image28.jpeg" Id="Rbada5033363d4e17" /><Relationship Type="http://schemas.openxmlformats.org/officeDocument/2006/relationships/notesSlide" Target="/ppt/notesSlides/notesSlide28.xml" Id="R5281fecd45ef4fd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3c5432cb3414581" /><Relationship Type="http://schemas.openxmlformats.org/officeDocument/2006/relationships/image" Target="/ppt/media/image29.jpeg" Id="R6f9d812fabe64e8f" /><Relationship Type="http://schemas.openxmlformats.org/officeDocument/2006/relationships/notesSlide" Target="/ppt/notesSlides/notesSlide29.xml" Id="R88f8250adccc422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ec74a50f4a324266" /><Relationship Type="http://schemas.openxmlformats.org/officeDocument/2006/relationships/image" Target="/ppt/media/image30.jpeg" Id="R8d046ec31b55452d" /><Relationship Type="http://schemas.openxmlformats.org/officeDocument/2006/relationships/notesSlide" Target="/ppt/notesSlides/notesSlide30.xml" Id="R09773e91a7fb49d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a244f915499b41f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ED56248-9A67-439E-870B-36F8EA138B9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1ABC2221-68DD-401E-AA7C-AD8926A078DB}"/>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8AEE78E5-27C6-4E02-88A5-17DEF375F298}"/>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F3D11CBA-71F8-485E-96B4-58CE2026321E}"/>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F2133257-4809-490E-9CD3-33C7A81E0CBA}"/>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89F9840F-193B-4CEA-B3B5-905BDEB97186}"/>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9E4A2795-40FF-49FE-962F-28D3BF2FC614}"/>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4F06F69F-163C-4E72-AC40-8B725C018F63}"/>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7E70A2FF-5EA9-44EB-B6E9-65E1A6CA01F1}"/>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4635FA2E-A715-426C-A6C4-56120B960409}"/>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802800AD-E6B6-4091-B9AC-C910A30BEBBA}"/>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E69B6AC3-966F-4E80-9F0C-677E27D8610D}"/>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E1D36E15-5CDD-4E39-9172-C18C5328B89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00D74003-DC2E-458C-A0DD-C1641E96B61B}"/>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502E553D-0E2F-44C3-87B4-B25EF77270DE}"/>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E02BC52A-F17E-474A-95AB-33E8465F8D0F}"/>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7884FFA-059A-48FC-BBB6-FE092F0AC793}"/>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6C2C3F4-D3A4-4709-893F-67C418BE9474}"/>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374EF4EE-BA23-44C2-88CA-DDE28BB1A4D8}"/>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5469F8BE-50EC-46F8-A463-EB9456E68127}"/>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2AAB8A40-DB9E-45D6-94D3-63C98DDB2F5E}"/>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E48BF565-DBFC-4F76-8A5A-87942C5791EE}"/>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B0B64B13-722E-456C-8259-F606C48A1FAB}"/>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E692E1DF-DAB2-496D-8C35-52124C2644A4}"/>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2498AEF2-D21A-433E-85BA-7B096A9C9DC5}"/>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BA89D866-E8C7-4106-8CD1-3999B6B7EF55}"/>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6EA3E7AD-C8E9-4354-8625-6FE5DD5CA57C}"/>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C7E3CBC-D368-47B1-8DEF-54DAC8C39DB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204109443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2e71eb9d0f3042e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1FA5CDC-198A-42F8-8428-4A1442D2BF6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B0BA331-4BB8-49C8-941B-FC1E27EACF7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2DE4595E-A26D-4CF3-9EC7-288A582BB53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75422F0-BB40-4EC2-B52A-41C98A01CD8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D0C8A9DC-96F3-4139-B13D-E85B3B0DC4F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81F02A0-BF57-4F28-A27E-96401221BFE6}"/>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89586439-F42E-42FF-BD7A-67FCEEA78DE3}"/>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39D02E16-FC45-40D6-8A67-C9C097B6815E}"/>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532E78F2-2BC0-4B77-8EA1-787FAF581213}"/>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7991BABC-A58A-47CB-9BD8-7ED458240F5A}"/>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40A5EA58-C584-42FF-83F0-514E0C73DE82}"/>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0433A50F-EA1F-4AE8-918E-217B9A0916C5}"/>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F1CE48EA-02EE-4F52-89F6-984C53FDFACC}"/>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7DC6885F-8454-48FC-89A4-EE53999C1909}"/>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6178E41B-C3B7-4A9B-B7F0-A8E9FCA2FE9D}"/>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1BF053B9-EF81-430A-9F24-64ED600580A5}"/>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CFE031A1-EE37-4F52-BBBF-6B15ECB3D99C}"/>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7381B490-63DD-445B-B816-27EF2467BA61}"/>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8D16CA86-7C49-44F3-8AE7-810515D937D7}"/>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2BE92730-5141-465C-A5A3-816D575E0827}"/>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B4FBB0F2-671A-4710-91B3-CD63A6D07DBF}"/>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908BD7A6-4A51-47A4-8982-1EEA2F14EE0B}"/>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4459858D-4CE7-4174-843F-A0599B2242D5}"/>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DEFF388C-5E6F-4C9A-AA19-ACFB5793CB8F}"/>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64689736-301C-477E-B7B9-2C9B947A1312}"/>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B4277766-44CB-4DBD-9EF3-CE07941D0E3D}"/>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C3067EC9-E804-448D-8AC3-6E1ADD8685EC}"/>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08B0AB73-13C8-4C4B-9E30-D1A4892B39CE}"/>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1A6B65E5-8941-4495-A296-DBCA8B7C007C}"/>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39FC61B1-2930-472C-A517-381FD7655FB3}"/>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A370316F-2E41-49D5-A736-EB94E5715FEE}"/>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B22A9C18-9332-45BC-8DDA-FF71ABAA9159}"/>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48478DF0-C4CF-4F22-8FFF-FDFE3419F617}"/>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2E327CA1-0804-489D-83F7-900448B23B8C}"/>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E42910B0-55B1-4C60-8805-453AE370CD7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55200527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c5e54072ae24487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2386249-027D-405C-885D-E211D3E7C34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395191-0EDB-4C4B-89EF-B9382313D73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6934BE03-9557-4D4F-886D-26E0C58D9B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AEBBF6-4BEA-4FB6-ABFE-D7663168658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38765BAA-1370-4CEE-9A54-DA83A9BDCB0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D8079C7-0C20-47DD-9B83-C4615778D882}"/>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37756746-FC63-44CE-B3B2-2127DE3BDC56}"/>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9F0F13ED-5889-4B9A-A6BE-59943D1C02F7}"/>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3FF053AD-39E1-47F9-A4AB-32C8838C7BA9}"/>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A8A631D4-4622-4961-9258-0D46E016F5AD}"/>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FE57EB1C-BBAD-4E42-8F65-2B6C06B33BF3}"/>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2FF9C24E-2797-4541-A756-20EE63D08481}"/>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90B5F371-6917-428C-862B-ACAF5130C32C}"/>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8C649E92-F490-4E97-9E91-45B1627359C5}"/>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3D776189-5C6B-4965-9748-CD7E48BED922}"/>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C2759716-D8A8-44ED-85FC-8FD5A8B27897}"/>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D3FBD168-0F02-4B21-9B81-002F381DDF51}"/>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01A90A7D-C765-4376-897E-5A86BE5B7F9C}"/>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DFC64AFC-91E4-429D-9688-C3D295AFEAD2}"/>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BBE81F6F-CCB1-4CBA-AD9D-C6A5FDE2863C}"/>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F2A0CF60-604E-4A86-A501-45ABBD0D4A6F}"/>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1D9D172A-4FD9-4275-9D3C-869D23FD7F44}"/>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2E11A588-417F-4B2F-A663-0B371EDF170C}"/>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41D6BF1C-551B-4F52-99AD-D57175A4F289}"/>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55B5A861-91CA-4461-ADFA-D63C66A0D9FC}"/>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8B0E8A96-5D1D-40C8-9557-FFA4BBF01923}"/>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A24DFB87-B050-480A-BD9B-F50D09E5288B}"/>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0AA0DDBF-ECBF-426E-AB1E-41878AA9F58B}"/>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111E19B3-3ACD-4C3D-890E-8386E4577003}"/>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1A157767-4179-4FE2-AEA0-62A8C3516B7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111650283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9715651d9056440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6C79B46-C517-42DA-895D-952F15DB383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BE92F2C-4BE8-4F12-AD60-0CDCB444F8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43BA6598-399C-4957-B22C-8BA06FA4693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E31EC94-5C9A-4444-8BFF-5B3AE89653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32EBB322-E590-4B0A-A580-1D7D9726326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BC26B97-D9C0-4FCA-B3AD-3068383FF0D6}"/>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433E72CD-6BCE-41BA-8EDD-A584C389A7C7}"/>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21DCC30D-4943-47D6-B18A-11B7C3D4CB4C}"/>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EB97902D-7717-44C9-ADE7-78C1AB7B392C}"/>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EEF7E63D-27B3-44CD-97A8-F2591BE16B11}"/>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81FBD8C2-2760-4E66-ADEC-6661F80B2E10}"/>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50731292-23C8-482F-9465-87BB6E9AE1F4}"/>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7531E4EB-AE52-470A-AF71-34A6D8B0E1DB}"/>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D65C71E8-2018-4240-81CB-C67C7362FFE3}"/>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32B73400-B2CD-4C63-8EE7-BD0E1E3E6233}"/>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68471D4C-3AED-4298-9974-B7E142FFCCFC}"/>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EEEF4C91-14DD-4C63-9C64-FA2FE861A57B}"/>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7FE3BDD2-C3E8-4226-98E9-34ED4B6E61F2}"/>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F34FD3F4-782B-4A8A-96D3-D1CACC3773FE}"/>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F124136E-C2DE-41A1-ADBD-1695181164F4}"/>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45F32937-65F7-4373-A748-0541C4FE7B31}"/>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284B045E-E184-471A-8CB3-947DD722CFEA}"/>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51CD0C7F-AA55-4B12-A056-634045D646CA}"/>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53278E93-226B-4E84-A042-19C628C16282}"/>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B4048EB8-447C-43CE-843B-5C003BD2EC2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82694442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2bb0e027970f401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0391E7A-D825-4B98-AB8A-C678BEC4CD3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E1DB835-17DD-47DA-916B-32BAFBABEBC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46B23CE8-AB44-4CB8-8BB4-0BCC1D9EE82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6E39B39-7A53-4DB3-9172-F72F8DCD8FB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9C363A9B-4712-45E8-AF8B-8F673C476C1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EA93320-9E77-49A6-AB68-175C4FC70F57}"/>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909A3F3F-F70E-4EB9-8E13-9760344FFE2E}"/>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33A5E8D0-7A6E-4C04-B5A3-F22FB661D8D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23905952-2B79-4D5A-938D-EA638169E69E}"/>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0D0DB6F5-5172-4F48-9A12-7E8B1CD0115D}"/>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F196AC4-BF3F-4D1D-960F-6B8D17CBF30F}"/>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1981AFDC-0CDB-4652-8FA2-C9B329881D6C}"/>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E1EC897D-766E-44A3-82A5-DE99F7F0E338}"/>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B46EB6E9-5F35-4810-ADB0-2E3D1D0ED873}"/>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9D7DA379-59FF-44C5-88C0-9C0BC6D32850}"/>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5B0924E-8EA3-47B2-AC16-51FA6A4FF692}"/>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BEB6C689-9A90-46D8-89C5-305BBDA7B68D}"/>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54C185E0-F06C-4937-8741-51CF192B0087}"/>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F969DFA9-CAE9-4D95-A091-80044F5C3101}"/>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1AE2738A-CE6D-4208-AE22-65DED99A0A12}"/>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F55E7830-781D-4CEF-9127-911ABA741EDA}"/>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6E235649-B33F-47A1-874A-339EB015EBCE}"/>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1A28922C-C9B1-4819-AE81-B52C68856937}"/>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D8E3BD83-D87A-4547-809B-B5C23F4CBB6C}"/>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45BD3071-D5BF-41E0-9012-384829C85A12}"/>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5E1A48F0-F65D-4CC2-9F74-240B63A03804}"/>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9FA9F502-9C6F-4786-87C0-BC9B0CA8D920}"/>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DD283652-6563-4768-8905-3939D5C424D7}"/>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D35DCB49-F636-47F3-B0F2-5D2757F1FB94}"/>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5BA4CCB9-6B77-4563-8747-91CF2FD0B4BB}"/>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920123F6-CC9B-4D38-945D-E65F191D704B}"/>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6C80C953-0208-479A-AADB-1EC024F0A00C}"/>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3A995C8D-D013-47E8-ACC8-40C85543F486}"/>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DFC8D184-2F0B-4E57-ADCD-135FDF219AAF}"/>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C78FC79E-15B3-4918-94D2-93EC0E27BF5E}"/>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F0B34D9F-94C3-4C52-BE43-9D71364FD7B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67069661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b927aff32b324b9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EB8A393-5C88-45DA-84B0-991F5DFD5E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C52C70D-F414-4759-B5AB-9EBEC9A800E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3B95EE38-14B3-4156-A980-662E0E5854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DA3D1C-C52F-4295-9E13-94C35FC2D5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8D00CA1E-C553-454D-BDFF-A186E939EE7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3BF4F50-0E4C-4753-8360-D653B72F808E}"/>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50A469EE-17F7-48F2-A929-F116BF88D007}"/>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6A1A2856-F023-4BBA-B330-9AC5F214B40D}"/>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3FE3D150-C7E1-43EA-99C1-6AFE9F6E4CF7}"/>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E65B11E5-8624-447E-8F1F-0CECA4853415}"/>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B29F973D-B2F3-4C6A-B42F-75F645FB30B9}"/>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211A5674-16BB-4185-9ADA-99228E8B2563}"/>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8395B373-0381-4F68-B0DD-1A9A9EF1CC0A}"/>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FAB2E718-9BC6-4513-A8EE-D3E31A8E8A3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199353593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f0ed0b52daa6436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23078E6-E26E-4FC5-AFD7-9AEFC616C4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32BB84E-C62A-4A11-95CA-55DB3061E66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ACF04B6E-60D5-45A8-A1D9-7657CDD030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3170EF2-9210-4604-9D70-954901662CB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462B61DB-C367-4633-94E6-3C36FD2D04A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BFE9D13-7357-4913-BD90-AD3B179CED4F}"/>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75D769B3-0088-4129-8ED4-AF46B2503671}"/>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CB49F651-70B0-403C-906D-76E19A1D1BA3}"/>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C0EA0EBC-2A24-41EC-80F6-E2CE4640E8AD}"/>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6CC29C5B-74E9-4C64-B3FD-508263C47465}"/>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62B89B19-C1C8-4A39-99CF-186EDBDA5DD6}"/>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803E8BFA-F25C-4BB8-9FD8-41D68C3D5A4A}"/>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78EB8B90-3560-4D06-AFA5-8E2A6F05CA70}"/>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539D616F-D541-4B06-AD02-113E4CE68E01}"/>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4AB7E76D-5FA9-47C0-BDB5-DBAF88078473}"/>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F27D6B4F-2ACD-4934-83FC-E57E2B0DFA67}"/>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E5BFA79C-384E-4F7E-AF02-0F531205F939}"/>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9111559E-532D-4AE0-807A-1015632D2C96}"/>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FE0F8B93-352C-4A57-8DD3-91DE23760121}"/>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783168BE-D358-4080-B0E1-7439D4748F45}"/>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632CF926-9C2F-4659-8FEE-93BF1B0E070D}"/>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FF5D2509-AD86-4B33-AF02-C6A776F44B37}"/>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B87CB3D0-D17E-4C01-9803-FE6593F530E3}"/>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63B57BCC-B628-4ABB-B635-DEE4AC16F06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89895828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64fc0d6e8e3457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3E28EA-2FAC-4B25-90E2-685F027D06D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89870F2-CCAA-42F9-8D97-E09FF94E90E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55667527-19CB-4438-8CE7-070006D8918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B2202D0-3E6E-4FB7-9798-91AAA909626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6249AB63-D603-476A-A895-F6978453D6E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13320B0-C900-44C4-9EB7-E061D3193058}"/>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F02519BC-E8D7-478C-9056-46328204EAD0}"/>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47DE14F8-34FC-4FFA-AC49-77FD20660159}"/>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1D00CA72-3A5A-4897-A78A-06E131C6D71B}"/>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3CB8D87-F7ED-4491-85F2-E76569B6A776}"/>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8979618D-D1C6-47D2-BDD6-0872E94E472C}"/>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2E096E4F-1128-443D-8FD1-3690D08001AA}"/>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CB321D9A-E0A4-4EC1-8AA1-BF47FE9CDAFB}"/>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B5DA057D-CDC9-4BC0-9DF8-2CE03EE33B0D}"/>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C11D7228-789D-4A6E-A37F-37E2F963025E}"/>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834CDAA2-6809-4F95-B68A-95127A8466E1}"/>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E80CA63C-972E-473A-A78C-8945685FB694}"/>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457389D8-D590-4C8C-8B20-2D1BC7CD724B}"/>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8EE48F57-A761-4991-BEC5-06DD53015B7B}"/>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F9813B67-C758-4F2F-A521-BE6F966C1F46}"/>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EBE853DF-75D6-40C4-9310-8A4AF48D569F}"/>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1A7CEF58-9154-4661-BFAC-FB09C4501F76}"/>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8E8BA1F6-2E68-495A-9F73-8E046EDF2009}"/>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5B552A52-3C29-42B9-9128-A323F84AACC6}"/>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B8467A03-82BD-49F1-B99F-28982EF3A9AE}"/>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51E79523-65DD-4FE8-80E5-45AD5208A534}"/>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B396206B-57C5-4983-96E0-DAF5AE6754F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29567018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9bd6040b163d4c9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BB9A9F3-8EF1-4F68-858D-AC3734C596C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9A651C62-CC4D-4D17-B8D3-DE491C3F1F7D}"/>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278E47CF-C97D-4F75-A71B-0C518505DFB3}"/>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339213DF-90D8-4B84-9B98-6529ADCFD0FE}"/>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916ECC7C-1BEC-4E69-8A3F-FD21242BA6E5}"/>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BF4BE7A9-3044-4F2A-8AD2-276AB6B55D6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54460135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bdc3a3c45c70441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C20AFE2-88E4-4759-BFE0-42C05CCBC14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6521789-3BF4-4B48-954E-EE261736C64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19ABB667-1094-45E3-B815-5248646F703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D143490-EA3E-4179-B232-29819E637D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CB0639D0-AC2B-495D-A61B-57DB1159CA8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E786082-0954-4A6B-B952-557495D4615C}"/>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7E04C37F-0633-4C81-8ADE-B5977EC6A0B4}"/>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50E74D0-5D6F-4FC3-B196-88E99FCB0C13}"/>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8CDBF350-2282-48F5-A226-DF2DE4D3B37D}"/>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0B721EA-1181-40A7-8FBC-2A2C545E3296}"/>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C13D363B-1D64-467E-9F0B-71610D1CFC17}"/>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E67C3054-AB7E-4224-8289-1F7F3A460B1C}"/>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5C47F614-CE10-425C-8E1C-46038FFDE41E}"/>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AE7A4815-3592-46AF-90E5-28E758D7D8E5}"/>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71281F9C-8B8D-4274-8815-4E5313CB25DF}"/>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19757392-0A90-4E5F-8706-B28289992E9F}"/>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5FDA70F9-C9B1-4D98-BCE2-8BF9902CA683}"/>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D06813C8-13EE-4FB3-913B-C7FBAE77792A}"/>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0DCA4D8D-4BA9-4CAA-A720-97E804026587}"/>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B0D1BCD-67CC-4C20-A97B-58A992425732}"/>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6FD973B3-9E34-41ED-9B6F-70F07F46FAA9}"/>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5DFEF620-9D63-4C3A-8DAD-9E6DC5E272DA}"/>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0EE34C37-64E4-47FE-8095-32ABEECC229C}"/>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ACA80EFE-825B-4FC1-84B2-28B0456F26BC}"/>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CB346724-93F7-45D4-8D00-2B2C73892BB5}"/>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9147FDF-B28C-41B5-AEF5-567BC6957864}"/>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10431084-A03D-485A-A021-BAE7D7928F28}"/>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20FE0498-2CC7-4167-87CB-B751A05F3D2D}"/>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EBC50A7A-E9BC-4C78-AEEF-0C1647C148D4}"/>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5FF0FD94-5CE1-4B3F-975A-F605B97246D8}"/>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BA9F91B9-E763-44E9-A31D-B75DDC86106F}"/>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0A8AEC93-B669-4A7A-AC0C-237D8F94856B}"/>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4347E98D-B205-497C-8AF7-82054E3440A9}"/>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B4F92C04-8A10-4D52-AA05-707F0ECF443F}"/>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9263A544-8BA1-495F-B704-89C44787006D}"/>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4A563BAB-279D-41BB-AB0B-B547F46FC90B}"/>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BDF0ECA0-0D1D-42D5-8989-9154983C93E4}"/>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B2C1B0DF-3BF1-43FE-A77A-8C2B5F31DEE0}"/>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EDDC0AF9-C718-4981-BE4B-AF0CB44066AC}"/>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927AC9A6-A0B4-4663-A361-6F84711EE76A}"/>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5A703212-2143-4322-BF2E-8D451FAF8531}"/>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A82D51AB-BE93-444F-BA2E-7C1A30D77D5D}"/>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CF414AFF-039A-4789-B6EC-F29A6AF07C23}"/>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55338BBC-1B74-4119-9CFF-3FF599514C2B}"/>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8783D617-7708-494A-B3CE-D834B64F96D4}"/>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2168F834-E10A-494F-ADF9-5CF7BECD9557}"/>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BF1D414F-4AA8-4BCE-914E-9A1E7C52D0BF}"/>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18D26AF-443D-481A-9900-C059D1B5B0C7}"/>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B473A117-C910-43D1-9F78-BE2B51093B51}"/>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931EEE03-A906-4599-AC71-3DC1F3B9151B}"/>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9B82BC61-2490-4F75-B4A8-F5C33B2C7439}"/>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F7DC0C33-B1C3-4A14-A5EB-4D23A85404D9}"/>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BF297E45-91EA-43C7-A745-C3DC7F6E7A15}"/>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B7F1F213-4BAC-48FB-91DA-80E1AAE253F5}"/>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A3619A44-D6E3-4385-A25E-0154E19B5560}"/>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47E02A41-823B-4F3E-A157-DD5F06A9CB44}"/>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B31FB867-4E3D-4CD4-97EB-9B995B9FF6DC}"/>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CCA9AD0A-976D-4DAE-B288-96B536D5E9DC}"/>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1F0EAA29-D3D4-4A37-BA29-180F8126A5DA}"/>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7CE808C7-7405-4EE6-92A6-DB8883FAAC06}"/>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A5668A5E-8678-4553-9632-A0C6709A85D5}"/>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2E46A221-8C3C-4052-A909-6EDD0FB95DEC}"/>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6168E7A7-B59F-4F60-A04E-A43804191199}"/>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E78D31A6-8A47-4333-AD6F-C9CBCB5A84B9}"/>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A44E3F6B-763A-4046-A842-29F28B85F976}"/>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7928965E-5DB7-4051-AD37-6E1DD23C172D}"/>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F59167DF-EE72-42C4-9193-DE5FC26A24F2}"/>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B20A74F7-B23E-4428-804F-1DE654157233}"/>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8DCE3795-7B7C-4B55-9B5E-14BFDFDF1EEB}"/>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453247EF-98B1-438F-ABD5-04E131E856DA}"/>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E1DDA5B6-2EBB-4ABD-9746-06A86556EC50}"/>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F016DFC4-E312-4CA8-99C1-28B86077B316}"/>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F7013803-C061-4C6E-AA3C-753B4B7FA011}"/>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469EC1E9-DF93-4237-9FA9-141FD4D2EA3A}"/>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B650507F-DFBB-459F-B267-6A00B5416D87}"/>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ADA331B3-E9E6-4D90-9FCA-68AFDBA43328}"/>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5817ADC3-F01C-48A4-BC6D-DF432BCE685D}"/>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AE57CFB0-244E-4CC6-BA3C-1F8FAE0A5165}"/>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93C750AD-E36C-4BCA-9F9C-305994261009}"/>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EC525DE0-149B-4CFE-8F85-D4088552465B}"/>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934E8DB0-F015-46D3-8D7B-ED5C41887F49}"/>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36602E85-F45F-43C6-B34C-0D75CDECA824}"/>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F09B2EE3-A0F1-4A21-AE51-7473105C1DE7}"/>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7E71D7A0-0131-4907-BE08-0C270D74D8D6}"/>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EC9CA11D-97D7-4DA7-8F46-922ADA3660D4}"/>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341354B7-1648-4204-98DE-1A36A124430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200044583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5fcbf4a6921f459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02BC158-3BBC-40AE-9602-5F5D0CEA215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C9AB3FA-02B6-45F7-9C74-FD7B16E82E8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3905BA4D-0C4E-4459-9130-7D64618D7B9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4817C6B-F321-4B48-8AF6-FA644F28CD3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1FEF5D42-87D0-4E0D-A1D6-64A6DEE4C93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7DC6B47-BC6A-4F25-98FC-3BA3DF1CCBE2}"/>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46971151-DD73-4E3A-90C6-29FB4A7E7032}"/>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34853046-206A-4065-AC7A-616E2A1C290F}"/>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6657918-B10F-4BE9-BC3C-D1256CF01CB7}"/>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CD6D6D27-016C-4982-881A-91CF92BF98EF}"/>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014BB70C-393B-4BD7-9882-041A3F3BFBAD}"/>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10278C2-D104-447B-90F8-CF22F77DFBC4}"/>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3B458BF1-951E-4450-BDE9-A51BDEA4DB5A}"/>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D77C450B-CF47-4EF8-9702-5B5A5AAD0B2B}"/>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6D1D42E-0A10-4ED3-8B82-AE63213A0F9B}"/>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B230466-48B9-42A2-8ED7-998CDD6B796A}"/>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FEF7B91B-DB25-4CD5-9EE7-E6BE7ADF9091}"/>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097092B-0DA3-4700-BA46-914060AB86D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F2F75D34-2527-4217-873B-CF42BF293214}"/>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A6813E0C-BBCD-4D0B-9ADF-02883D87854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9340227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6627d67b29cb48b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D8678C4-C356-4099-9603-EAEA55D768F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AA16EA0-4A16-400E-8941-934913FC1AC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123CF111-AFAE-43B0-89E6-D5354839691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55475ED-5D32-4A9C-988F-329685E7C96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B6E56B50-4EB1-4861-B80B-8321E1085BE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E5E6F62-8CE7-44B5-96AA-30AFB4C79366}"/>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3E0CC428-9E1B-4B9D-A0C7-6236F0A6D5BF}"/>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A08C89A7-2BB2-4ACB-8EB5-5259CEE486B4}"/>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C52677FD-F143-4B58-ACC8-1B81EDAC9A50}"/>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DD5576EA-65CF-4C9F-B110-A202F060D056}"/>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A6D74CB0-E1D9-4A0C-9111-107014B317B6}"/>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6C867C87-DFEF-47C9-B9E1-31643EDA8BF1}"/>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2FFEEC2F-7C52-418B-A485-39B83C797BEC}"/>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34BC7C6F-670D-42DD-80D3-6464E4846361}"/>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85A20544-19B5-4014-830B-B1530A70D92B}"/>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FE7B7915-1D45-4FE2-8A50-DBD5388FD232}"/>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95167A8A-B680-4A89-8AB0-5463FEBFB6CA}"/>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204AF2B9-06DA-414C-A2AD-405DACE80F48}"/>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CC531D2D-D610-4E65-883F-F2275AF47E23}"/>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68EE7C1F-19A1-4C82-AB96-03C41156AEC8}"/>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E1B6EE0-9164-41BA-BB10-1E8065FB41A5}"/>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A2881060-2EB0-4BBB-A588-BD5A00C7A225}"/>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16A4697A-AC8A-4831-80CA-7F719BC9BA62}"/>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CC23936-EF5A-4F6B-A84A-CEF2799CCD83}"/>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0D0A6642-01B7-4D57-B931-301B4882B19F}"/>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274DBDCF-1444-4294-900D-C3C84D16DAF7}"/>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6286E3A-9B42-4BF7-8988-54B04810C363}"/>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8FEC35C7-D63C-4212-A746-ABEA1083609B}"/>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3D35722D-3121-4A70-8803-D18A12720D09}"/>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A2DF067C-4643-4765-AE5D-CCEBA78D890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155838959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580d283d99684ff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761B9E1-14E9-4A2D-BF55-8BC0DC7ED5A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4CB5D73-11D2-4DA4-825D-77260680709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262C6B3D-4F55-4A9C-BB3C-AA1C78B4255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939454-4B7F-46A7-97EB-FC4C9000517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5C817DB0-E4AE-4FA6-827A-F68F0466193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417C305-1F27-4A3F-8F74-7F655A7D105C}"/>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15F708BB-8500-4844-BA92-DE7BBEDF1319}"/>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7F283867-4447-4D69-A81A-24740C3108B9}"/>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0F0EFF53-8995-4300-BF99-D48FDDEB5D3A}"/>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AD79FF2E-9B97-479E-824E-7479A0D9D937}"/>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1059FD73-383B-48D1-B68F-EE39B0899FCA}"/>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188C1F7E-9F49-426C-A0C5-E6BF98752211}"/>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D5265222-A679-4395-9D58-BFB879FFB3BD}"/>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1D5FF97B-D8AA-404C-B07A-C199A1D162CE}"/>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C30FC48-A0C4-4239-BDF9-C8D338A7C452}"/>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8F62C7EB-2071-4945-A134-677B7AEBC62B}"/>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A9C2533E-5AB9-4AEE-A503-22A434711437}"/>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5BC18CE2-83B6-428E-85CD-D421C4527273}"/>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88F13ACB-01D4-4705-9626-10D4A4EEEF10}"/>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51B28E73-5F87-4D06-B13C-C8ED389AF4FE}"/>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6333D62E-9C63-44C5-A9EE-070154A5BC5B}"/>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E69E345C-0BD3-45DB-A3A7-B2E6367A75B1}"/>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FE15E6AD-5117-43A2-B78D-AB60C55D34B3}"/>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A10F99BE-106C-4AC5-B96C-DB9FFDD72EED}"/>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FC8C7336-6A79-4039-A4D9-89EE115DDF27}"/>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76A16DC2-02A2-42A4-8726-2330D2279F31}"/>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BCC55BBA-5365-49F2-A268-F7D9AF0B85D3}"/>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DAE752DD-9284-41CA-8849-02B2BAD732BE}"/>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37C0538E-FD31-4661-A1AF-1E54D8B2865E}"/>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104E301F-5194-4AD9-98DE-4684F9454C9E}"/>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4648D382-F70F-4B66-A68D-E100A219C3BF}"/>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6CE8D227-6264-4294-A3FA-2D0AF67FF7CB}"/>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2E02CACD-A183-4287-868E-51C0B9A9CA18}"/>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6E2C1A22-89F7-466C-9A3B-00A9911CB25D}"/>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D2A325CD-C270-4D40-8273-F50BCA6E1AF6}"/>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B7EF4D58-10E1-4AB6-B9CA-90A0968F1BA3}"/>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C2CCED16-0259-4D0F-AD43-31C7427CA940}"/>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7C0F2868-FFE5-48AF-9265-457F04137271}"/>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0394A734-177B-43CC-B5F7-A9CB9DC2BC3E}"/>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48CA671B-EC06-45C5-9489-BAC41B510F8C}"/>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7D187897-F9A4-4A57-9473-A55FAD850ECC}"/>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16F31AE8-E383-4D51-B01F-6BC9C94C059A}"/>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D87D1669-E570-404B-94ED-EDA5696661EC}"/>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5A08F34B-D0B3-451F-810B-30354AF31275}"/>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1BA46405-393A-4D46-94E3-22052ACA8067}"/>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BA5CD5B1-3D96-4583-B1BE-AD04315B097A}"/>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26E78464-6304-4E73-AE25-B1BA3FB0221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07110509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b3435b8f09d4a5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C1CA1B9-8DBA-4E70-8C2F-08B64C707CC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E221AAE-419E-4D7B-8EA9-82EEB3F3EDF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0142744B-9942-4E1F-9BBA-A95174EBF5F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49E0656-8150-4E5D-8EC8-551CBDCA712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8F5B3CB8-B6EB-4B31-9912-488E244341D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6E42694-8662-419F-B259-0C9892C9D4A5}"/>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2E29B7BB-1189-4FAA-B694-2D12F9B263B6}"/>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DD2D5A42-E864-437B-BC24-C9920348E3AD}"/>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BB7EFE01-EF72-4CEA-881C-A89B0F443084}"/>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E332DFEE-9500-48E7-BAE9-A40530FBC44C}"/>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6366D803-AFCD-4332-A0FF-517F274FF32A}"/>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F1249C91-D2DE-4E80-87EB-1B8F9741061C}"/>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61B03ABF-E2DA-4DA4-9368-7A04269AA9D7}"/>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543D3E9E-3FC7-43D7-8719-2FA9C013EA31}"/>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A239F7E1-8EC2-4D03-85AC-B96B1DFF96FF}"/>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C7A1A9B2-A10F-4C4B-9346-EAC5BAEDB6A5}"/>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710D1B40-35B2-43C6-9024-EF0221CB41FA}"/>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3E71CAA4-8B40-48EA-8585-6081492DE036}"/>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129C0E9B-A41F-47BA-B53E-3B981C1BC958}"/>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2BDF27CC-15BD-4691-A987-B5447CCF9E37}"/>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9C1561CD-5347-41BC-AF1E-CC902544795D}"/>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020A400D-34F9-465A-9ED4-D26B2128F279}"/>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1C1DF2BE-C6D2-417A-B192-BB475E56F2AC}"/>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FAA2D900-819F-495F-983B-69346A37FA4A}"/>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6FB5554C-B0CB-4926-B475-CB6CECA5969A}"/>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5C18B73A-400D-487A-912C-5BEF37AB6D61}"/>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9AA944FD-021C-46F4-ADE7-DF525C3B315D}"/>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3255DB97-004B-42AE-98E4-DA24AF431B61}"/>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EA6A576C-547F-4CDE-BB3C-09C1EE10E345}"/>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E242A016-AFF0-4637-9FC9-4251390FFCA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186997313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e454561570ec4fa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376E36B-71B2-47AF-ACC9-149E73C720C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3BA6558-2319-4319-A015-0E4169E8829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807426D1-1431-47A6-BE29-6C9149A14E0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01AAADD-EBC6-4E3F-BB2A-9B3144744A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721EC2EC-924C-4F3D-B12D-A0E863C48AB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F3C2B3-C017-4AAF-AEE0-33177A36F810}"/>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473FCC6B-FD74-413E-968E-6FC4C6F74879}"/>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031444B9-82D3-475D-99DE-444114212C52}"/>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8CA70AEC-D2F9-4A4F-8C4C-2CF90B4CC850}"/>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ED1180C3-E940-4FF0-8969-E9B4E91EB1F2}"/>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19DDEFD0-068E-4357-B440-B5CAA476B2AF}"/>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691C2405-4D9F-4F51-8B38-2A81586F88BD}"/>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F41D3547-C730-4298-A269-E95CEDB9466B}"/>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FCF6F941-D085-4C68-99B8-80E61A3153AD}"/>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418EF03C-9B81-4F33-A706-06DDD9F9EDBE}"/>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AE3C3D68-5166-4CA7-B202-10E656E1286E}"/>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2EC434E7-1C5B-4E7F-A279-0128AE392777}"/>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DE52BA00-6C25-4387-B63E-1C1749519CB0}"/>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BB275F24-3034-4F2A-BF24-FC36C8E851EA}"/>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6602CBBC-73C5-433F-B1E5-53CEB3AE4B30}"/>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F4E14975-1A35-464D-BEFA-A9E6A9817F31}"/>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ABADED5-E39F-4767-A438-39CE2DA30B24}"/>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6C628EBC-4E26-435F-AE2E-096271B43479}"/>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2812797D-1A43-405D-B131-3BFF5AC0817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25777259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11876c4e8e274b9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0D8A16C-4E6C-4DCF-A5F4-45FC594CF7F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023D58F-10CA-4C2F-B4A0-CFB90E75319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63BD76E0-511D-4F45-8382-579C5ABD7B0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23D7637-00DA-4271-A78D-873E7A326E5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9A348AA2-4665-4A0B-8840-D2AC6B34BD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3AAFE03-895F-462C-914C-273DD92217CD}"/>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7589199-3537-4623-9DA1-1D55F29C423E}"/>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2FAFAF6A-C781-49EF-85ED-10248CB6DCB9}"/>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89811F73-E475-43A8-9562-4321EE01B57F}"/>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962EE3FB-20FE-4EBB-82F6-A8899140964E}"/>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E14EDC39-F21E-4221-A8F5-94F85B6CD7B3}"/>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01B8E44E-F471-456F-9BC9-396DA686EF25}"/>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8F4936B8-DEF7-4350-82C8-EBD74FC12A6A}"/>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B8DD7338-AE46-4432-9461-F6A21235145A}"/>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E2D80132-F5B4-4D24-9396-6D38D2068B6A}"/>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C336F4E2-2CC2-48BF-8747-95CC14CAB711}"/>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C5E2ED2D-C1C1-401E-A47D-6BC9D359D91A}"/>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0107D81A-CA4A-4175-ABCC-F9E8D82FCFF7}"/>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A48048D3-6984-4BF9-9850-F80EB2D2CF44}"/>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D602B055-E06B-4B93-BCA4-1F8B03EDD670}"/>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FF54633C-A6CF-4F1B-B6CC-BCDD00A27725}"/>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BE0D66AB-1C47-4B00-B3B4-CE3F66B67599}"/>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36BBA42-3489-48C2-B64C-A9AB3F6C7C88}"/>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60CD9A04-98E8-41F8-8B66-F3EF778E280E}"/>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8AF5A87A-CD8D-4A26-B802-6CC02113C3D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2007434922"/>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fdd75a9618d480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23E2D98-F5CB-4370-8644-3918A9DE2D1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474DBBA-3896-401D-9F75-1B9DB23F526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2915747C-F9EF-4658-93AB-AB15E954444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E5DD7AE-17C3-4848-B462-6C4FD4DCA75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74A65E34-E902-4AE3-B286-C321DF31390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FA96499-BB9A-4F28-9DA4-ED22BD1269AE}"/>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FF529672-16E8-445B-9A05-2FC4F6AF09E9}"/>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E62842A6-03B3-48FC-89D2-7EF845078BB3}"/>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7370C155-B7CF-4FB1-908C-62D917F20567}"/>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5755F901-D4B4-407D-9352-979C94B2D125}"/>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C1E63BC7-F47A-4C26-A4CD-3BAE98CFB620}"/>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60EBCD77-5540-4AFD-BAB2-C850D11C0E23}"/>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7BD065F6-A6B9-4A78-A236-5AB752CAF2E4}"/>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E86DA46F-6039-467A-B23A-7ED1C98F9782}"/>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8AE708B6-6B36-4F96-8113-54CC1FB38495}"/>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F5950B99-6623-495B-B9C2-7CA1CAF228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430795183"/>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14a79377334488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1C4F80-3937-4898-B9D2-99703357F6A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A2555FC-D96A-4C48-8049-162168BDA40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855894BA-7C5A-491B-8B59-79436360D98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A68B72E-03AB-4611-A0D9-F7745DB382C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45C9764F-659C-4FE7-AE36-720D95F30E4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5BF80E5-585E-43D4-A9D5-677CED80C611}"/>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39B7BE8E-4BD3-4266-A359-145E13C2A030}"/>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756F3748-1E51-4DE5-A8A6-8D0A3129308A}"/>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48485316-74D9-4456-A44D-E07FB43F1A7B}"/>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879D505-91B0-405E-8E9F-370CE49FE16F}"/>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C40539A9-A92A-4261-A9DC-3DC995EFF1DF}"/>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D652D755-403C-4340-93EE-00E5972F3207}"/>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8E45C4DC-7F07-43B8-87F4-FAF671157322}"/>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512EC921-47D5-4262-A7A0-6D30F4F60839}"/>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DA350C3-CFA0-4474-B8A7-8BCE76EBEAFD}"/>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63720388-02DE-4107-826D-56E3322D3703}"/>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7E43F8D9-2AF7-4A99-BC03-DA3350F5413E}"/>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9A17CBC6-B15C-4139-82EF-5DCDDFAF3021}"/>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662CB273-08DC-44D2-B85D-CED3526039A0}"/>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4A1A2CF9-D57A-4F97-A26B-B01AE7437BD6}"/>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C323E74B-17F5-429D-B771-24CBCCFCE3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47884452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6fdd41ccae4d439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2FAD57C-C67E-4235-9BB4-55D52611590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FD39E22-5E54-472F-BC27-AB6F5FE205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0ACE9B41-8F57-4E9A-916F-EA24B68E1EB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C590ECC-EB06-4BC4-A348-17D552B37BE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DF971156-142F-4BA9-A7CA-D4D4DAAB8ED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A41D5F7-43E4-4F9B-A06F-9B3DE93A9000}"/>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0741CFFA-27BB-41B1-B5C6-8BDCADF1A924}"/>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52285D9A-679B-4017-948A-31D348EC8556}"/>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852090F8-30FC-4733-8455-ED44D056FF71}"/>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765B1D93-4C6F-4E2C-A34A-1BB9AEFA5303}"/>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110C937F-591D-4739-8D3E-08EA63C5E33E}"/>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2DE9EB62-A5F6-4BB0-9F1C-F4F51B266F5A}"/>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28C7EAFE-6019-4635-983E-0A9A342E30A7}"/>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F5CDC163-7A71-48B2-88DE-D3ADF270FBAD}"/>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6C531802-AF72-4A4D-80EC-6411E273B4A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2001246828"/>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1db48672c3e5436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4CA263D-A11A-4FDA-B7F3-6BC759BF692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3795AB3-B40E-4885-A232-842A7BC4992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43825FF3-B769-4F36-B2E5-1DC1DD02A28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1C0A911-091C-4D58-A758-DD55AB91056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0C674D05-60A3-4F4B-8122-6DDA96F3213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D99590A-340C-4930-A2CC-91EA8F05F5D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D8C6DCF-035B-4195-92B7-618DECD5D926}"/>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E943DEBE-27EB-4E25-A855-1A4DA08061D6}"/>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9B50803D-EFB7-427C-A593-596E6B600EF1}"/>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CC079731-BE81-4E13-9D3E-00A703C9E26F}"/>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81AA3B72-5E1F-4CFC-B780-C2665E66C6C6}"/>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314398B2-E981-485B-9B60-9FC28550C63A}"/>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F55F4637-3711-475E-8B75-73B1B6EBF5F5}"/>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6AC0CDCA-C33D-491E-9235-DDE48E60DCB6}"/>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C1620368-0D49-4278-B8EC-722691DA7AC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CF0D7922-178C-456C-ACB7-890543C6474C}"/>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B066E3B1-1D93-4629-8A2B-A72BAC3657D9}"/>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9C91867F-57C1-4A5A-9684-A11CDCB4CF11}"/>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93C983F0-AF71-45C0-8A4E-40DFD8CAF7C9}"/>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CA44193F-87F0-4D94-AD31-A1198942FA70}"/>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CE1A2C54-C14B-4442-A2E0-811D7F31C06D}"/>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73994A80-66A6-4F07-86D8-4DB96764BC33}"/>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23B024AC-0420-49C0-8F91-35448FFC7FDA}"/>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BC372A94-90D5-49B8-AE68-781EA0A30F8C}"/>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D19032D3-0141-41D7-A7CE-BB5699EDA1F1}"/>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296434B1-709C-4D21-8865-3A2FDE84B318}"/>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7BF8A5A5-ABDD-4EA8-9CE8-41C5FB3098AD}"/>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E810E309-45B6-47B6-BB20-A8D5C4C661F7}"/>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396131BA-A47E-41CA-9648-FE7503C8B998}"/>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C71CE2D3-F8C7-4B7E-8C3B-24274FC39C67}"/>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D6361BD5-F7D3-4554-A369-CB26E0436442}"/>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C2BB8664-A23C-4A5C-BAD5-BC627B05C6E3}"/>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23148634-C58C-4AB6-882B-DCDC17606BAE}"/>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F3CA5CAD-C480-485D-89BD-AE8DDC0237E4}"/>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A2D334DA-6123-4789-987F-FDFFABEC670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142516046"/>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4b0414c1b217469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EBB624A-38E7-481B-9EEA-91DB26E5AE7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9DBCD8-BCCA-4EEE-9D42-B1364D3A582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E431D0F8-EC5C-4027-940A-59DD53A3C5F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876A90D-C05F-4B33-8876-49C76CBE88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CF05589D-7889-49F3-80AD-387C383AD35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0E44D85-5C09-4EF7-B920-86D5E1C155B5}"/>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B6F2944-69E7-4CEC-A4AF-95E8D4EA1982}"/>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11F7AEBE-8992-43A7-9270-6CC361736AF6}"/>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FA1A7F6F-3A88-4E62-A6DE-2FDB4D8B5D3D}"/>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B7B252C3-4A2D-4DCD-92A5-1F20484534E4}"/>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D14B0527-59BF-47B8-88C9-A7E21E9EE0B4}"/>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B2E9A905-83AA-428E-BFF0-F680C5F7A1D2}"/>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4DEDFC42-92C5-47B5-AA35-8419AF7E03AC}"/>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385FD2EF-096D-4C0A-BD2E-E8A7D9B02491}"/>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6A8A06CA-B4A7-4124-A603-DA3F05EF55D7}"/>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AD412B99-DF36-4C4E-902D-AB536E8E9246}"/>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EA1BF4FC-F3CC-4E95-A2F3-9C16BBACA47E}"/>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A71B2ADE-5B90-46E7-846F-BCB60ABE439F}"/>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ECF2CAC1-F031-4292-9B4F-DCDF638CE8B5}"/>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0699D17D-9189-4057-84FA-13AA6C030423}"/>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0594FAAD-CBAD-4585-9AA1-5C81B4D797FC}"/>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C4984A8E-7130-4E9F-9BE8-CC995D43DDFD}"/>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896248A8-5337-41E8-88F1-630FAA71933D}"/>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E7E0BEF-EEEA-4300-91D1-A93107672E21}"/>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8164971A-4507-43BE-A387-918C615BB038}"/>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4B63347-A994-45EA-ABB0-6FFBF08EAA5B}"/>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72E447F3-4953-4C60-A015-CA6BA10217A0}"/>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B28D0E5-B9E5-47D8-BB1F-0DC5F91BB5C1}"/>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B5332148-40F7-4296-8F09-256D44C8BA25}"/>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CF9C029-8C0D-459B-9EB7-2B03753ED243}"/>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A1ABB292-5BA3-45A0-8B51-561BE809C52E}"/>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7471B8A-4370-4247-9F1A-AF54C33C3AB5}"/>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EFD666D4-668E-4F49-BECF-354304CD46A8}"/>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218E4992-BD47-457D-B2B1-1026D5CA828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10135871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8ff9538c4a9418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5B01474-B74B-40E4-9F28-B7E07EF019F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AEDFD99-5205-47CC-B1B7-B6467ADDBEA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8DFC46D8-8FFC-4A77-9CEF-6C6BD3990F1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7E6A66-75D3-410B-BEA8-D1C20AC35BA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2A4CE45C-0538-4A98-BC41-942CBCAEC99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500B633-5616-4CDB-9D56-5B38629BCC11}"/>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B2529F61-016F-41D4-B94B-9C74C213A950}"/>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1AAF788-38CD-4D01-81AF-745D5329E3AF}"/>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A9D97B7A-9853-4E8F-9166-786C7FC2D0CA}"/>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5609280B-B83F-4531-BC6F-0B573615B9AC}"/>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BBFFFB62-556F-4F01-8B29-2B57168093AC}"/>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E9D812F-F2C9-4AE5-9E0F-F048F613828D}"/>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ED7986BB-B2CC-4484-8819-5E2993C04B7D}"/>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29302215-BF39-4AFD-AE21-483BD748D059}"/>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5C36BCDA-8E44-4E74-8652-47761D7BA3F8}"/>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61869F7-3686-4DD7-A4FD-A8461E0B849F}"/>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92589642-F850-426B-A631-38D9DD6CEF1D}"/>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61FEBBD1-7ED1-4BA6-A453-3441D814E12A}"/>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CF561CB9-14AF-4ADF-B4C3-CEE9B956042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13588390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e1ebfe862bb41f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95D060B-A85B-4FE6-9193-ABE4C868F22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8914B7E-7E64-4FC9-B5BD-C3FDB5439A1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EA93BA5C-3FA5-4987-9969-6924F6C1590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191FF98-E388-4936-94DF-DC6AD708075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2050C0B6-D7DA-49D1-9556-829A59A7FED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81B8AF-9E43-4A98-98F1-D5A14D5646D5}"/>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DA8D8B8E-6CEE-46F6-9686-49392036D5BC}"/>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92F654AD-260F-4710-ACF3-5975D01E72DC}"/>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E05835AA-280B-4F3D-AA9C-CD74851E8900}"/>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12304B84-4BBA-455E-A49B-2CAC2467CAB8}"/>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DF01B2CC-ABAB-4A2C-A067-A85BF280CFB1}"/>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BAF51AA7-31BA-4985-A5EB-EB84FD36C935}"/>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E1714167-00BA-442C-990C-64828065B5F3}"/>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F383C238-332A-4ECD-A8A3-C80852319415}"/>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EB0DE89-C162-411A-961E-6D243D74EB08}"/>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A770176D-52D1-4074-BDBA-B1C83E6C9DC3}"/>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11C4DB9D-45A3-4BA5-80F4-E007ECC01562}"/>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861B5321-4C02-4940-9840-015DF8ADFEBA}"/>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3B62057C-A0F0-40CB-B909-649E48BF789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6394024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4d1ebeb753484e5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9F55E06-E91C-4ACB-B76A-477889B5A50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74BF343-E95E-4B9B-9E45-B1676F4C25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55426A52-E387-4087-B593-BD96F4A9BD7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7C43BEB-F1B7-4070-83FC-ACF6B2DCC18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997E13E7-A280-42B1-B141-1D7F60FBBEA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7FB81A1-491B-4305-B0BF-BC0B9098E8DF}"/>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A1201CF0-3418-4694-85B7-4BC0F168A3CB}"/>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A851A270-8B12-4B08-84E7-DF3BBD01DE07}"/>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E082B47B-E21F-4755-A43D-235A8EA4DA9E}"/>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84237AF3-1066-426B-B4FE-3B56DE12B067}"/>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C84D6F69-606D-4F6B-8399-FA87F6B45095}"/>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C3ACB27B-9672-4D3F-9B5D-AB6EEEAE2E8B}"/>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6B9EFCA6-4E10-4140-AC84-C2085C99470D}"/>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D49D8CAF-0DD0-4ACE-9E1C-679340EDB3B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213939760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ebf5f486da02413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DD82939-C72F-4EB1-B988-B0029E69713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5F93992-F531-4215-ADF2-7D7347B87E4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F1E37B4D-98C3-408B-8977-455CA411996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0C94145-7120-422D-962F-6E70E3B380F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C642E4C1-ECAA-4173-BE9A-0C2E5901137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31E593F-0B5A-4934-AF0D-8885310646C6}"/>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1B83374-218B-42D0-A36F-FEBD0D3B55C7}"/>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3855C9AF-F6FA-4679-9D63-FACB6CE147C3}"/>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2D1ED711-0E6A-444D-915F-896820D9CC83}"/>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51C1F30-F9D2-4C31-9F94-BBF5610647AB}"/>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F5C124CE-0C1D-4552-B2DA-5A450D1E64A3}"/>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FC2D3550-ED3B-4BCA-A40B-ACEE42D65A4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D8DC4B2-5F01-4BE3-8A86-D9621301350C}"/>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2DB6A764-29FD-4E4E-BC0E-0FE3168269E9}"/>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190143C5-8876-4F9D-861F-41C1AFC220F5}"/>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E2390F1-E729-4620-894D-4C85B88E52A8}"/>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8878F261-C264-424B-BDA8-6144AF29EBC3}"/>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C15A0745-0140-4C96-BA8B-B311B0753EEF}"/>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EB9A0EA-220D-4157-A677-E0BED74EDD8A}"/>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24F03019-F790-4EE6-B59C-51842EA228F8}"/>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E440FA66-EC30-4371-982B-9E84F4287647}"/>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9FFFE51-65CF-4725-91CF-3C9496C6CF74}"/>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A1B901A5-276E-4058-BF42-BD36D62B88AC}"/>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646A6C19-3D3B-471C-93F1-ADC37BDB9740}"/>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10C5B7D-3806-4F30-8BB1-FF4B23B968A2}"/>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3A0A1E1A-EB38-4744-A907-E44AC1D624F8}"/>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D55559E7-6E03-486E-BF8A-F9986C6EFB88}"/>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4910171-2650-4732-BDD3-66AEFACD95D5}"/>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7E66EF18-2393-4052-9B41-6D088081EF27}"/>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26E1318D-C461-43BD-8D5F-B9AFC3742E70}"/>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9356B291-C970-44D9-BC72-38EB219A0D4E}"/>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0937A877-60E6-4BA1-949B-5A8F7D273023}"/>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05B8151B-C30F-43FD-A9D1-68E4EDBDA4B5}"/>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78B9052A-2E2D-41F1-A8D3-F5DC9CD2B7E4}"/>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6F4A4C7B-4C9F-4787-A2C2-C505F3F5CB94}"/>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4997F1A6-CB78-47F9-B008-FFE775DB7B1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34949473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d34b73a32dd4a1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153846A-67F8-4BB6-8993-8E3532A1817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0646F44-0ADC-4DBA-A0F5-C90D9E88EA9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C8290923-6A1C-4855-BC56-5ED5D29DDD0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78F903C-49F3-4FFE-AE43-B57F3E47B7F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BBD141A8-00DD-4FBB-90F2-6D92C0FCE89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6D994ED-E62D-4000-9843-47FCDE635D7E}"/>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A0BD117-674F-4906-970E-CB2489BEDF79}"/>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1A02C1A6-27DF-4D54-AC5E-6584B7608292}"/>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0C1340CC-C1A2-4A29-9FC6-FC448F8DF1D0}"/>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4AD02BCD-8CC6-476D-B430-468AFA2A70B7}"/>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B7199406-7080-48AB-8995-A62F7B7A89EE}"/>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3AE54D61-BC14-4DB1-ADF6-EB0DC04A422A}"/>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9FAC2249-75F0-43F4-9FEC-30EA9773FE7F}"/>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7974D125-DA6A-409B-B16F-6BE73229834A}"/>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3460666A-E3AC-46F8-872B-0BC5E465516B}"/>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C2AD2AFD-5C89-4D34-84FF-982FA6DD57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791822728"/>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a486f2f562c742c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E7FDA02-2F60-4EA9-B01C-57772A6A60E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0615611F-D7F2-46D1-B841-6F1CCE14B64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8B4536FC-2D26-4B7E-B1A7-43F55A8C103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CA5E2E90-E1FC-4B7E-AFEC-4B0DBA166E2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BEC6A1CE-D8E8-491C-95C8-3B91D34EDF8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CC8276E8-AB71-4C86-B4B1-581BAEC7FB44}"/>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42CA3B04-C190-4D32-B77B-2BC94210ED87}"/>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C254F7B-7277-4260-80C9-DDA9FED6A8A8}"/>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6E4E726D-426B-4AFE-A50F-11D4B0B6F306}"/>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DB4C883A-B73B-4CCE-A8D9-864FE9A5B454}"/>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47006BAB-750D-4E43-9D5E-AC01B6936EBD}"/>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612EC66D-AB99-40C9-B835-684D6779BAA9}"/>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5BF86617-CF25-45D8-8E54-9DA24928B171}"/>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2A2062BB-06D2-453B-BD53-5144ECF54469}"/>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2131CA8E-DA0F-47C1-BB59-E45A463C1E09}"/>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4558F85-C4CE-4793-9140-931272D6C9E3}"/>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6FE89A25-4C66-4AE5-8F9F-E2E57C6CE877}"/>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2208FCDB-D1B7-4030-9A39-68D30FDA0C5C}"/>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539C5017-B0FF-423A-BEFA-2DAEA138F3CD}"/>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39E3DDC1-010C-4DFF-9567-B1324700BDF6}"/>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65122254-D7EB-46A8-A515-E2F2F31029E9}"/>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8209B594-6209-412C-97FF-30499F23D8ED}"/>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DFB1DBBD-F6EF-4369-ABB5-988863B26CFC}"/>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4888D15-DF56-4AD9-999B-899EE22A746B}"/>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4EE01CD3-06C9-4A72-AF0C-533C9B78B8FB}"/>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0C72406-8707-44FB-A5D3-15DA82423F4C}"/>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DE0AF068-209E-4836-9090-369D5D35FB9E}"/>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C326712B-F2B5-44F3-BDCB-5A99C2760091}"/>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8D6A949-AE81-4968-860A-2B2CAE827618}"/>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9A2F09EB-D46E-4D09-A757-902AB5541E54}"/>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9D2E86EF-9B59-4DA0-B241-71FBD1A69BAC}"/>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2823EF4E-6659-4017-9B6E-1551E5BA36D4}"/>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0E2D8A7E-0FA8-42E3-ABCA-74A357B535CF}"/>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4174F16A-5096-4062-B31F-4C56CD79C17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411413830"/>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ada5033363d4e1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B2D944D-9DD1-4951-9A17-CEC237BE9A6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404768-7FC0-499F-BC72-73156BBB15D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FF3B6319-8CB5-433F-B524-5EA0A2BB9DF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E3B75C7-B3FA-4008-84D1-2FCE1450A9A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6CC25B0D-3AD3-4973-A7F9-03D677E0638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665AD06-C2FB-40F8-939C-B4DD72288D91}"/>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065162A2-2C96-4D50-891A-4814E3D89D41}"/>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E2033731-F38A-4FED-951C-218A6A957C91}"/>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761FDC8E-5FBC-405A-970A-94EAFC219B75}"/>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AF18D94D-9B6B-4A7B-A73C-2101936F0F21}"/>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75077C20-1CA4-4262-A438-6EE5C34E8310}"/>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26FBD800-8DC4-4141-9345-154CAEE16AA4}"/>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52536F19-132A-4C43-9EF0-6CDC15F3C361}"/>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BC8D90FC-89BD-4E19-9166-B53B0F5ACA42}"/>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AFAC1E0D-4A23-4157-A720-968090B56B84}"/>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82FDFCF8-BD06-4403-8067-69BF7F1AB04F}"/>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74C3D06F-ADBE-40E4-966C-26F3E6C49951}"/>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BD198A86-2CB7-4435-8D14-CA1F9721AA2D}"/>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F9A9EAF7-6B09-4A48-9261-877F5BD7811D}"/>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A9BB5706-4276-41DC-A0F2-802F92B88DB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1826438837"/>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6f9d812fabe64e8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4ACF691-7726-4ED4-954B-938FCE77B0B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6932461-02B8-448E-A5B0-FF628FAE289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114DAE29-9DD9-4286-A530-D8D72B3DEA6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54F3DF2-0A20-46BA-9135-0675FBE6042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DEE68AAF-C59D-4D0F-BDBC-80B31972E3D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8A9F78C-3832-4E3F-9F7B-6C46C6333D25}"/>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EA5F303-34F6-454A-B3DE-8BBE0776530D}"/>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8F53A831-7834-4225-8DAB-050AB069760E}"/>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9B732442-BA02-4A21-AA0F-72E7A713880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6603E772-23B6-4938-B246-4B3BAA2C5169}"/>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AD2EE42C-0556-409F-B435-EC8972D16702}"/>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75D90D2F-C576-476C-BD3A-274E521F9430}"/>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20381031-F34F-4841-98EB-D6E4A7F8AFCC}"/>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F581814E-1C4D-4CD6-B638-2D2F166C2676}"/>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1D5FCC87-9B53-45B2-8091-F956B5AD64D0}"/>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368B1398-D14F-4F67-8A1F-892F0756585F}"/>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87C0E246-BCDE-46B6-B4B7-659E4AD36BDC}"/>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96C7D64E-2E56-43B3-A1A5-4C317DF556D9}"/>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3677BD59-3FAC-4E10-93BE-53DCF3940ED8}"/>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22850598-DD10-4A6E-A6E7-DD65DDD82018}"/>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72487ACA-FFCB-4810-B60B-9321FEFA37A5}"/>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C95C936E-EC79-4513-A210-214A925741CB}"/>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86F8079C-0367-43AD-94B4-3AFB9028EA68}"/>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FA03B54B-8225-46B6-9FFE-9FBEE7EF2B20}"/>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11869FF6-416E-42AA-AB47-8CCC04784C88}"/>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AE718883-DD10-406C-A104-14913ABADA79}"/>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59C738E4-D8BC-4E3F-9679-E41837361DC4}"/>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7601D8B1-F521-48F6-831B-D0F17312B28E}"/>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35A6D807-F880-4993-BB8C-06C9B62F0CAE}"/>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19709E32-8688-4095-8A28-1B32E1FD178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87027572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d046ec31b55452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50430F0-0FEE-4EB6-9C1B-FADBE22F340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5251537-571B-4DA3-8C95-64C08C526A8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6C5EE584-ACB6-4A6B-9CB3-4F497A0E2DA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B6F423D-CA63-4E46-AC65-6D6283CBB3E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2DBC8C70-6749-4C80-A7A4-2870D86CEDC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3BB8903-90C1-4F4F-B8F6-A7B6447EAD07}"/>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E75BEBF1-E4E8-4E87-9536-773BF85375D3}"/>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F9E6D20E-7B85-4FAB-A80C-3E5135058786}"/>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CF06AD1F-A300-4057-8D0B-1C3935EA2913}"/>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94A9280E-C579-4DF0-8008-095246D83C88}"/>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2E273E51-10BC-4284-937E-2AF780DFC442}"/>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18576083-049B-4E47-A260-D7E5144D1D9B}"/>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732DF962-D910-4CB1-BA62-161F34ED81C1}"/>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5271A353-46A4-4F23-857E-9AC0CF5450C2}"/>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6AFA36FD-936D-4E7E-B333-757CA98860CD}"/>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880969FA-24AD-40B4-BBBE-6D7BF35C8D2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15141987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2026-08-25T03:22:19.0960000Z</dcterms:created>
  <dcterms:modified xsi:type="dcterms:W3CDTF">2026-08-25T03:22:19.0960000Z</dcterms:modified>
</coreProperties>
</file>