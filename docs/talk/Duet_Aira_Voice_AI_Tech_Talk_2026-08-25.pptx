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6328ba8dac4381" /><Relationship Type="http://schemas.openxmlformats.org/officeDocument/2006/relationships/extended-properties" Target="/docProps/app.xml" Id="Ra2da71f327934c36" /><Relationship Type="http://schemas.openxmlformats.org/officeDocument/2006/relationships/officeDocument" Target="/ppt/presentation.xml" Id="Rf98f8ece6b3d4aca" /></Relationships>
</file>

<file path=ppt/presentation.xml><?xml version="1.0" encoding="utf-8"?>
<p:presentation xmlns:p="http://schemas.openxmlformats.org/presentationml/2006/main">
  <p:sldMasterIdLst>
    <p:sldMasterId xmlns:r="http://schemas.openxmlformats.org/officeDocument/2006/relationships" id="2147483648" r:id="R8c478d0c6ff846da"/>
  </p:sldMasterIdLst>
  <p:notesMasterIdLst>
    <p:notesMasterId xmlns:r="http://schemas.openxmlformats.org/officeDocument/2006/relationships" r:id="Red4710f551dd4e08"/>
  </p:notesMasterIdLst>
  <p:sldIdLst>
    <p:sldId xmlns:r="http://schemas.openxmlformats.org/officeDocument/2006/relationships" id="256" r:id="Rf398991b56144979"/>
    <p:sldId xmlns:r="http://schemas.openxmlformats.org/officeDocument/2006/relationships" id="257" r:id="R183267c965ae42bc"/>
    <p:sldId xmlns:r="http://schemas.openxmlformats.org/officeDocument/2006/relationships" id="258" r:id="R9b00c5385e1449a8"/>
    <p:sldId xmlns:r="http://schemas.openxmlformats.org/officeDocument/2006/relationships" id="259" r:id="R3f007074257c42c3"/>
    <p:sldId xmlns:r="http://schemas.openxmlformats.org/officeDocument/2006/relationships" id="260" r:id="R8fe456594ec14b6e"/>
    <p:sldId xmlns:r="http://schemas.openxmlformats.org/officeDocument/2006/relationships" id="261" r:id="R8f59b96d0e044e4a"/>
    <p:sldId xmlns:r="http://schemas.openxmlformats.org/officeDocument/2006/relationships" id="262" r:id="R533b94f82faf4a05"/>
    <p:sldId xmlns:r="http://schemas.openxmlformats.org/officeDocument/2006/relationships" id="263" r:id="Rdb2b29792e144bcd"/>
    <p:sldId xmlns:r="http://schemas.openxmlformats.org/officeDocument/2006/relationships" id="264" r:id="R66884f72701447df"/>
    <p:sldId xmlns:r="http://schemas.openxmlformats.org/officeDocument/2006/relationships" id="265" r:id="Rfb40e59089da4761"/>
    <p:sldId xmlns:r="http://schemas.openxmlformats.org/officeDocument/2006/relationships" id="266" r:id="R5af741b3bd27424a"/>
    <p:sldId xmlns:r="http://schemas.openxmlformats.org/officeDocument/2006/relationships" id="267" r:id="R78e889397a9f4325"/>
    <p:sldId xmlns:r="http://schemas.openxmlformats.org/officeDocument/2006/relationships" id="268" r:id="R8cba3706290e44ff"/>
    <p:sldId xmlns:r="http://schemas.openxmlformats.org/officeDocument/2006/relationships" id="269" r:id="R149b4142d00748a8"/>
    <p:sldId xmlns:r="http://schemas.openxmlformats.org/officeDocument/2006/relationships" id="270" r:id="Rbe7639916a174241"/>
    <p:sldId xmlns:r="http://schemas.openxmlformats.org/officeDocument/2006/relationships" id="271" r:id="R61e2cbe47c244f59"/>
    <p:sldId xmlns:r="http://schemas.openxmlformats.org/officeDocument/2006/relationships" id="272" r:id="R75bef53a433c46c5"/>
    <p:sldId xmlns:r="http://schemas.openxmlformats.org/officeDocument/2006/relationships" id="273" r:id="R34a98858629d4610"/>
    <p:sldId xmlns:r="http://schemas.openxmlformats.org/officeDocument/2006/relationships" id="274" r:id="R96162c194b8d4b4b"/>
    <p:sldId xmlns:r="http://schemas.openxmlformats.org/officeDocument/2006/relationships" id="275" r:id="Ra3abfbd73aa84268"/>
    <p:sldId xmlns:r="http://schemas.openxmlformats.org/officeDocument/2006/relationships" id="276" r:id="Rbb0ada9f92aa4be9"/>
    <p:sldId xmlns:r="http://schemas.openxmlformats.org/officeDocument/2006/relationships" id="277" r:id="Rbc0177dcc068435c"/>
    <p:sldId xmlns:r="http://schemas.openxmlformats.org/officeDocument/2006/relationships" id="278" r:id="Re9b2cb864ee04ebb"/>
    <p:sldId xmlns:r="http://schemas.openxmlformats.org/officeDocument/2006/relationships" id="279" r:id="Re558140514d14bde"/>
    <p:sldId xmlns:r="http://schemas.openxmlformats.org/officeDocument/2006/relationships" id="280" r:id="R5cd612842c1f4d12"/>
    <p:sldId xmlns:r="http://schemas.openxmlformats.org/officeDocument/2006/relationships" id="281" r:id="Rf83753bb8c204e74"/>
    <p:sldId xmlns:r="http://schemas.openxmlformats.org/officeDocument/2006/relationships" id="282" r:id="R8a1ffca61c4244fd"/>
    <p:sldId xmlns:r="http://schemas.openxmlformats.org/officeDocument/2006/relationships" id="283" r:id="Rdacdc651930e435b"/>
    <p:sldId xmlns:r="http://schemas.openxmlformats.org/officeDocument/2006/relationships" id="284" r:id="Rbdaee301483747a1"/>
    <p:sldId xmlns:r="http://schemas.openxmlformats.org/officeDocument/2006/relationships" id="285" r:id="R8451f003d63b45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634c44c6084fcc" /><Relationship Type="http://schemas.openxmlformats.org/officeDocument/2006/relationships/slideMaster" Target="/ppt/slideMasters/slideMaster1.xml" Id="R8c478d0c6ff846da" /><Relationship Type="http://schemas.openxmlformats.org/officeDocument/2006/relationships/notesMaster" Target="/ppt/notesMasters/notesMaster1.xml" Id="Red4710f551dd4e08" /><Relationship Type="http://schemas.openxmlformats.org/officeDocument/2006/relationships/presProps" Target="/ppt/presProps.xml" Id="Rda7ac3fc0d4940b8" /><Relationship Type="http://schemas.openxmlformats.org/officeDocument/2006/relationships/tableStyles" Target="/ppt/tableStyles.xml" Id="R8436a8eb3f074c7c" /><Relationship Type="http://schemas.openxmlformats.org/officeDocument/2006/relationships/slide" Target="/ppt/slides/slide1.xml" Id="Rf398991b56144979" /><Relationship Type="http://schemas.openxmlformats.org/officeDocument/2006/relationships/slide" Target="/ppt/slides/slide2.xml" Id="R183267c965ae42bc" /><Relationship Type="http://schemas.openxmlformats.org/officeDocument/2006/relationships/slide" Target="/ppt/slides/slide3.xml" Id="R9b00c5385e1449a8" /><Relationship Type="http://schemas.openxmlformats.org/officeDocument/2006/relationships/slide" Target="/ppt/slides/slide4.xml" Id="R3f007074257c42c3" /><Relationship Type="http://schemas.openxmlformats.org/officeDocument/2006/relationships/slide" Target="/ppt/slides/slide5.xml" Id="R8fe456594ec14b6e" /><Relationship Type="http://schemas.openxmlformats.org/officeDocument/2006/relationships/slide" Target="/ppt/slides/slide6.xml" Id="R8f59b96d0e044e4a" /><Relationship Type="http://schemas.openxmlformats.org/officeDocument/2006/relationships/slide" Target="/ppt/slides/slide7.xml" Id="R533b94f82faf4a05" /><Relationship Type="http://schemas.openxmlformats.org/officeDocument/2006/relationships/slide" Target="/ppt/slides/slide8.xml" Id="Rdb2b29792e144bcd" /><Relationship Type="http://schemas.openxmlformats.org/officeDocument/2006/relationships/slide" Target="/ppt/slides/slide9.xml" Id="R66884f72701447df" /><Relationship Type="http://schemas.openxmlformats.org/officeDocument/2006/relationships/slide" Target="/ppt/slides/slide10.xml" Id="Rfb40e59089da4761" /><Relationship Type="http://schemas.openxmlformats.org/officeDocument/2006/relationships/slide" Target="/ppt/slides/slide11.xml" Id="R5af741b3bd27424a" /><Relationship Type="http://schemas.openxmlformats.org/officeDocument/2006/relationships/slide" Target="/ppt/slides/slide12.xml" Id="R78e889397a9f4325" /><Relationship Type="http://schemas.openxmlformats.org/officeDocument/2006/relationships/slide" Target="/ppt/slides/slide13.xml" Id="R8cba3706290e44ff" /><Relationship Type="http://schemas.openxmlformats.org/officeDocument/2006/relationships/slide" Target="/ppt/slides/slide14.xml" Id="R149b4142d00748a8" /><Relationship Type="http://schemas.openxmlformats.org/officeDocument/2006/relationships/slide" Target="/ppt/slides/slide15.xml" Id="Rbe7639916a174241" /><Relationship Type="http://schemas.openxmlformats.org/officeDocument/2006/relationships/slide" Target="/ppt/slides/slide16.xml" Id="R61e2cbe47c244f59" /><Relationship Type="http://schemas.openxmlformats.org/officeDocument/2006/relationships/slide" Target="/ppt/slides/slide17.xml" Id="R75bef53a433c46c5" /><Relationship Type="http://schemas.openxmlformats.org/officeDocument/2006/relationships/slide" Target="/ppt/slides/slide18.xml" Id="R34a98858629d4610" /><Relationship Type="http://schemas.openxmlformats.org/officeDocument/2006/relationships/slide" Target="/ppt/slides/slide19.xml" Id="R96162c194b8d4b4b" /><Relationship Type="http://schemas.openxmlformats.org/officeDocument/2006/relationships/slide" Target="/ppt/slides/slide20.xml" Id="Ra3abfbd73aa84268" /><Relationship Type="http://schemas.openxmlformats.org/officeDocument/2006/relationships/slide" Target="/ppt/slides/slide21.xml" Id="Rbb0ada9f92aa4be9" /><Relationship Type="http://schemas.openxmlformats.org/officeDocument/2006/relationships/slide" Target="/ppt/slides/slide22.xml" Id="Rbc0177dcc068435c" /><Relationship Type="http://schemas.openxmlformats.org/officeDocument/2006/relationships/slide" Target="/ppt/slides/slide23.xml" Id="Re9b2cb864ee04ebb" /><Relationship Type="http://schemas.openxmlformats.org/officeDocument/2006/relationships/slide" Target="/ppt/slides/slide24.xml" Id="Re558140514d14bde" /><Relationship Type="http://schemas.openxmlformats.org/officeDocument/2006/relationships/slide" Target="/ppt/slides/slide25.xml" Id="R5cd612842c1f4d12" /><Relationship Type="http://schemas.openxmlformats.org/officeDocument/2006/relationships/slide" Target="/ppt/slides/slide26.xml" Id="Rf83753bb8c204e74" /><Relationship Type="http://schemas.openxmlformats.org/officeDocument/2006/relationships/slide" Target="/ppt/slides/slide27.xml" Id="R8a1ffca61c4244fd" /><Relationship Type="http://schemas.openxmlformats.org/officeDocument/2006/relationships/slide" Target="/ppt/slides/slide28.xml" Id="Rdacdc651930e435b" /><Relationship Type="http://schemas.openxmlformats.org/officeDocument/2006/relationships/slide" Target="/ppt/slides/slide29.xml" Id="Rbdaee301483747a1" /><Relationship Type="http://schemas.openxmlformats.org/officeDocument/2006/relationships/slide" Target="/ppt/slides/slide30.xml" Id="R8451f003d63b45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456fa870cc40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2352ac92c94c95" /><Relationship Type="http://schemas.openxmlformats.org/officeDocument/2006/relationships/notesMaster" Target="/ppt/notesMasters/notesMaster1.xml" Id="R82f5a8b047034a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57799d86b24f0d" /><Relationship Type="http://schemas.openxmlformats.org/officeDocument/2006/relationships/notesMaster" Target="/ppt/notesMasters/notesMaster1.xml" Id="Rd82c7919fd1e42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a26d55dce430413c" /><Relationship Type="http://schemas.openxmlformats.org/officeDocument/2006/relationships/notesMaster" Target="/ppt/notesMasters/notesMaster1.xml" Id="R9775a155088141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8d68c56221d4e50" /><Relationship Type="http://schemas.openxmlformats.org/officeDocument/2006/relationships/notesMaster" Target="/ppt/notesMasters/notesMaster1.xml" Id="R9a3f05ae456943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6d404da8ca47c6" /><Relationship Type="http://schemas.openxmlformats.org/officeDocument/2006/relationships/notesMaster" Target="/ppt/notesMasters/notesMaster1.xml" Id="Rfab48279601f4c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4a745c0a034453" /><Relationship Type="http://schemas.openxmlformats.org/officeDocument/2006/relationships/notesMaster" Target="/ppt/notesMasters/notesMaster1.xml" Id="Rff2a4decd66748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54359909e54564" /><Relationship Type="http://schemas.openxmlformats.org/officeDocument/2006/relationships/notesMaster" Target="/ppt/notesMasters/notesMaster1.xml" Id="R3e62fa871c2b49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c6096a41bbd44c3f" /><Relationship Type="http://schemas.openxmlformats.org/officeDocument/2006/relationships/notesMaster" Target="/ppt/notesMasters/notesMaster1.xml" Id="Rf51840d27ed84e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16abd28e16a4967" /><Relationship Type="http://schemas.openxmlformats.org/officeDocument/2006/relationships/notesMaster" Target="/ppt/notesMasters/notesMaster1.xml" Id="Rfbb4eb6f12124b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7469264b3b411e" /><Relationship Type="http://schemas.openxmlformats.org/officeDocument/2006/relationships/notesMaster" Target="/ppt/notesMasters/notesMaster1.xml" Id="R60b4e694a58344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db35a0407f348de" /><Relationship Type="http://schemas.openxmlformats.org/officeDocument/2006/relationships/notesMaster" Target="/ppt/notesMasters/notesMaster1.xml" Id="Rc4648a81f6bd472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03e3b772ed4981" /><Relationship Type="http://schemas.openxmlformats.org/officeDocument/2006/relationships/notesMaster" Target="/ppt/notesMasters/notesMaster1.xml" Id="Rac9df6b4b8fa4da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0f1757be9c04d61" /><Relationship Type="http://schemas.openxmlformats.org/officeDocument/2006/relationships/notesMaster" Target="/ppt/notesMasters/notesMaster1.xml" Id="R398ae2ca47e1422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73e6f3ebf9c4d06" /><Relationship Type="http://schemas.openxmlformats.org/officeDocument/2006/relationships/notesMaster" Target="/ppt/notesMasters/notesMaster1.xml" Id="R3ddc3a7c28ba44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d8deefb124c4e17" /><Relationship Type="http://schemas.openxmlformats.org/officeDocument/2006/relationships/notesMaster" Target="/ppt/notesMasters/notesMaster1.xml" Id="R8936ec85d336484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58041961f364da2" /><Relationship Type="http://schemas.openxmlformats.org/officeDocument/2006/relationships/notesMaster" Target="/ppt/notesMasters/notesMaster1.xml" Id="R0c90e99b0c43450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fc57c0fe1984485" /><Relationship Type="http://schemas.openxmlformats.org/officeDocument/2006/relationships/notesMaster" Target="/ppt/notesMasters/notesMaster1.xml" Id="Raccdd8c29be54c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6cd6c343c7f40e6" /><Relationship Type="http://schemas.openxmlformats.org/officeDocument/2006/relationships/notesMaster" Target="/ppt/notesMasters/notesMaster1.xml" Id="R09413e67d259428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7d1058302e74ccc" /><Relationship Type="http://schemas.openxmlformats.org/officeDocument/2006/relationships/notesMaster" Target="/ppt/notesMasters/notesMaster1.xml" Id="R69d836eccb9b441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0fe40aa682647c2" /><Relationship Type="http://schemas.openxmlformats.org/officeDocument/2006/relationships/notesMaster" Target="/ppt/notesMasters/notesMaster1.xml" Id="R6cbfdfe18d50497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ac3e59cedc44f07" /><Relationship Type="http://schemas.openxmlformats.org/officeDocument/2006/relationships/notesMaster" Target="/ppt/notesMasters/notesMaster1.xml" Id="R33065b283ab74fa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11ad5f615a3478d" /><Relationship Type="http://schemas.openxmlformats.org/officeDocument/2006/relationships/notesMaster" Target="/ppt/notesMasters/notesMaster1.xml" Id="R987736076807435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6bf5c99b4784d33" /><Relationship Type="http://schemas.openxmlformats.org/officeDocument/2006/relationships/notesMaster" Target="/ppt/notesMasters/notesMaster1.xml" Id="Rf85a76b72ac947a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d37fd055fcb4229" /><Relationship Type="http://schemas.openxmlformats.org/officeDocument/2006/relationships/notesMaster" Target="/ppt/notesMasters/notesMaster1.xml" Id="R8306591c325a467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52d06ade53f4df7" /><Relationship Type="http://schemas.openxmlformats.org/officeDocument/2006/relationships/notesMaster" Target="/ppt/notesMasters/notesMaster1.xml" Id="R65d37011bc1d4de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86bf4904cfb4c8b" /><Relationship Type="http://schemas.openxmlformats.org/officeDocument/2006/relationships/notesMaster" Target="/ppt/notesMasters/notesMaster1.xml" Id="R78fd6b67a053400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354e9f56c5b4180" /><Relationship Type="http://schemas.openxmlformats.org/officeDocument/2006/relationships/notesMaster" Target="/ppt/notesMasters/notesMaster1.xml" Id="R7133fcb7acce4c7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6656b08abfe49fb" /><Relationship Type="http://schemas.openxmlformats.org/officeDocument/2006/relationships/notesMaster" Target="/ppt/notesMasters/notesMaster1.xml" Id="R7ff77256e0e54c5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705a7a3efd6446e" /><Relationship Type="http://schemas.openxmlformats.org/officeDocument/2006/relationships/notesMaster" Target="/ppt/notesMasters/notesMaster1.xml" Id="R34fdc8ba11834dd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fedeec49cec408f" /><Relationship Type="http://schemas.openxmlformats.org/officeDocument/2006/relationships/notesMaster" Target="/ppt/notesMasters/notesMaster1.xml" Id="R0c9cb1f5e01e41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65bc9e8ca1744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580a00d45a41ac" /><Relationship Type="http://schemas.openxmlformats.org/officeDocument/2006/relationships/slideLayout" Target="/ppt/slideLayouts/slideLayout1.xml" Id="R6357b770298c4b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57b770298c4b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77853fff62e481c" /><Relationship Type="http://schemas.openxmlformats.org/officeDocument/2006/relationships/image" Target="/ppt/media/image.jpeg" Id="R7ada992fe05b4ce1" /><Relationship Type="http://schemas.openxmlformats.org/officeDocument/2006/relationships/notesSlide" Target="/ppt/notesSlides/notesSlide1.xml" Id="R932b3363c34541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3fad8d93f924cd8" /><Relationship Type="http://schemas.openxmlformats.org/officeDocument/2006/relationships/image" Target="/ppt/media/image2.jpeg" Id="Rb2c451af1f484d4d" /><Relationship Type="http://schemas.openxmlformats.org/officeDocument/2006/relationships/notesSlide" Target="/ppt/notesSlides/notesSlide2.xml" Id="Ra5f4a95cd39947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9cc21b4e98443b" /><Relationship Type="http://schemas.openxmlformats.org/officeDocument/2006/relationships/image" Target="/ppt/media/image3.jpeg" Id="R3a485b12eba346a7" /><Relationship Type="http://schemas.openxmlformats.org/officeDocument/2006/relationships/notesSlide" Target="/ppt/notesSlides/notesSlide3.xml" Id="R24116aa5311c42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6abe542cac44c05" /><Relationship Type="http://schemas.openxmlformats.org/officeDocument/2006/relationships/image" Target="/ppt/media/image4.jpeg" Id="R124e21a6b78b4240" /><Relationship Type="http://schemas.openxmlformats.org/officeDocument/2006/relationships/notesSlide" Target="/ppt/notesSlides/notesSlide4.xml" Id="R77758dfbfb3d438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561250ed704dc1" /><Relationship Type="http://schemas.openxmlformats.org/officeDocument/2006/relationships/image" Target="/ppt/media/image5.jpeg" Id="R20b348fb01f24242" /><Relationship Type="http://schemas.openxmlformats.org/officeDocument/2006/relationships/notesSlide" Target="/ppt/notesSlides/notesSlide5.xml" Id="Rdfc2489e9f9a4e8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e588b5880614cc1" /><Relationship Type="http://schemas.openxmlformats.org/officeDocument/2006/relationships/image" Target="/ppt/media/image6.jpeg" Id="R90ac757858a94f7c" /><Relationship Type="http://schemas.openxmlformats.org/officeDocument/2006/relationships/notesSlide" Target="/ppt/notesSlides/notesSlide6.xml" Id="R915d5e94612d44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855b66eee1d45ec" /><Relationship Type="http://schemas.openxmlformats.org/officeDocument/2006/relationships/image" Target="/ppt/media/image7.jpeg" Id="R833ffed1de824410" /><Relationship Type="http://schemas.openxmlformats.org/officeDocument/2006/relationships/notesSlide" Target="/ppt/notesSlides/notesSlide7.xml" Id="R9340a579e0b440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7a7fc5b29b4919" /><Relationship Type="http://schemas.openxmlformats.org/officeDocument/2006/relationships/image" Target="/ppt/media/image8.jpeg" Id="R50c4915a5a7c49ec" /><Relationship Type="http://schemas.openxmlformats.org/officeDocument/2006/relationships/notesSlide" Target="/ppt/notesSlides/notesSlide8.xml" Id="Rb6036e084f6c48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03423588b244baa" /><Relationship Type="http://schemas.openxmlformats.org/officeDocument/2006/relationships/image" Target="/ppt/media/image9.jpeg" Id="Rf8473141d9d445a7" /><Relationship Type="http://schemas.openxmlformats.org/officeDocument/2006/relationships/notesSlide" Target="/ppt/notesSlides/notesSlide9.xml" Id="R8e30f38708a747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3ed043793a249a4" /><Relationship Type="http://schemas.openxmlformats.org/officeDocument/2006/relationships/image" Target="/ppt/media/image10.jpeg" Id="Rd97b17f38e024411" /><Relationship Type="http://schemas.openxmlformats.org/officeDocument/2006/relationships/notesSlide" Target="/ppt/notesSlides/notesSlide10.xml" Id="R0831202e1f044e9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dff03df65f9459f" /><Relationship Type="http://schemas.openxmlformats.org/officeDocument/2006/relationships/image" Target="/ppt/media/image11.jpeg" Id="Rd87b3db703f545f9" /><Relationship Type="http://schemas.openxmlformats.org/officeDocument/2006/relationships/notesSlide" Target="/ppt/notesSlides/notesSlide11.xml" Id="R6d1774b7d2fd40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4b37dfa547f435b" /><Relationship Type="http://schemas.openxmlformats.org/officeDocument/2006/relationships/image" Target="/ppt/media/image12.jpeg" Id="R902923d597be4dfe" /><Relationship Type="http://schemas.openxmlformats.org/officeDocument/2006/relationships/notesSlide" Target="/ppt/notesSlides/notesSlide12.xml" Id="R3b775a25e0c04b5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355ef5651114ed5" /><Relationship Type="http://schemas.openxmlformats.org/officeDocument/2006/relationships/image" Target="/ppt/media/image13.jpeg" Id="R7346e87449534183" /><Relationship Type="http://schemas.openxmlformats.org/officeDocument/2006/relationships/notesSlide" Target="/ppt/notesSlides/notesSlide13.xml" Id="R1d894e479bf64fb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3370f21afbb449a" /><Relationship Type="http://schemas.openxmlformats.org/officeDocument/2006/relationships/image" Target="/ppt/media/image14.jpeg" Id="Re8a476ece4bd4f58" /><Relationship Type="http://schemas.openxmlformats.org/officeDocument/2006/relationships/notesSlide" Target="/ppt/notesSlides/notesSlide14.xml" Id="R4a8afbfd78544a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8811d8d901749f8" /><Relationship Type="http://schemas.openxmlformats.org/officeDocument/2006/relationships/image" Target="/ppt/media/image15.jpeg" Id="R90e74adc2e9e4fb1" /><Relationship Type="http://schemas.openxmlformats.org/officeDocument/2006/relationships/notesSlide" Target="/ppt/notesSlides/notesSlide15.xml" Id="R6275585c20ad4ac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5263dcb8f8c40d3" /><Relationship Type="http://schemas.openxmlformats.org/officeDocument/2006/relationships/image" Target="/ppt/media/image16.jpeg" Id="R8b112ee3611a4112" /><Relationship Type="http://schemas.openxmlformats.org/officeDocument/2006/relationships/notesSlide" Target="/ppt/notesSlides/notesSlide16.xml" Id="Ra023f49baff44d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8dd592c80474834" /><Relationship Type="http://schemas.openxmlformats.org/officeDocument/2006/relationships/image" Target="/ppt/media/image17.jpeg" Id="R645d0a8a37e046ce" /><Relationship Type="http://schemas.openxmlformats.org/officeDocument/2006/relationships/notesSlide" Target="/ppt/notesSlides/notesSlide17.xml" Id="R2e4c5ebec342464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f3c0051b0df4d69" /><Relationship Type="http://schemas.openxmlformats.org/officeDocument/2006/relationships/image" Target="/ppt/media/image18.jpeg" Id="R68e68a06c8524f2a" /><Relationship Type="http://schemas.openxmlformats.org/officeDocument/2006/relationships/notesSlide" Target="/ppt/notesSlides/notesSlide18.xml" Id="Rd592da293e814a8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ea6e1028302492f" /><Relationship Type="http://schemas.openxmlformats.org/officeDocument/2006/relationships/image" Target="/ppt/media/image19.jpeg" Id="Rd6d6d09db633445d" /><Relationship Type="http://schemas.openxmlformats.org/officeDocument/2006/relationships/notesSlide" Target="/ppt/notesSlides/notesSlide19.xml" Id="R3b001395bb854f4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3fd513deeb84169" /><Relationship Type="http://schemas.openxmlformats.org/officeDocument/2006/relationships/image" Target="/ppt/media/image20.jpeg" Id="Ra48c5313132a47d8" /><Relationship Type="http://schemas.openxmlformats.org/officeDocument/2006/relationships/notesSlide" Target="/ppt/notesSlides/notesSlide20.xml" Id="R120f8e38ca1045f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d5133243a3c48b1" /><Relationship Type="http://schemas.openxmlformats.org/officeDocument/2006/relationships/image" Target="/ppt/media/image21.jpeg" Id="R9b67441fb2b2488b" /><Relationship Type="http://schemas.openxmlformats.org/officeDocument/2006/relationships/notesSlide" Target="/ppt/notesSlides/notesSlide21.xml" Id="R93c3193a00574b5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d03a7f5f6ea4ce9" /><Relationship Type="http://schemas.openxmlformats.org/officeDocument/2006/relationships/image" Target="/ppt/media/image22.jpeg" Id="R8ca2ac1e08e44121" /><Relationship Type="http://schemas.openxmlformats.org/officeDocument/2006/relationships/notesSlide" Target="/ppt/notesSlides/notesSlide22.xml" Id="R94918a432aa24eb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77cb1a875c64e2f" /><Relationship Type="http://schemas.openxmlformats.org/officeDocument/2006/relationships/image" Target="/ppt/media/image23.jpeg" Id="Ra08e6bd0cc8f4c6b" /><Relationship Type="http://schemas.openxmlformats.org/officeDocument/2006/relationships/notesSlide" Target="/ppt/notesSlides/notesSlide23.xml" Id="Ra6e2507aa72a421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850378cf98b4221" /><Relationship Type="http://schemas.openxmlformats.org/officeDocument/2006/relationships/image" Target="/ppt/media/image24.jpeg" Id="R847cd3e039f54549" /><Relationship Type="http://schemas.openxmlformats.org/officeDocument/2006/relationships/notesSlide" Target="/ppt/notesSlides/notesSlide24.xml" Id="R2c5781f5323a40b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8a4ca0c3ca94a5e" /><Relationship Type="http://schemas.openxmlformats.org/officeDocument/2006/relationships/image" Target="/ppt/media/image25.jpeg" Id="R1f22a2cdc7654b09" /><Relationship Type="http://schemas.openxmlformats.org/officeDocument/2006/relationships/notesSlide" Target="/ppt/notesSlides/notesSlide25.xml" Id="Rbebf533c00674a1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7b7abaa2b264930" /><Relationship Type="http://schemas.openxmlformats.org/officeDocument/2006/relationships/image" Target="/ppt/media/image26.jpeg" Id="R3deb52d9b2454b04" /><Relationship Type="http://schemas.openxmlformats.org/officeDocument/2006/relationships/notesSlide" Target="/ppt/notesSlides/notesSlide26.xml" Id="Re02347d5c177448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59335f211e24800" /><Relationship Type="http://schemas.openxmlformats.org/officeDocument/2006/relationships/image" Target="/ppt/media/image27.jpeg" Id="R682eba7114874199" /><Relationship Type="http://schemas.openxmlformats.org/officeDocument/2006/relationships/notesSlide" Target="/ppt/notesSlides/notesSlide27.xml" Id="R353bce68ec144fb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cc55bbcdab241f0" /><Relationship Type="http://schemas.openxmlformats.org/officeDocument/2006/relationships/image" Target="/ppt/media/image28.jpeg" Id="R7c5030a33d4f487c" /><Relationship Type="http://schemas.openxmlformats.org/officeDocument/2006/relationships/notesSlide" Target="/ppt/notesSlides/notesSlide28.xml" Id="R98cde02bbf98482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e3ed0887ccc403d" /><Relationship Type="http://schemas.openxmlformats.org/officeDocument/2006/relationships/image" Target="/ppt/media/image29.jpeg" Id="R1453c55015e341f0" /><Relationship Type="http://schemas.openxmlformats.org/officeDocument/2006/relationships/notesSlide" Target="/ppt/notesSlides/notesSlide29.xml" Id="R3d05a44b4b3b429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fa16daf818647b7" /><Relationship Type="http://schemas.openxmlformats.org/officeDocument/2006/relationships/image" Target="/ppt/media/image30.jpeg" Id="Rb4066c415ab44e94" /><Relationship Type="http://schemas.openxmlformats.org/officeDocument/2006/relationships/notesSlide" Target="/ppt/notesSlides/notesSlide30.xml" Id="R0dc20f78fda044a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7ada992fe05b4ce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b2c451af1f484d4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
        <p:nvSpPr>
          <p:cNvPr id="24" name="">
            <a:extLst xmlns:a="http://schemas.openxmlformats.org/drawingml/2006/main">
              <a:ext uri="{FF2B5EF4-FFF2-40B4-BE49-F238E27FC236}">
                <a16:creationId xmlns:a16="http://schemas.microsoft.com/office/drawing/2014/main" id="{54BCB3DB-5D05-4B1B-96B2-3C8DBA04A5C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ONE SHARED STATE</a:t>
            </a:r>
          </a:p>
        </p:txBody>
      </p:sp>
      <p:sp>
        <p:nvSpPr>
          <p:cNvPr id="25" name="">
            <a:extLst xmlns:a="http://schemas.openxmlformats.org/drawingml/2006/main">
              <a:ext uri="{FF2B5EF4-FFF2-40B4-BE49-F238E27FC236}">
                <a16:creationId xmlns:a16="http://schemas.microsoft.com/office/drawing/2014/main" id="{41411B1C-7ADC-47D3-B68D-9F829D868FA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9F4F7"/>
          </a:solidFill>
          <a:ln xmlns:a="http://schemas.openxmlformats.org/drawingml/2006/main" w="9525">
            <a:solidFill>
              <a:srgbClr val="8EBBD0"/>
            </a:solidFill>
            <a:prstDash val="solid"/>
          </a:ln>
        </p:spPr>
      </p:sp>
      <p:sp>
        <p:nvSpPr>
          <p:cNvPr id="26" name="">
            <a:extLst xmlns:a="http://schemas.openxmlformats.org/drawingml/2006/main">
              <a:ext uri="{FF2B5EF4-FFF2-40B4-BE49-F238E27FC236}">
                <a16:creationId xmlns:a16="http://schemas.microsoft.com/office/drawing/2014/main" id="{33EB3B08-B2E2-485E-ADF4-B59F5556C439}"/>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E4D"/>
                </a:solidFill>
                <a:latin typeface="Aptos"/>
                <a:ea typeface="Aptos"/>
                <a:cs typeface="Aptos"/>
              </a:defRPr>
            </a:pPr>
            <a:r>
              <a:rPr sz="1500" b="1">
                <a:solidFill>
                  <a:srgbClr val="102E4D"/>
                </a:solidFill>
                <a:latin typeface="Aptos"/>
                <a:ea typeface="Aptos"/>
                <a:cs typeface="Aptos"/>
              </a:rPr>
              <a:t>conversation state</a:t>
            </a:r>
          </a:p>
        </p:txBody>
      </p:sp>
      <p:sp>
        <p:nvSpPr>
          <p:cNvPr id="27" name="">
            <a:extLst xmlns:a="http://schemas.openxmlformats.org/drawingml/2006/main">
              <a:ext uri="{FF2B5EF4-FFF2-40B4-BE49-F238E27FC236}">
                <a16:creationId xmlns:a16="http://schemas.microsoft.com/office/drawing/2014/main" id="{CE8C5837-C634-44A4-9E6E-60D93798212C}"/>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28" name="">
            <a:extLst xmlns:a="http://schemas.openxmlformats.org/drawingml/2006/main">
              <a:ext uri="{FF2B5EF4-FFF2-40B4-BE49-F238E27FC236}">
                <a16:creationId xmlns:a16="http://schemas.microsoft.com/office/drawing/2014/main" id="{B66BF1D2-4A2F-434F-B240-47E8B8C532C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9" name="">
            <a:extLst xmlns:a="http://schemas.openxmlformats.org/drawingml/2006/main">
              <a:ext uri="{FF2B5EF4-FFF2-40B4-BE49-F238E27FC236}">
                <a16:creationId xmlns:a16="http://schemas.microsoft.com/office/drawing/2014/main" id="{D77676ED-53FD-4B0D-B44F-EF613C65B93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01</a:t>
            </a:r>
          </a:p>
        </p:txBody>
      </p:sp>
      <p:sp>
        <p:nvSpPr>
          <p:cNvPr id="30" name="">
            <a:extLst xmlns:a="http://schemas.openxmlformats.org/drawingml/2006/main">
              <a:ext uri="{FF2B5EF4-FFF2-40B4-BE49-F238E27FC236}">
                <a16:creationId xmlns:a16="http://schemas.microsoft.com/office/drawing/2014/main" id="{958856D2-8A1D-4B1A-8D6F-1585CAAF1319}"/>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Listen</a:t>
            </a:r>
          </a:p>
        </p:txBody>
      </p:sp>
      <p:sp>
        <p:nvSpPr>
          <p:cNvPr id="31" name="">
            <a:extLst xmlns:a="http://schemas.openxmlformats.org/drawingml/2006/main">
              <a:ext uri="{FF2B5EF4-FFF2-40B4-BE49-F238E27FC236}">
                <a16:creationId xmlns:a16="http://schemas.microsoft.com/office/drawing/2014/main" id="{6EBF1352-E034-4183-AD49-B09BD34DAE5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32" name="">
            <a:extLst xmlns:a="http://schemas.openxmlformats.org/drawingml/2006/main">
              <a:ext uri="{FF2B5EF4-FFF2-40B4-BE49-F238E27FC236}">
                <a16:creationId xmlns:a16="http://schemas.microsoft.com/office/drawing/2014/main" id="{E04548F1-50B4-4F1B-9B4E-D32A4502B53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3" name="">
            <a:extLst xmlns:a="http://schemas.openxmlformats.org/drawingml/2006/main">
              <a:ext uri="{FF2B5EF4-FFF2-40B4-BE49-F238E27FC236}">
                <a16:creationId xmlns:a16="http://schemas.microsoft.com/office/drawing/2014/main" id="{940B2694-58BA-45E6-86DA-1E107BB54C5B}"/>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02</a:t>
            </a:r>
          </a:p>
        </p:txBody>
      </p:sp>
      <p:sp>
        <p:nvSpPr>
          <p:cNvPr id="34" name="">
            <a:extLst xmlns:a="http://schemas.openxmlformats.org/drawingml/2006/main">
              <a:ext uri="{FF2B5EF4-FFF2-40B4-BE49-F238E27FC236}">
                <a16:creationId xmlns:a16="http://schemas.microsoft.com/office/drawing/2014/main" id="{C50D8C9F-822D-410F-AC72-526CF171F9E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Decide</a:t>
            </a:r>
          </a:p>
        </p:txBody>
      </p:sp>
      <p:sp>
        <p:nvSpPr>
          <p:cNvPr id="35" name="">
            <a:extLst xmlns:a="http://schemas.openxmlformats.org/drawingml/2006/main">
              <a:ext uri="{FF2B5EF4-FFF2-40B4-BE49-F238E27FC236}">
                <a16:creationId xmlns:a16="http://schemas.microsoft.com/office/drawing/2014/main" id="{FB206998-0A4C-4E8E-92E1-BF607191B2A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36" name="">
            <a:extLst xmlns:a="http://schemas.openxmlformats.org/drawingml/2006/main">
              <a:ext uri="{FF2B5EF4-FFF2-40B4-BE49-F238E27FC236}">
                <a16:creationId xmlns:a16="http://schemas.microsoft.com/office/drawing/2014/main" id="{A4B1DD8B-3864-4E2E-B89C-DBB08C70DEC6}"/>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7" name="">
            <a:extLst xmlns:a="http://schemas.openxmlformats.org/drawingml/2006/main">
              <a:ext uri="{FF2B5EF4-FFF2-40B4-BE49-F238E27FC236}">
                <a16:creationId xmlns:a16="http://schemas.microsoft.com/office/drawing/2014/main" id="{0F63F448-D270-4599-B142-476BE86B00A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168C82"/>
                </a:solidFill>
                <a:latin typeface="Aptos"/>
                <a:ea typeface="Aptos"/>
                <a:cs typeface="Aptos"/>
              </a:defRPr>
            </a:pPr>
            <a:r>
              <a:rPr sz="825" b="1">
                <a:solidFill>
                  <a:srgbClr val="168C82"/>
                </a:solidFill>
                <a:latin typeface="Aptos"/>
                <a:ea typeface="Aptos"/>
                <a:cs typeface="Aptos"/>
              </a:rPr>
              <a:t>03</a:t>
            </a:r>
          </a:p>
        </p:txBody>
      </p:sp>
      <p:sp>
        <p:nvSpPr>
          <p:cNvPr id="38" name="">
            <a:extLst xmlns:a="http://schemas.openxmlformats.org/drawingml/2006/main">
              <a:ext uri="{FF2B5EF4-FFF2-40B4-BE49-F238E27FC236}">
                <a16:creationId xmlns:a16="http://schemas.microsoft.com/office/drawing/2014/main" id="{B8D0A501-517C-4960-A638-035CBF39DB89}"/>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Speak</a:t>
            </a:r>
          </a:p>
        </p:txBody>
      </p:sp>
      <p:sp>
        <p:nvSpPr>
          <p:cNvPr id="39" name="">
            <a:extLst xmlns:a="http://schemas.openxmlformats.org/drawingml/2006/main">
              <a:ext uri="{FF2B5EF4-FFF2-40B4-BE49-F238E27FC236}">
                <a16:creationId xmlns:a16="http://schemas.microsoft.com/office/drawing/2014/main" id="{043DD78C-D806-4FFC-936B-D87109F02BDB}"/>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40" name="">
            <a:extLst xmlns:a="http://schemas.openxmlformats.org/drawingml/2006/main">
              <a:ext uri="{FF2B5EF4-FFF2-40B4-BE49-F238E27FC236}">
                <a16:creationId xmlns:a16="http://schemas.microsoft.com/office/drawing/2014/main" id="{15032124-52CB-46CA-8462-76F8A5282C5E}"/>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1" name="">
            <a:extLst xmlns:a="http://schemas.openxmlformats.org/drawingml/2006/main">
              <a:ext uri="{FF2B5EF4-FFF2-40B4-BE49-F238E27FC236}">
                <a16:creationId xmlns:a16="http://schemas.microsoft.com/office/drawing/2014/main" id="{3A6A2E32-AE31-4252-8A91-36DC4A27C84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2" name="">
            <a:extLst xmlns:a="http://schemas.openxmlformats.org/drawingml/2006/main">
              <a:ext uri="{FF2B5EF4-FFF2-40B4-BE49-F238E27FC236}">
                <a16:creationId xmlns:a16="http://schemas.microsoft.com/office/drawing/2014/main" id="{033E5DD0-994D-4BCB-8055-0E1348F01065}"/>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CONTINUOUS CAPABILITIES</a:t>
            </a:r>
          </a:p>
        </p:txBody>
      </p:sp>
      <p:sp>
        <p:nvSpPr>
          <p:cNvPr id="43" name="">
            <a:extLst xmlns:a="http://schemas.openxmlformats.org/drawingml/2006/main">
              <a:ext uri="{FF2B5EF4-FFF2-40B4-BE49-F238E27FC236}">
                <a16:creationId xmlns:a16="http://schemas.microsoft.com/office/drawing/2014/main" id="{21F39CE6-D5E1-4487-BEBA-7FD42B4D4500}"/>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44" name="">
            <a:extLst xmlns:a="http://schemas.openxmlformats.org/drawingml/2006/main">
              <a:ext uri="{FF2B5EF4-FFF2-40B4-BE49-F238E27FC236}">
                <a16:creationId xmlns:a16="http://schemas.microsoft.com/office/drawing/2014/main" id="{D98BA21A-D776-4CA1-B125-1452F8D2656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5" name="">
            <a:extLst xmlns:a="http://schemas.openxmlformats.org/drawingml/2006/main">
              <a:ext uri="{FF2B5EF4-FFF2-40B4-BE49-F238E27FC236}">
                <a16:creationId xmlns:a16="http://schemas.microsoft.com/office/drawing/2014/main" id="{050515D6-627B-4BAF-836C-D72170632494}"/>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2A8FC1"/>
                </a:solidFill>
                <a:latin typeface="Aptos"/>
                <a:ea typeface="Aptos"/>
                <a:cs typeface="Aptos"/>
              </a:defRPr>
            </a:pPr>
            <a:r>
              <a:rPr sz="1275" b="1">
                <a:solidFill>
                  <a:srgbClr val="2A8FC1"/>
                </a:solidFill>
                <a:latin typeface="Aptos"/>
                <a:ea typeface="Aptos"/>
                <a:cs typeface="Aptos"/>
              </a:rPr>
              <a:t>Remember</a:t>
            </a:r>
          </a:p>
        </p:txBody>
      </p:sp>
      <p:sp>
        <p:nvSpPr>
          <p:cNvPr id="46" name="">
            <a:extLst xmlns:a="http://schemas.openxmlformats.org/drawingml/2006/main">
              <a:ext uri="{FF2B5EF4-FFF2-40B4-BE49-F238E27FC236}">
                <a16:creationId xmlns:a16="http://schemas.microsoft.com/office/drawing/2014/main" id="{2AFA4248-7AE5-4D1F-8C0F-F81ED3F20B29}"/>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47" name="">
            <a:extLst xmlns:a="http://schemas.openxmlformats.org/drawingml/2006/main">
              <a:ext uri="{FF2B5EF4-FFF2-40B4-BE49-F238E27FC236}">
                <a16:creationId xmlns:a16="http://schemas.microsoft.com/office/drawing/2014/main" id="{A7B8AD4F-229E-45DE-949B-670A83F74C8F}"/>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8" name="">
            <a:extLst xmlns:a="http://schemas.openxmlformats.org/drawingml/2006/main">
              <a:ext uri="{FF2B5EF4-FFF2-40B4-BE49-F238E27FC236}">
                <a16:creationId xmlns:a16="http://schemas.microsoft.com/office/drawing/2014/main" id="{9421429D-367D-4388-A642-33631C53562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D96B5F"/>
                </a:solidFill>
                <a:latin typeface="Aptos"/>
                <a:ea typeface="Aptos"/>
                <a:cs typeface="Aptos"/>
              </a:defRPr>
            </a:pPr>
            <a:r>
              <a:rPr sz="1275" b="1">
                <a:solidFill>
                  <a:srgbClr val="D96B5F"/>
                </a:solidFill>
                <a:latin typeface="Aptos"/>
                <a:ea typeface="Aptos"/>
                <a:cs typeface="Aptos"/>
              </a:rPr>
              <a:t>Yield</a:t>
            </a:r>
          </a:p>
        </p:txBody>
      </p:sp>
      <p:sp>
        <p:nvSpPr>
          <p:cNvPr id="49" name="">
            <a:extLst xmlns:a="http://schemas.openxmlformats.org/drawingml/2006/main">
              <a:ext uri="{FF2B5EF4-FFF2-40B4-BE49-F238E27FC236}">
                <a16:creationId xmlns:a16="http://schemas.microsoft.com/office/drawing/2014/main" id="{D1BB6DCE-B740-43A3-BC50-1CD4AC96F48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50" name="">
            <a:extLst xmlns:a="http://schemas.openxmlformats.org/drawingml/2006/main">
              <a:ext uri="{FF2B5EF4-FFF2-40B4-BE49-F238E27FC236}">
                <a16:creationId xmlns:a16="http://schemas.microsoft.com/office/drawing/2014/main" id="{25A9FBA0-8245-45D9-91A1-27A2395E964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51" name="">
            <a:extLst xmlns:a="http://schemas.openxmlformats.org/drawingml/2006/main">
              <a:ext uri="{FF2B5EF4-FFF2-40B4-BE49-F238E27FC236}">
                <a16:creationId xmlns:a16="http://schemas.microsoft.com/office/drawing/2014/main" id="{1BBF9223-3CBF-47D6-B3A7-6B9B5D45C940}"/>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68C82"/>
                </a:solidFill>
                <a:latin typeface="Aptos"/>
                <a:ea typeface="Aptos"/>
                <a:cs typeface="Aptos"/>
              </a:defRPr>
            </a:pPr>
            <a:r>
              <a:rPr sz="1275" b="1">
                <a:solidFill>
                  <a:srgbClr val="168C82"/>
                </a:solidFill>
                <a:latin typeface="Aptos"/>
                <a:ea typeface="Aptos"/>
                <a:cs typeface="Aptos"/>
              </a:rPr>
              <a:t>Act</a:t>
            </a:r>
          </a:p>
        </p:txBody>
      </p:sp>
      <p:sp>
        <p:nvSpPr>
          <p:cNvPr id="52" name="">
            <a:extLst xmlns:a="http://schemas.openxmlformats.org/drawingml/2006/main">
              <a:ext uri="{FF2B5EF4-FFF2-40B4-BE49-F238E27FC236}">
                <a16:creationId xmlns:a16="http://schemas.microsoft.com/office/drawing/2014/main" id="{7D5E8883-F65A-4C61-8FDB-048C4FB3BA91}"/>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Tree>
    <p:extLst>
      <p:ext uri="{BB962C8B-B14F-4D97-AF65-F5344CB8AC3E}">
        <p14:creationId xmlns:p14="http://schemas.microsoft.com/office/powerpoint/2010/main" val="2688710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3a485b12eba346a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
        <p:nvSpPr>
          <p:cNvPr id="23" name="">
            <a:extLst xmlns:a="http://schemas.openxmlformats.org/drawingml/2006/main">
              <a:ext uri="{FF2B5EF4-FFF2-40B4-BE49-F238E27FC236}">
                <a16:creationId xmlns:a16="http://schemas.microsoft.com/office/drawing/2014/main" id="{9C3770E1-59B2-43C9-A409-840261E10394}"/>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TERM</a:t>
            </a:r>
          </a:p>
        </p:txBody>
      </p:sp>
      <p:sp>
        <p:nvSpPr>
          <p:cNvPr id="24" name="">
            <a:extLst xmlns:a="http://schemas.openxmlformats.org/drawingml/2006/main">
              <a:ext uri="{FF2B5EF4-FFF2-40B4-BE49-F238E27FC236}">
                <a16:creationId xmlns:a16="http://schemas.microsoft.com/office/drawing/2014/main" id="{E2668A67-9B1B-468F-A55A-0AD97D04E226}"/>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WHAT IT LITERALLY MEANS</a:t>
            </a:r>
          </a:p>
        </p:txBody>
      </p:sp>
      <p:sp>
        <p:nvSpPr>
          <p:cNvPr id="25" name="">
            <a:extLst xmlns:a="http://schemas.openxmlformats.org/drawingml/2006/main">
              <a:ext uri="{FF2B5EF4-FFF2-40B4-BE49-F238E27FC236}">
                <a16:creationId xmlns:a16="http://schemas.microsoft.com/office/drawing/2014/main" id="{55C7EFF6-997F-4DAF-A4A2-306F821806B9}"/>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IN A CONVERSATION</a:t>
            </a:r>
          </a:p>
        </p:txBody>
      </p:sp>
      <p:sp>
        <p:nvSpPr>
          <p:cNvPr id="26" name="">
            <a:extLst xmlns:a="http://schemas.openxmlformats.org/drawingml/2006/main">
              <a:ext uri="{FF2B5EF4-FFF2-40B4-BE49-F238E27FC236}">
                <a16:creationId xmlns:a16="http://schemas.microsoft.com/office/drawing/2014/main" id="{D73BFE94-D4F2-4EA0-9028-6F6FDE4835A9}"/>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27" name="">
            <a:extLst xmlns:a="http://schemas.openxmlformats.org/drawingml/2006/main">
              <a:ext uri="{FF2B5EF4-FFF2-40B4-BE49-F238E27FC236}">
                <a16:creationId xmlns:a16="http://schemas.microsoft.com/office/drawing/2014/main" id="{42DF2930-F38A-4057-8F74-D73CB5E45FBF}"/>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Voice Activity Detection</a:t>
            </a:r>
          </a:p>
        </p:txBody>
      </p:sp>
      <p:sp>
        <p:nvSpPr>
          <p:cNvPr id="28" name="">
            <a:extLst xmlns:a="http://schemas.openxmlformats.org/drawingml/2006/main">
              <a:ext uri="{FF2B5EF4-FFF2-40B4-BE49-F238E27FC236}">
                <a16:creationId xmlns:a16="http://schemas.microsoft.com/office/drawing/2014/main" id="{3A3235C8-655F-4C9D-BB42-5DC40848E32A}"/>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Is someone speaking?</a:t>
            </a:r>
          </a:p>
        </p:txBody>
      </p:sp>
      <p:sp>
        <p:nvSpPr>
          <p:cNvPr id="29" name="">
            <a:extLst xmlns:a="http://schemas.openxmlformats.org/drawingml/2006/main">
              <a:ext uri="{FF2B5EF4-FFF2-40B4-BE49-F238E27FC236}">
                <a16:creationId xmlns:a16="http://schemas.microsoft.com/office/drawing/2014/main" id="{7F3E8822-2330-40AD-8B37-879DCD603B0B}"/>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30" name="">
            <a:extLst xmlns:a="http://schemas.openxmlformats.org/drawingml/2006/main">
              <a:ext uri="{FF2B5EF4-FFF2-40B4-BE49-F238E27FC236}">
                <a16:creationId xmlns:a16="http://schemas.microsoft.com/office/drawing/2014/main" id="{BF2A400D-26F0-439A-B163-5D5B759D1FDE}"/>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Automatic Speech Recognition / Speech-to-Text</a:t>
            </a:r>
          </a:p>
        </p:txBody>
      </p:sp>
      <p:sp>
        <p:nvSpPr>
          <p:cNvPr id="31" name="">
            <a:extLst xmlns:a="http://schemas.openxmlformats.org/drawingml/2006/main">
              <a:ext uri="{FF2B5EF4-FFF2-40B4-BE49-F238E27FC236}">
                <a16:creationId xmlns:a16="http://schemas.microsoft.com/office/drawing/2014/main" id="{7A77A942-ADB6-42FC-9BB6-3F94101520D7}"/>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What did they say?</a:t>
            </a:r>
          </a:p>
        </p:txBody>
      </p:sp>
      <p:sp>
        <p:nvSpPr>
          <p:cNvPr id="32" name="">
            <a:extLst xmlns:a="http://schemas.openxmlformats.org/drawingml/2006/main">
              <a:ext uri="{FF2B5EF4-FFF2-40B4-BE49-F238E27FC236}">
                <a16:creationId xmlns:a16="http://schemas.microsoft.com/office/drawing/2014/main" id="{200063E5-62B2-499F-B5F1-7C39F9B9BBA4}"/>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33" name="">
            <a:extLst xmlns:a="http://schemas.openxmlformats.org/drawingml/2006/main">
              <a:ext uri="{FF2B5EF4-FFF2-40B4-BE49-F238E27FC236}">
                <a16:creationId xmlns:a16="http://schemas.microsoft.com/office/drawing/2014/main" id="{64510988-3990-4CEA-ADA6-5D69B57D9675}"/>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End of Utterance / endpointing</a:t>
            </a:r>
          </a:p>
        </p:txBody>
      </p:sp>
      <p:sp>
        <p:nvSpPr>
          <p:cNvPr id="34" name="">
            <a:extLst xmlns:a="http://schemas.openxmlformats.org/drawingml/2006/main">
              <a:ext uri="{FF2B5EF4-FFF2-40B4-BE49-F238E27FC236}">
                <a16:creationId xmlns:a16="http://schemas.microsoft.com/office/drawing/2014/main" id="{5D842F5C-FC1F-4BF9-AA82-1598320CF810}"/>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Are they finished?</a:t>
            </a:r>
          </a:p>
        </p:txBody>
      </p:sp>
      <p:sp>
        <p:nvSpPr>
          <p:cNvPr id="35" name="">
            <a:extLst xmlns:a="http://schemas.openxmlformats.org/drawingml/2006/main">
              <a:ext uri="{FF2B5EF4-FFF2-40B4-BE49-F238E27FC236}">
                <a16:creationId xmlns:a16="http://schemas.microsoft.com/office/drawing/2014/main" id="{F7C4425E-8782-40D7-8034-AD17AD3E84CF}"/>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36" name="">
            <a:extLst xmlns:a="http://schemas.openxmlformats.org/drawingml/2006/main">
              <a:ext uri="{FF2B5EF4-FFF2-40B4-BE49-F238E27FC236}">
                <a16:creationId xmlns:a16="http://schemas.microsoft.com/office/drawing/2014/main" id="{7B72120A-3F47-42CD-849B-0113A4A50978}"/>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Large-language-model time to first token</a:t>
            </a:r>
          </a:p>
        </p:txBody>
      </p:sp>
      <p:sp>
        <p:nvSpPr>
          <p:cNvPr id="37" name="">
            <a:extLst xmlns:a="http://schemas.openxmlformats.org/drawingml/2006/main">
              <a:ext uri="{FF2B5EF4-FFF2-40B4-BE49-F238E27FC236}">
                <a16:creationId xmlns:a16="http://schemas.microsoft.com/office/drawing/2014/main" id="{4E6CB5BF-9813-4DC2-A473-5A74DE8C49F7}"/>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When does thinking begin?</a:t>
            </a:r>
          </a:p>
        </p:txBody>
      </p:sp>
      <p:sp>
        <p:nvSpPr>
          <p:cNvPr id="38" name="">
            <a:extLst xmlns:a="http://schemas.openxmlformats.org/drawingml/2006/main">
              <a:ext uri="{FF2B5EF4-FFF2-40B4-BE49-F238E27FC236}">
                <a16:creationId xmlns:a16="http://schemas.microsoft.com/office/drawing/2014/main" id="{78D446D7-7546-4C59-9112-C127B40ADB89}"/>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39" name="">
            <a:extLst xmlns:a="http://schemas.openxmlformats.org/drawingml/2006/main">
              <a:ext uri="{FF2B5EF4-FFF2-40B4-BE49-F238E27FC236}">
                <a16:creationId xmlns:a16="http://schemas.microsoft.com/office/drawing/2014/main" id="{2239DDAD-AF50-489E-A57F-ED14D4D1584D}"/>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Text-to-speech time to first byte</a:t>
            </a:r>
          </a:p>
        </p:txBody>
      </p:sp>
      <p:sp>
        <p:nvSpPr>
          <p:cNvPr id="40" name="">
            <a:extLst xmlns:a="http://schemas.openxmlformats.org/drawingml/2006/main">
              <a:ext uri="{FF2B5EF4-FFF2-40B4-BE49-F238E27FC236}">
                <a16:creationId xmlns:a16="http://schemas.microsoft.com/office/drawing/2014/main" id="{C71DC8B6-D264-42E8-A68E-C3BE039D46B8}"/>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When can speech begin?</a:t>
            </a:r>
          </a:p>
        </p:txBody>
      </p:sp>
      <p:sp>
        <p:nvSpPr>
          <p:cNvPr id="41" name="">
            <a:extLst xmlns:a="http://schemas.openxmlformats.org/drawingml/2006/main">
              <a:ext uri="{FF2B5EF4-FFF2-40B4-BE49-F238E27FC236}">
                <a16:creationId xmlns:a16="http://schemas.microsoft.com/office/drawing/2014/main" id="{602BBF9C-F826-4AC7-9A8C-F557E45FC3AA}"/>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42" name="">
            <a:extLst xmlns:a="http://schemas.openxmlformats.org/drawingml/2006/main">
              <a:ext uri="{FF2B5EF4-FFF2-40B4-BE49-F238E27FC236}">
                <a16:creationId xmlns:a16="http://schemas.microsoft.com/office/drawing/2014/main" id="{3B801200-28B1-436C-9347-6EA7B848D3C0}"/>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Interruption detection and recovery</a:t>
            </a:r>
          </a:p>
        </p:txBody>
      </p:sp>
      <p:sp>
        <p:nvSpPr>
          <p:cNvPr id="43" name="">
            <a:extLst xmlns:a="http://schemas.openxmlformats.org/drawingml/2006/main">
              <a:ext uri="{FF2B5EF4-FFF2-40B4-BE49-F238E27FC236}">
                <a16:creationId xmlns:a16="http://schemas.microsoft.com/office/drawing/2014/main" id="{26D6DDCB-0793-4382-ABF4-4D1DEF5068AA}"/>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Can the caller take the floor?</a:t>
            </a:r>
          </a:p>
        </p:txBody>
      </p:sp>
      <p:sp>
        <p:nvSpPr>
          <p:cNvPr id="44" name="">
            <a:extLst xmlns:a="http://schemas.openxmlformats.org/drawingml/2006/main">
              <a:ext uri="{FF2B5EF4-FFF2-40B4-BE49-F238E27FC236}">
                <a16:creationId xmlns:a16="http://schemas.microsoft.com/office/drawing/2014/main" id="{99A56D86-DF1A-4FE2-ADA9-51F925CBE515}"/>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45" name="">
            <a:extLst xmlns:a="http://schemas.openxmlformats.org/drawingml/2006/main">
              <a:ext uri="{FF2B5EF4-FFF2-40B4-BE49-F238E27FC236}">
                <a16:creationId xmlns:a16="http://schemas.microsoft.com/office/drawing/2014/main" id="{C0004AD5-5001-4C18-9811-CE14128C4AE5}"/>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Real-time factor</a:t>
            </a:r>
          </a:p>
        </p:txBody>
      </p:sp>
      <p:sp>
        <p:nvSpPr>
          <p:cNvPr id="46" name="">
            <a:extLst xmlns:a="http://schemas.openxmlformats.org/drawingml/2006/main">
              <a:ext uri="{FF2B5EF4-FFF2-40B4-BE49-F238E27FC236}">
                <a16:creationId xmlns:a16="http://schemas.microsoft.com/office/drawing/2014/main" id="{E67775E4-15F0-4CDB-B6D2-35A4FA13105C}"/>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Can inference keep up with speech?</a:t>
            </a:r>
          </a:p>
        </p:txBody>
      </p:sp>
    </p:spTree>
    <p:extLst>
      <p:ext uri="{BB962C8B-B14F-4D97-AF65-F5344CB8AC3E}">
        <p14:creationId xmlns:p14="http://schemas.microsoft.com/office/powerpoint/2010/main" val="21285400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24e21a6b78b424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20b348fb01f2424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
        <p:nvSpPr>
          <p:cNvPr id="26" name="">
            <a:extLst xmlns:a="http://schemas.openxmlformats.org/drawingml/2006/main">
              <a:ext uri="{FF2B5EF4-FFF2-40B4-BE49-F238E27FC236}">
                <a16:creationId xmlns:a16="http://schemas.microsoft.com/office/drawing/2014/main" id="{AA57C885-14BE-4271-AE49-1AD536719313}"/>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7" name="">
            <a:extLst xmlns:a="http://schemas.openxmlformats.org/drawingml/2006/main">
              <a:ext uri="{FF2B5EF4-FFF2-40B4-BE49-F238E27FC236}">
                <a16:creationId xmlns:a16="http://schemas.microsoft.com/office/drawing/2014/main" id="{9C7988A1-43C2-4575-8A6F-EC92CCBC8D45}"/>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8" name="">
            <a:extLst xmlns:a="http://schemas.openxmlformats.org/drawingml/2006/main">
              <a:ext uri="{FF2B5EF4-FFF2-40B4-BE49-F238E27FC236}">
                <a16:creationId xmlns:a16="http://schemas.microsoft.com/office/drawing/2014/main" id="{3381ADE6-E264-4FE8-A35D-D16ED96C22DB}"/>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9" name="">
            <a:extLst xmlns:a="http://schemas.openxmlformats.org/drawingml/2006/main">
              <a:ext uri="{FF2B5EF4-FFF2-40B4-BE49-F238E27FC236}">
                <a16:creationId xmlns:a16="http://schemas.microsoft.com/office/drawing/2014/main" id="{B9BB6D8C-22DA-4349-A9F3-99A21573CC6E}"/>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30" name="">
            <a:extLst xmlns:a="http://schemas.openxmlformats.org/drawingml/2006/main">
              <a:ext uri="{FF2B5EF4-FFF2-40B4-BE49-F238E27FC236}">
                <a16:creationId xmlns:a16="http://schemas.microsoft.com/office/drawing/2014/main" id="{6862E554-F97F-40F5-96B0-6B422F0CC7BA}"/>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1">
                <a:solidFill>
                  <a:srgbClr val="D96B5F"/>
                </a:solidFill>
                <a:latin typeface="Aptos"/>
                <a:ea typeface="Aptos"/>
                <a:cs typeface="Aptos"/>
              </a:defRPr>
            </a:pPr>
            <a:r>
              <a:rPr sz="825" b="1">
                <a:solidFill>
                  <a:srgbClr val="D96B5F"/>
                </a:solidFill>
                <a:latin typeface="Aptos"/>
                <a:ea typeface="Aptos"/>
                <a:cs typeface="Aptos"/>
              </a:rPr>
              <a:t>FAST MODELS LOSE AT THE HANDOFF</a:t>
            </a:r>
          </a:p>
        </p:txBody>
      </p:sp>
      <p:sp>
        <p:nvSpPr>
          <p:cNvPr id="31" name="">
            <a:extLst xmlns:a="http://schemas.openxmlformats.org/drawingml/2006/main">
              <a:ext uri="{FF2B5EF4-FFF2-40B4-BE49-F238E27FC236}">
                <a16:creationId xmlns:a16="http://schemas.microsoft.com/office/drawing/2014/main" id="{15AC2DB6-BF18-46F8-95D9-5D4638875345}"/>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buNone/>
              <a:defRPr sz="1500" b="1">
                <a:solidFill>
                  <a:srgbClr val="102E4D"/>
                </a:solidFill>
                <a:latin typeface="Aptos"/>
                <a:ea typeface="Aptos"/>
                <a:cs typeface="Aptos"/>
              </a:defRPr>
            </a:pPr>
            <a:r>
              <a:rPr sz="1500" b="1">
                <a:solidFill>
                  <a:srgbClr val="102E4D"/>
                </a:solidFill>
                <a:latin typeface="Aptos"/>
                <a:ea typeface="Aptos"/>
                <a:cs typeface="Aptos"/>
              </a:rPr>
              <a:t>Each component can be fast in isolation. The conversation waits until the next decision is safe to commit.</a:t>
            </a:r>
          </a:p>
        </p:txBody>
      </p:sp>
      <p:sp>
        <p:nvSpPr>
          <p:cNvPr id="32" name="">
            <a:extLst xmlns:a="http://schemas.openxmlformats.org/drawingml/2006/main">
              <a:ext uri="{FF2B5EF4-FFF2-40B4-BE49-F238E27FC236}">
                <a16:creationId xmlns:a16="http://schemas.microsoft.com/office/drawing/2014/main" id="{F3FF4545-249D-4B11-828A-C239B8A3FF2D}"/>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caller finished</a:t>
            </a:r>
          </a:p>
        </p:txBody>
      </p:sp>
      <p:sp>
        <p:nvSpPr>
          <p:cNvPr id="33" name="">
            <a:extLst xmlns:a="http://schemas.openxmlformats.org/drawingml/2006/main">
              <a:ext uri="{FF2B5EF4-FFF2-40B4-BE49-F238E27FC236}">
                <a16:creationId xmlns:a16="http://schemas.microsoft.com/office/drawing/2014/main" id="{7B8B875A-E152-4A11-9494-461BB87D1A0F}"/>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4" name="">
            <a:extLst xmlns:a="http://schemas.openxmlformats.org/drawingml/2006/main">
              <a:ext uri="{FF2B5EF4-FFF2-40B4-BE49-F238E27FC236}">
                <a16:creationId xmlns:a16="http://schemas.microsoft.com/office/drawing/2014/main" id="{23A15BF1-98DD-4307-A359-4E44BF1EA2D6}"/>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meaning stable</a:t>
            </a:r>
          </a:p>
        </p:txBody>
      </p:sp>
      <p:sp>
        <p:nvSpPr>
          <p:cNvPr id="35" name="">
            <a:extLst xmlns:a="http://schemas.openxmlformats.org/drawingml/2006/main">
              <a:ext uri="{FF2B5EF4-FFF2-40B4-BE49-F238E27FC236}">
                <a16:creationId xmlns:a16="http://schemas.microsoft.com/office/drawing/2014/main" id="{2C6089EE-2AAD-4C94-93E0-D7C5A9186F42}"/>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6" name="">
            <a:extLst xmlns:a="http://schemas.openxmlformats.org/drawingml/2006/main">
              <a:ext uri="{FF2B5EF4-FFF2-40B4-BE49-F238E27FC236}">
                <a16:creationId xmlns:a16="http://schemas.microsoft.com/office/drawing/2014/main" id="{F1D59E72-75C6-4528-B1DA-19EF62896764}"/>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safe first clause</a:t>
            </a:r>
          </a:p>
        </p:txBody>
      </p:sp>
      <p:sp>
        <p:nvSpPr>
          <p:cNvPr id="37" name="">
            <a:extLst xmlns:a="http://schemas.openxmlformats.org/drawingml/2006/main">
              <a:ext uri="{FF2B5EF4-FFF2-40B4-BE49-F238E27FC236}">
                <a16:creationId xmlns:a16="http://schemas.microsoft.com/office/drawing/2014/main" id="{31FF8661-CD61-4672-B42E-286906ED00AE}"/>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8" name="">
            <a:extLst xmlns:a="http://schemas.openxmlformats.org/drawingml/2006/main">
              <a:ext uri="{FF2B5EF4-FFF2-40B4-BE49-F238E27FC236}">
                <a16:creationId xmlns:a16="http://schemas.microsoft.com/office/drawing/2014/main" id="{F97B8BC0-13A9-4B81-B996-D93052D96BF8}"/>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playable audio</a:t>
            </a:r>
          </a:p>
        </p:txBody>
      </p:sp>
      <p:sp>
        <p:nvSpPr>
          <p:cNvPr id="39" name="">
            <a:extLst xmlns:a="http://schemas.openxmlformats.org/drawingml/2006/main">
              <a:ext uri="{FF2B5EF4-FFF2-40B4-BE49-F238E27FC236}">
                <a16:creationId xmlns:a16="http://schemas.microsoft.com/office/drawing/2014/main" id="{32DE3D17-9B07-4A26-86AD-607DFE5D7D9C}"/>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Tree>
    <p:extLst>
      <p:ext uri="{BB962C8B-B14F-4D97-AF65-F5344CB8AC3E}">
        <p14:creationId xmlns:p14="http://schemas.microsoft.com/office/powerpoint/2010/main" val="6895544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90ac757858a94f7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833ffed1de82441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0c4915a5a7c49e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8473141d9d445a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d97b17f38e02441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87b3db703f545f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
        <p:nvSpPr>
          <p:cNvPr id="22" name="">
            <a:extLst xmlns:a="http://schemas.openxmlformats.org/drawingml/2006/main">
              <a:ext uri="{FF2B5EF4-FFF2-40B4-BE49-F238E27FC236}">
                <a16:creationId xmlns:a16="http://schemas.microsoft.com/office/drawing/2014/main" id="{FAA59C03-0C1E-4772-AC24-FD93BFBFC0C1}"/>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E4D"/>
                </a:solidFill>
                <a:latin typeface="Aptos"/>
                <a:ea typeface="Aptos"/>
                <a:cs typeface="Aptos"/>
              </a:defRPr>
            </a:pPr>
            <a:r>
              <a:rPr sz="1575" b="1">
                <a:solidFill>
                  <a:srgbClr val="102E4D"/>
                </a:solidFill>
                <a:latin typeface="Aptos"/>
                <a:ea typeface="Aptos"/>
                <a:cs typeface="Aptos"/>
              </a:rPr>
              <a:t>In a noisy call, ASR choice determines what the agent believes before reasoning begins.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902923d597be4df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346e8744953418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8a476ece4bd4f5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0e74adc2e9e4fb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b112ee3611a411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45d0a8a37e046c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8e68a06c8524f2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6d6d09db633445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a48c5313132a47d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9b67441fb2b2488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ca2ac1e08e4412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08e6bd0cc8f4c6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47cd3e039f5454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1f22a2cdc7654b0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deb52d9b2454b0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682eba711487419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7c5030a33d4f487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1453c55015e341f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4066c415ab44e9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2026-08-25T03:02:15.4070000Z</dcterms:created>
  <dcterms:modified xsi:type="dcterms:W3CDTF">2026-08-25T03:02:15.4070000Z</dcterms:modified>
</coreProperties>
</file>