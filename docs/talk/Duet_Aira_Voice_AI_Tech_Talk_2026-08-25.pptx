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81c75dfc104c91" /><Relationship Type="http://schemas.openxmlformats.org/officeDocument/2006/relationships/extended-properties" Target="/docProps/app.xml" Id="Rbb611cc0dcc14fae" /><Relationship Type="http://schemas.openxmlformats.org/officeDocument/2006/relationships/officeDocument" Target="/ppt/presentation.xml" Id="Rb0b64bd9e4934604" /></Relationships>
</file>

<file path=ppt/presentation.xml><?xml version="1.0" encoding="utf-8"?>
<p:presentation xmlns:p="http://schemas.openxmlformats.org/presentationml/2006/main">
  <p:sldMasterIdLst>
    <p:sldMasterId xmlns:r="http://schemas.openxmlformats.org/officeDocument/2006/relationships" id="2147483648" r:id="Rf1c9698e18f34d32"/>
  </p:sldMasterIdLst>
  <p:notesMasterIdLst>
    <p:notesMasterId xmlns:r="http://schemas.openxmlformats.org/officeDocument/2006/relationships" r:id="Ra0ef58f3a2bf4a39"/>
  </p:notesMasterIdLst>
  <p:sldIdLst>
    <p:sldId xmlns:r="http://schemas.openxmlformats.org/officeDocument/2006/relationships" id="256" r:id="Raf957140e8424b8e"/>
    <p:sldId xmlns:r="http://schemas.openxmlformats.org/officeDocument/2006/relationships" id="257" r:id="Rd22c768a0db445b3"/>
    <p:sldId xmlns:r="http://schemas.openxmlformats.org/officeDocument/2006/relationships" id="258" r:id="R811127a5f26e4809"/>
    <p:sldId xmlns:r="http://schemas.openxmlformats.org/officeDocument/2006/relationships" id="259" r:id="Rc7017ed20ff24516"/>
    <p:sldId xmlns:r="http://schemas.openxmlformats.org/officeDocument/2006/relationships" id="260" r:id="Rf85bbdf627f44f0d"/>
    <p:sldId xmlns:r="http://schemas.openxmlformats.org/officeDocument/2006/relationships" id="261" r:id="Ra070cd5bb9e64d2b"/>
    <p:sldId xmlns:r="http://schemas.openxmlformats.org/officeDocument/2006/relationships" id="262" r:id="R598fa37ff80b4a74"/>
    <p:sldId xmlns:r="http://schemas.openxmlformats.org/officeDocument/2006/relationships" id="263" r:id="Ref368da681fc498b"/>
    <p:sldId xmlns:r="http://schemas.openxmlformats.org/officeDocument/2006/relationships" id="264" r:id="R897213d06ff24693"/>
    <p:sldId xmlns:r="http://schemas.openxmlformats.org/officeDocument/2006/relationships" id="265" r:id="R538d679c696a4e02"/>
    <p:sldId xmlns:r="http://schemas.openxmlformats.org/officeDocument/2006/relationships" id="266" r:id="R8bd86bb2a2364c0f"/>
    <p:sldId xmlns:r="http://schemas.openxmlformats.org/officeDocument/2006/relationships" id="267" r:id="Rfc228b5016c14d4e"/>
    <p:sldId xmlns:r="http://schemas.openxmlformats.org/officeDocument/2006/relationships" id="268" r:id="Rfa6280b9b9c541f4"/>
    <p:sldId xmlns:r="http://schemas.openxmlformats.org/officeDocument/2006/relationships" id="269" r:id="Rb113560650bd4806"/>
    <p:sldId xmlns:r="http://schemas.openxmlformats.org/officeDocument/2006/relationships" id="270" r:id="R726433cf8eb742fd"/>
    <p:sldId xmlns:r="http://schemas.openxmlformats.org/officeDocument/2006/relationships" id="271" r:id="R7a147499ed3647bc"/>
    <p:sldId xmlns:r="http://schemas.openxmlformats.org/officeDocument/2006/relationships" id="272" r:id="R959c5d98fde34a02"/>
    <p:sldId xmlns:r="http://schemas.openxmlformats.org/officeDocument/2006/relationships" id="273" r:id="R912a1fc7138a47b4"/>
    <p:sldId xmlns:r="http://schemas.openxmlformats.org/officeDocument/2006/relationships" id="274" r:id="R1b2b66b3aefc421a"/>
    <p:sldId xmlns:r="http://schemas.openxmlformats.org/officeDocument/2006/relationships" id="275" r:id="R8b1e0c2951f94a5b"/>
    <p:sldId xmlns:r="http://schemas.openxmlformats.org/officeDocument/2006/relationships" id="276" r:id="R43531921cfcf46a7"/>
    <p:sldId xmlns:r="http://schemas.openxmlformats.org/officeDocument/2006/relationships" id="277" r:id="R214a7a98ed20469c"/>
    <p:sldId xmlns:r="http://schemas.openxmlformats.org/officeDocument/2006/relationships" id="278" r:id="R2bf2cacc77544479"/>
    <p:sldId xmlns:r="http://schemas.openxmlformats.org/officeDocument/2006/relationships" id="279" r:id="R1a7e455b28b14ba3"/>
    <p:sldId xmlns:r="http://schemas.openxmlformats.org/officeDocument/2006/relationships" id="280" r:id="R19a2fcdb4e34448d"/>
    <p:sldId xmlns:r="http://schemas.openxmlformats.org/officeDocument/2006/relationships" id="281" r:id="Rc4d4476580b445b5"/>
    <p:sldId xmlns:r="http://schemas.openxmlformats.org/officeDocument/2006/relationships" id="282" r:id="R303e1b31b6b04cbe"/>
    <p:sldId xmlns:r="http://schemas.openxmlformats.org/officeDocument/2006/relationships" id="283" r:id="Rce8ae609ca034210"/>
    <p:sldId xmlns:r="http://schemas.openxmlformats.org/officeDocument/2006/relationships" id="284" r:id="R1aa05b998ad74567"/>
    <p:sldId xmlns:r="http://schemas.openxmlformats.org/officeDocument/2006/relationships" id="285" r:id="Re03fbe6907734c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784e006bfb436a" /><Relationship Type="http://schemas.openxmlformats.org/officeDocument/2006/relationships/slideMaster" Target="/ppt/slideMasters/slideMaster1.xml" Id="Rf1c9698e18f34d32" /><Relationship Type="http://schemas.openxmlformats.org/officeDocument/2006/relationships/notesMaster" Target="/ppt/notesMasters/notesMaster1.xml" Id="Ra0ef58f3a2bf4a39" /><Relationship Type="http://schemas.openxmlformats.org/officeDocument/2006/relationships/presProps" Target="/ppt/presProps.xml" Id="R0985be7f73a94437" /><Relationship Type="http://schemas.openxmlformats.org/officeDocument/2006/relationships/tableStyles" Target="/ppt/tableStyles.xml" Id="R47b0179585b8461c" /><Relationship Type="http://schemas.openxmlformats.org/officeDocument/2006/relationships/slide" Target="/ppt/slides/slide1.xml" Id="Raf957140e8424b8e" /><Relationship Type="http://schemas.openxmlformats.org/officeDocument/2006/relationships/slide" Target="/ppt/slides/slide2.xml" Id="Rd22c768a0db445b3" /><Relationship Type="http://schemas.openxmlformats.org/officeDocument/2006/relationships/slide" Target="/ppt/slides/slide3.xml" Id="R811127a5f26e4809" /><Relationship Type="http://schemas.openxmlformats.org/officeDocument/2006/relationships/slide" Target="/ppt/slides/slide4.xml" Id="Rc7017ed20ff24516" /><Relationship Type="http://schemas.openxmlformats.org/officeDocument/2006/relationships/slide" Target="/ppt/slides/slide5.xml" Id="Rf85bbdf627f44f0d" /><Relationship Type="http://schemas.openxmlformats.org/officeDocument/2006/relationships/slide" Target="/ppt/slides/slide6.xml" Id="Ra070cd5bb9e64d2b" /><Relationship Type="http://schemas.openxmlformats.org/officeDocument/2006/relationships/slide" Target="/ppt/slides/slide7.xml" Id="R598fa37ff80b4a74" /><Relationship Type="http://schemas.openxmlformats.org/officeDocument/2006/relationships/slide" Target="/ppt/slides/slide8.xml" Id="Ref368da681fc498b" /><Relationship Type="http://schemas.openxmlformats.org/officeDocument/2006/relationships/slide" Target="/ppt/slides/slide9.xml" Id="R897213d06ff24693" /><Relationship Type="http://schemas.openxmlformats.org/officeDocument/2006/relationships/slide" Target="/ppt/slides/slide10.xml" Id="R538d679c696a4e02" /><Relationship Type="http://schemas.openxmlformats.org/officeDocument/2006/relationships/slide" Target="/ppt/slides/slide11.xml" Id="R8bd86bb2a2364c0f" /><Relationship Type="http://schemas.openxmlformats.org/officeDocument/2006/relationships/slide" Target="/ppt/slides/slide12.xml" Id="Rfc228b5016c14d4e" /><Relationship Type="http://schemas.openxmlformats.org/officeDocument/2006/relationships/slide" Target="/ppt/slides/slide13.xml" Id="Rfa6280b9b9c541f4" /><Relationship Type="http://schemas.openxmlformats.org/officeDocument/2006/relationships/slide" Target="/ppt/slides/slide14.xml" Id="Rb113560650bd4806" /><Relationship Type="http://schemas.openxmlformats.org/officeDocument/2006/relationships/slide" Target="/ppt/slides/slide15.xml" Id="R726433cf8eb742fd" /><Relationship Type="http://schemas.openxmlformats.org/officeDocument/2006/relationships/slide" Target="/ppt/slides/slide16.xml" Id="R7a147499ed3647bc" /><Relationship Type="http://schemas.openxmlformats.org/officeDocument/2006/relationships/slide" Target="/ppt/slides/slide17.xml" Id="R959c5d98fde34a02" /><Relationship Type="http://schemas.openxmlformats.org/officeDocument/2006/relationships/slide" Target="/ppt/slides/slide18.xml" Id="R912a1fc7138a47b4" /><Relationship Type="http://schemas.openxmlformats.org/officeDocument/2006/relationships/slide" Target="/ppt/slides/slide19.xml" Id="R1b2b66b3aefc421a" /><Relationship Type="http://schemas.openxmlformats.org/officeDocument/2006/relationships/slide" Target="/ppt/slides/slide20.xml" Id="R8b1e0c2951f94a5b" /><Relationship Type="http://schemas.openxmlformats.org/officeDocument/2006/relationships/slide" Target="/ppt/slides/slide21.xml" Id="R43531921cfcf46a7" /><Relationship Type="http://schemas.openxmlformats.org/officeDocument/2006/relationships/slide" Target="/ppt/slides/slide22.xml" Id="R214a7a98ed20469c" /><Relationship Type="http://schemas.openxmlformats.org/officeDocument/2006/relationships/slide" Target="/ppt/slides/slide23.xml" Id="R2bf2cacc77544479" /><Relationship Type="http://schemas.openxmlformats.org/officeDocument/2006/relationships/slide" Target="/ppt/slides/slide24.xml" Id="R1a7e455b28b14ba3" /><Relationship Type="http://schemas.openxmlformats.org/officeDocument/2006/relationships/slide" Target="/ppt/slides/slide25.xml" Id="R19a2fcdb4e34448d" /><Relationship Type="http://schemas.openxmlformats.org/officeDocument/2006/relationships/slide" Target="/ppt/slides/slide26.xml" Id="Rc4d4476580b445b5" /><Relationship Type="http://schemas.openxmlformats.org/officeDocument/2006/relationships/slide" Target="/ppt/slides/slide27.xml" Id="R303e1b31b6b04cbe" /><Relationship Type="http://schemas.openxmlformats.org/officeDocument/2006/relationships/slide" Target="/ppt/slides/slide28.xml" Id="Rce8ae609ca034210" /><Relationship Type="http://schemas.openxmlformats.org/officeDocument/2006/relationships/slide" Target="/ppt/slides/slide29.xml" Id="R1aa05b998ad74567" /><Relationship Type="http://schemas.openxmlformats.org/officeDocument/2006/relationships/slide" Target="/ppt/slides/slide30.xml" Id="Re03fbe6907734c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cb248ca72f49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85c64dda884d1d" /><Relationship Type="http://schemas.openxmlformats.org/officeDocument/2006/relationships/notesMaster" Target="/ppt/notesMasters/notesMaster1.xml" Id="R3bec17e8f1c94c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4e7765a7ed4be2" /><Relationship Type="http://schemas.openxmlformats.org/officeDocument/2006/relationships/notesMaster" Target="/ppt/notesMasters/notesMaster1.xml" Id="Rd7f9e19f1a994d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266618d4804ee6" /><Relationship Type="http://schemas.openxmlformats.org/officeDocument/2006/relationships/notesMaster" Target="/ppt/notesMasters/notesMaster1.xml" Id="Ra5dbecce66f04f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0fe675b1604bbd" /><Relationship Type="http://schemas.openxmlformats.org/officeDocument/2006/relationships/notesMaster" Target="/ppt/notesMasters/notesMaster1.xml" Id="Rcf36b801065247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31f0bf39caa4c82" /><Relationship Type="http://schemas.openxmlformats.org/officeDocument/2006/relationships/notesMaster" Target="/ppt/notesMasters/notesMaster1.xml" Id="R2b0a23abe1de4a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a9417f7fd34cb8" /><Relationship Type="http://schemas.openxmlformats.org/officeDocument/2006/relationships/notesMaster" Target="/ppt/notesMasters/notesMaster1.xml" Id="Rfaedb5ba4d4b4d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d4e11842ec4f6a" /><Relationship Type="http://schemas.openxmlformats.org/officeDocument/2006/relationships/notesMaster" Target="/ppt/notesMasters/notesMaster1.xml" Id="R727333afde0d49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c07604b44b60445b" /><Relationship Type="http://schemas.openxmlformats.org/officeDocument/2006/relationships/notesMaster" Target="/ppt/notesMasters/notesMaster1.xml" Id="R6bbaf12bdf6d49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d82ab799ef47de" /><Relationship Type="http://schemas.openxmlformats.org/officeDocument/2006/relationships/notesMaster" Target="/ppt/notesMasters/notesMaster1.xml" Id="Ra07fd2189dec41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1367297b5e41ac" /><Relationship Type="http://schemas.openxmlformats.org/officeDocument/2006/relationships/notesMaster" Target="/ppt/notesMasters/notesMaster1.xml" Id="Rfbb73f1b8f364b9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df0a48208e949ec" /><Relationship Type="http://schemas.openxmlformats.org/officeDocument/2006/relationships/notesMaster" Target="/ppt/notesMasters/notesMaster1.xml" Id="Red4c6250d77346d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b64ed0d16c640a3" /><Relationship Type="http://schemas.openxmlformats.org/officeDocument/2006/relationships/notesMaster" Target="/ppt/notesMasters/notesMaster1.xml" Id="R6dc6a8ca04294c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eef1524f754bf6" /><Relationship Type="http://schemas.openxmlformats.org/officeDocument/2006/relationships/notesMaster" Target="/ppt/notesMasters/notesMaster1.xml" Id="Rb75d294c54044af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3516b24e284cb1" /><Relationship Type="http://schemas.openxmlformats.org/officeDocument/2006/relationships/notesMaster" Target="/ppt/notesMasters/notesMaster1.xml" Id="R213e3395a0614bb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3d4e86b183445fe" /><Relationship Type="http://schemas.openxmlformats.org/officeDocument/2006/relationships/notesMaster" Target="/ppt/notesMasters/notesMaster1.xml" Id="Rbcdf79e541214e2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644a25d50194d6e" /><Relationship Type="http://schemas.openxmlformats.org/officeDocument/2006/relationships/notesMaster" Target="/ppt/notesMasters/notesMaster1.xml" Id="R85ae64c316ad440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39af880140d47c5" /><Relationship Type="http://schemas.openxmlformats.org/officeDocument/2006/relationships/notesMaster" Target="/ppt/notesMasters/notesMaster1.xml" Id="R6ece39737aed4de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12859b976e54a9f" /><Relationship Type="http://schemas.openxmlformats.org/officeDocument/2006/relationships/notesMaster" Target="/ppt/notesMasters/notesMaster1.xml" Id="Re0d375f3d267440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7c05d4d7e984118" /><Relationship Type="http://schemas.openxmlformats.org/officeDocument/2006/relationships/notesMaster" Target="/ppt/notesMasters/notesMaster1.xml" Id="R888a4e1f3b6146d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c5279c10a674d73" /><Relationship Type="http://schemas.openxmlformats.org/officeDocument/2006/relationships/notesMaster" Target="/ppt/notesMasters/notesMaster1.xml" Id="R7120828fd8e5468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941d26490c74d8a" /><Relationship Type="http://schemas.openxmlformats.org/officeDocument/2006/relationships/notesMaster" Target="/ppt/notesMasters/notesMaster1.xml" Id="R57276a236184445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c6b1eafff11417b" /><Relationship Type="http://schemas.openxmlformats.org/officeDocument/2006/relationships/notesMaster" Target="/ppt/notesMasters/notesMaster1.xml" Id="R6b2545f0ec9948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6a4a628ea29494a" /><Relationship Type="http://schemas.openxmlformats.org/officeDocument/2006/relationships/notesMaster" Target="/ppt/notesMasters/notesMaster1.xml" Id="R062fd792a81a4cc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9d78b62ce1d4635" /><Relationship Type="http://schemas.openxmlformats.org/officeDocument/2006/relationships/notesMaster" Target="/ppt/notesMasters/notesMaster1.xml" Id="R2922dca1eb5a47f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2f0392debab444f" /><Relationship Type="http://schemas.openxmlformats.org/officeDocument/2006/relationships/notesMaster" Target="/ppt/notesMasters/notesMaster1.xml" Id="Ra520816ee7f345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bc4f05d43494b8a" /><Relationship Type="http://schemas.openxmlformats.org/officeDocument/2006/relationships/notesMaster" Target="/ppt/notesMasters/notesMaster1.xml" Id="Rd2a0dbe977e24a2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2a3c3477b5c47ef" /><Relationship Type="http://schemas.openxmlformats.org/officeDocument/2006/relationships/notesMaster" Target="/ppt/notesMasters/notesMaster1.xml" Id="R1e14c7451d194da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ee9b65c9f044197" /><Relationship Type="http://schemas.openxmlformats.org/officeDocument/2006/relationships/notesMaster" Target="/ppt/notesMasters/notesMaster1.xml" Id="R4379ba7c93ad4a7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501f4f154144324" /><Relationship Type="http://schemas.openxmlformats.org/officeDocument/2006/relationships/notesMaster" Target="/ppt/notesMasters/notesMaster1.xml" Id="R30d46c2aef9b4ba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1bd265a3b114283" /><Relationship Type="http://schemas.openxmlformats.org/officeDocument/2006/relationships/notesMaster" Target="/ppt/notesMasters/notesMaster1.xml" Id="R37abd8f87b8547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949ebd3b7d46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cae10ccfdf4fb4" /><Relationship Type="http://schemas.openxmlformats.org/officeDocument/2006/relationships/slideLayout" Target="/ppt/slideLayouts/slideLayout1.xml" Id="R87da49410d4041a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da49410d4041a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7dea1fd69e4f3e" /><Relationship Type="http://schemas.openxmlformats.org/officeDocument/2006/relationships/image" Target="/ppt/media/image.jpeg" Id="R320e7eb56b2f4126" /><Relationship Type="http://schemas.openxmlformats.org/officeDocument/2006/relationships/notesSlide" Target="/ppt/notesSlides/notesSlide1.xml" Id="Rb6f20bc3db2e47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5d22c00afd147b6" /><Relationship Type="http://schemas.openxmlformats.org/officeDocument/2006/relationships/image" Target="/ppt/media/image2.jpeg" Id="R1cfe118f4730477d" /><Relationship Type="http://schemas.openxmlformats.org/officeDocument/2006/relationships/notesSlide" Target="/ppt/notesSlides/notesSlide2.xml" Id="R6517cfa5439a4b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ff9ff5202e4295" /><Relationship Type="http://schemas.openxmlformats.org/officeDocument/2006/relationships/image" Target="/ppt/media/image3.jpeg" Id="Rdd5a3fa293a04972" /><Relationship Type="http://schemas.openxmlformats.org/officeDocument/2006/relationships/notesSlide" Target="/ppt/notesSlides/notesSlide3.xml" Id="R766ccaa4fe5b41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2041630e4ad4507" /><Relationship Type="http://schemas.openxmlformats.org/officeDocument/2006/relationships/image" Target="/ppt/media/image4.jpeg" Id="Rbdec41e8288b47d2" /><Relationship Type="http://schemas.openxmlformats.org/officeDocument/2006/relationships/notesSlide" Target="/ppt/notesSlides/notesSlide4.xml" Id="R986ce3dc0c3842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b6a1ec4740f4998" /><Relationship Type="http://schemas.openxmlformats.org/officeDocument/2006/relationships/image" Target="/ppt/media/image5.jpeg" Id="Rdd16d152d6b84d70" /><Relationship Type="http://schemas.openxmlformats.org/officeDocument/2006/relationships/notesSlide" Target="/ppt/notesSlides/notesSlide5.xml" Id="R676923c9f4e84f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4e617c0cb34e55" /><Relationship Type="http://schemas.openxmlformats.org/officeDocument/2006/relationships/image" Target="/ppt/media/image6.jpeg" Id="R50f42ea78a8142a6" /><Relationship Type="http://schemas.openxmlformats.org/officeDocument/2006/relationships/notesSlide" Target="/ppt/notesSlides/notesSlide6.xml" Id="R64f22028805d4d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6f452b0fa824a7a" /><Relationship Type="http://schemas.openxmlformats.org/officeDocument/2006/relationships/image" Target="/ppt/media/image7.jpeg" Id="R4e2d7f2cd1fa4787" /><Relationship Type="http://schemas.openxmlformats.org/officeDocument/2006/relationships/notesSlide" Target="/ppt/notesSlides/notesSlide7.xml" Id="R17901ec0bc0c474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ea1a34f90734528" /><Relationship Type="http://schemas.openxmlformats.org/officeDocument/2006/relationships/image" Target="/ppt/media/image8.jpeg" Id="R33adf879eb204ba2" /><Relationship Type="http://schemas.openxmlformats.org/officeDocument/2006/relationships/notesSlide" Target="/ppt/notesSlides/notesSlide8.xml" Id="Rea6c397072a34e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277aac06fac46fd" /><Relationship Type="http://schemas.openxmlformats.org/officeDocument/2006/relationships/image" Target="/ppt/media/image9.jpeg" Id="Rcb09fbbfb68b41e3" /><Relationship Type="http://schemas.openxmlformats.org/officeDocument/2006/relationships/notesSlide" Target="/ppt/notesSlides/notesSlide9.xml" Id="R971aff72c12f43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2a4edfdc8774670" /><Relationship Type="http://schemas.openxmlformats.org/officeDocument/2006/relationships/image" Target="/ppt/media/image10.jpeg" Id="R5b62be1d75094ead" /><Relationship Type="http://schemas.openxmlformats.org/officeDocument/2006/relationships/notesSlide" Target="/ppt/notesSlides/notesSlide10.xml" Id="R56034deacb5f43c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0f06b0d9e9d48e5" /><Relationship Type="http://schemas.openxmlformats.org/officeDocument/2006/relationships/image" Target="/ppt/media/image11.jpeg" Id="R9fc440fa39e04db9" /><Relationship Type="http://schemas.openxmlformats.org/officeDocument/2006/relationships/notesSlide" Target="/ppt/notesSlides/notesSlide11.xml" Id="Rdaebb5a4bd2a495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09269eaf9f04932" /><Relationship Type="http://schemas.openxmlformats.org/officeDocument/2006/relationships/image" Target="/ppt/media/image12.jpeg" Id="R58bc3a8f1f5e4fe7" /><Relationship Type="http://schemas.openxmlformats.org/officeDocument/2006/relationships/notesSlide" Target="/ppt/notesSlides/notesSlide12.xml" Id="Rbbc2ce0e86e24b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0ddfc623b4041af" /><Relationship Type="http://schemas.openxmlformats.org/officeDocument/2006/relationships/image" Target="/ppt/media/image13.jpeg" Id="R16e2a53025f64671" /><Relationship Type="http://schemas.openxmlformats.org/officeDocument/2006/relationships/notesSlide" Target="/ppt/notesSlides/notesSlide13.xml" Id="Rd3737248cf8344c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5ed42d379a74f09" /><Relationship Type="http://schemas.openxmlformats.org/officeDocument/2006/relationships/image" Target="/ppt/media/image14.jpeg" Id="R577f5e123b854a83" /><Relationship Type="http://schemas.openxmlformats.org/officeDocument/2006/relationships/notesSlide" Target="/ppt/notesSlides/notesSlide14.xml" Id="R44196053687e434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f0412c06d5e4e66" /><Relationship Type="http://schemas.openxmlformats.org/officeDocument/2006/relationships/image" Target="/ppt/media/image15.jpeg" Id="Ree63f94729dc41f4" /><Relationship Type="http://schemas.openxmlformats.org/officeDocument/2006/relationships/notesSlide" Target="/ppt/notesSlides/notesSlide15.xml" Id="R9061ba33607248d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bcc3713f6df4899" /><Relationship Type="http://schemas.openxmlformats.org/officeDocument/2006/relationships/image" Target="/ppt/media/image16.jpeg" Id="Rc8eb3eef1b5e4f2a" /><Relationship Type="http://schemas.openxmlformats.org/officeDocument/2006/relationships/notesSlide" Target="/ppt/notesSlides/notesSlide16.xml" Id="R812013accbd741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f50ac4188b14e3a" /><Relationship Type="http://schemas.openxmlformats.org/officeDocument/2006/relationships/image" Target="/ppt/media/image17.jpeg" Id="R1af7122368a14748" /><Relationship Type="http://schemas.openxmlformats.org/officeDocument/2006/relationships/notesSlide" Target="/ppt/notesSlides/notesSlide17.xml" Id="Rf4a9d19739f14b2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a2b0379af214b7e" /><Relationship Type="http://schemas.openxmlformats.org/officeDocument/2006/relationships/image" Target="/ppt/media/image18.jpeg" Id="Reb049972be4b477d" /><Relationship Type="http://schemas.openxmlformats.org/officeDocument/2006/relationships/notesSlide" Target="/ppt/notesSlides/notesSlide18.xml" Id="Rcf860cb8df704b7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3c2e76721324baf" /><Relationship Type="http://schemas.openxmlformats.org/officeDocument/2006/relationships/image" Target="/ppt/media/image19.jpeg" Id="R8e654c96b24543a6" /><Relationship Type="http://schemas.openxmlformats.org/officeDocument/2006/relationships/notesSlide" Target="/ppt/notesSlides/notesSlide19.xml" Id="R3679c510713f404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903fa8b6b9d4bc4" /><Relationship Type="http://schemas.openxmlformats.org/officeDocument/2006/relationships/image" Target="/ppt/media/image20.jpeg" Id="Re67979d74066487a" /><Relationship Type="http://schemas.openxmlformats.org/officeDocument/2006/relationships/notesSlide" Target="/ppt/notesSlides/notesSlide20.xml" Id="Rdb33aa28d2b54b4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9bc0ef974254d7a" /><Relationship Type="http://schemas.openxmlformats.org/officeDocument/2006/relationships/image" Target="/ppt/media/image21.jpeg" Id="R14ad1b701df847c1" /><Relationship Type="http://schemas.openxmlformats.org/officeDocument/2006/relationships/notesSlide" Target="/ppt/notesSlides/notesSlide21.xml" Id="Rcc7fba9fd1e947a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59454cc4fb04ccc" /><Relationship Type="http://schemas.openxmlformats.org/officeDocument/2006/relationships/image" Target="/ppt/media/image22.jpeg" Id="R5181ccfe8ce94483" /><Relationship Type="http://schemas.openxmlformats.org/officeDocument/2006/relationships/notesSlide" Target="/ppt/notesSlides/notesSlide22.xml" Id="R4f244051eee247d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86b1543ab424381" /><Relationship Type="http://schemas.openxmlformats.org/officeDocument/2006/relationships/image" Target="/ppt/media/image23.jpeg" Id="R7aac0a2b3fc04ffb" /><Relationship Type="http://schemas.openxmlformats.org/officeDocument/2006/relationships/notesSlide" Target="/ppt/notesSlides/notesSlide23.xml" Id="R07075b8db72d4c3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6bac833b9d744da" /><Relationship Type="http://schemas.openxmlformats.org/officeDocument/2006/relationships/image" Target="/ppt/media/image24.jpeg" Id="R2f1d92d23b42468b" /><Relationship Type="http://schemas.openxmlformats.org/officeDocument/2006/relationships/notesSlide" Target="/ppt/notesSlides/notesSlide24.xml" Id="R6e7ca38331c1489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d8106354e9b4731" /><Relationship Type="http://schemas.openxmlformats.org/officeDocument/2006/relationships/image" Target="/ppt/media/image25.jpeg" Id="Rcf8604dc61d5402d" /><Relationship Type="http://schemas.openxmlformats.org/officeDocument/2006/relationships/notesSlide" Target="/ppt/notesSlides/notesSlide25.xml" Id="R0caa5cbe13a741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9593b651ab9449f" /><Relationship Type="http://schemas.openxmlformats.org/officeDocument/2006/relationships/image" Target="/ppt/media/image26.jpeg" Id="R9383227bc9c64af5" /><Relationship Type="http://schemas.openxmlformats.org/officeDocument/2006/relationships/notesSlide" Target="/ppt/notesSlides/notesSlide26.xml" Id="R6c7ecaacf903423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171863772684bc6" /><Relationship Type="http://schemas.openxmlformats.org/officeDocument/2006/relationships/image" Target="/ppt/media/image27.jpeg" Id="R35d34b639b7b4172" /><Relationship Type="http://schemas.openxmlformats.org/officeDocument/2006/relationships/notesSlide" Target="/ppt/notesSlides/notesSlide27.xml" Id="Rf6f727e310474d3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cf7de44e5234842" /><Relationship Type="http://schemas.openxmlformats.org/officeDocument/2006/relationships/image" Target="/ppt/media/image28.jpeg" Id="R1397f82fd4fd497e" /><Relationship Type="http://schemas.openxmlformats.org/officeDocument/2006/relationships/notesSlide" Target="/ppt/notesSlides/notesSlide28.xml" Id="Rf2105b54ff9647e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3f4b086036d4ff2" /><Relationship Type="http://schemas.openxmlformats.org/officeDocument/2006/relationships/image" Target="/ppt/media/image29.jpeg" Id="Re7faf9a466304a71" /><Relationship Type="http://schemas.openxmlformats.org/officeDocument/2006/relationships/notesSlide" Target="/ppt/notesSlides/notesSlide29.xml" Id="R0dafb9c41fe1476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6f4ae6caa264ea2" /><Relationship Type="http://schemas.openxmlformats.org/officeDocument/2006/relationships/image" Target="/ppt/media/image30.jpeg" Id="R06ced0a007a742ca" /><Relationship Type="http://schemas.openxmlformats.org/officeDocument/2006/relationships/notesSlide" Target="/ppt/notesSlides/notesSlide30.xml" Id="R04ac0b482b174a1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20e7eb56b2f412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85D40E8-0660-48B1-A3F3-0F792784699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1068369A-AD0A-4E65-9ADF-C0BF08A65076}"/>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93DB5117-0032-44C4-9E57-F0D61DFF336B}"/>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225B9CF3-3C5D-49D5-BC04-8F6E04546560}"/>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B46E5591-D6C0-42D1-8543-B9145BAC0950}"/>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CD2F49C3-C43F-458E-8986-DAE35B80A21F}"/>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ABAF8A1C-BB99-40C8-922C-C963D04C7F65}"/>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0740EA2-EDAE-4EBD-A4AB-BCA05264797E}"/>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28D7DD6B-8D91-4CD1-B25E-16095CBE2116}"/>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6563D95D-C55B-4A79-9C26-720A64F2DBF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0EDE70F3-2337-41D3-B5AB-B2F9AF723301}"/>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1830108F-80E0-43C6-B54B-300A72162729}"/>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D05ACFE6-5DC9-4760-837F-D4B3C46B50C0}"/>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CED6F2A7-BA02-4855-90C9-9E52A0AD851D}"/>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30810C00-76A6-464D-A068-608607C9AE54}"/>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ADF6FC93-965D-4C84-A5FF-2B6711A77B68}"/>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A901F83-81D9-4536-B8C8-4082437F3B7D}"/>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5831E590-59FF-45AA-9B70-CE47F559C9FC}"/>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E35CA72D-C252-44F9-91EA-9299D880DA2C}"/>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BDB8E2F5-79BF-4FD5-AF0C-3EF677F844C8}"/>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25B5A3E5-ED9F-4631-BFE8-74AF52BFCB69}"/>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63D179D9-4920-427B-9D65-D4CE6CC8044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158B63E4-8C8C-47CF-9D2A-8C6BC6441FB1}"/>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BC454C18-10BB-4FD1-BD06-1F3B98EBBAB4}"/>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85AA34E-D15C-41BA-892A-CCFED826F70F}"/>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F9A1B7AD-E66D-4DAB-96B8-A6940081E2F4}"/>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74DA9490-BAC6-458F-A6A2-29F84957729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99E349E9-1A19-42F8-8FA8-1B2E4710051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64363980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1cfe118f4730477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3827F01-125B-472F-BB85-34841D39F8E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410DA49-E1BC-4C25-A70F-395B2B97E07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76642544-84F2-4FCC-A831-A8FB2FE2E8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0EA7494-BC66-4A50-AA78-A560A18EE3A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359DFB9A-87B4-471E-907A-49843D9F08C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0C4E153-5AA1-4E4A-9216-949349B0FAF2}"/>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A8382C9D-C5E8-4E24-9A8F-6A9FEA6A655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EAB0A1C5-8AF3-4E2A-9812-0F0534E724E4}"/>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57B10111-3A89-41C2-A716-E317FDA7E913}"/>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ABBBAB3B-1B6E-4BA1-BD75-C672BB45396B}"/>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55D31BA5-91A3-4C79-854A-BD90D0134532}"/>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DC8962D0-A429-45CD-9940-8234F5C9F97F}"/>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F9E1E998-7BFE-4C52-830E-A8A3C75E0E32}"/>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E678B0AE-19E6-4106-8EA0-174C2DDF7C33}"/>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EB44008A-11A9-495B-B4E6-6EEB1ED66E01}"/>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D893B8D0-45A3-42B3-BA66-5651D2DF478C}"/>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5FA91588-4E46-4FAE-BC63-52070E756267}"/>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6D301815-E41C-4079-AC5D-E5DBBB3F29FC}"/>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957D0B9A-598B-4982-BBE9-A6ADA72014AB}"/>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6E25D8B2-2515-4AE2-8C24-A8F2E1A4DB16}"/>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CB428A16-BACD-4A96-9757-E32A73E06627}"/>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39758C08-694B-4194-8D8A-2A7ACFCB42DF}"/>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03FF15AF-F199-4F5A-A08B-ECE789C8C9F3}"/>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C508BE3D-B47E-41C0-9261-70A5472FCA18}"/>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B023DC41-2D3E-4754-9B81-829982C9C911}"/>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8000B4A6-024E-4BD3-9323-CE03F3A0B0F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95523A7-C295-4587-B036-30C9443023AF}"/>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70A56553-D8DD-4BD5-B14F-0EF09F053415}"/>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C551A59E-3E7F-4693-9C11-45831B382467}"/>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2E34777D-B78C-433B-A6A4-1A6303A9993A}"/>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6D8B6B05-AF75-402E-8E93-515EE9B8D62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23187CB4-D34B-4532-B79A-2CE195526FE0}"/>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327B36CC-BF16-4B29-89CE-48CCD12DF1D9}"/>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4897257A-F5E8-4E08-A4A3-CF5DE15B675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DCDE30AB-0EB6-4227-BE52-A49BFA3E50F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77314522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dd5a3fa293a0497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7A154BB-FFE1-4FDC-AF36-60ED8620B4A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3D1C80A-DC47-4907-91B5-8FE96402C3C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38AE7B53-91B0-46E8-A505-1BDD106D956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CE84196-1309-4BC3-8DC9-0595983A942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C84B3202-C357-445E-B1EA-30ED79A4408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EB0A97B-82E5-4D12-9E27-72C2356E76BF}"/>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35FCA0AB-D045-4148-82B6-1C9920ED2DE7}"/>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27109BFD-CAFB-4F7B-BF61-B885E1BDD7EE}"/>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8D59668A-16F9-4650-8AD8-D4F3B6939472}"/>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3E5AE5B2-F5C9-4797-B23F-34CA98835062}"/>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A5915FC6-539B-4C06-A004-375128F5179D}"/>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3B28F97A-B3B4-4AD3-97EB-A64498966F32}"/>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9918A8D6-7BEE-4375-AF68-FBCE5E5B81DE}"/>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DF948928-A217-4D69-A671-1885A8599B82}"/>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C396665F-59D3-43BD-BECE-9B2B858298B7}"/>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F78D058C-014D-4BB2-96B5-B03C97B15023}"/>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A1A4CC4B-CCBA-4969-A463-65059BDC39CC}"/>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84BA9644-BE6B-4B0D-811E-0C309116ED65}"/>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78849A48-7183-4641-BBAA-E95E95BB4450}"/>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8D4DF146-F862-4B33-9BD0-69E79CFCB03D}"/>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CE32B93D-B677-4433-A10E-4CE58765AEA2}"/>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F4AFB57A-8EE3-4630-BC85-87BC530ECA43}"/>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47090B10-6609-4575-92F0-F5E5C856CD97}"/>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7BB8F6A9-CB6B-43AF-9AEA-2BE65BBCA1DA}"/>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D9FE6525-C936-4303-977B-FC91D96D83A1}"/>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C11FEC6E-C8E9-4436-A006-2506CCC27D6C}"/>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3E851DCE-DF8A-4C83-AB53-FFF905CD24F8}"/>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7FE8364A-22FB-4233-8C29-E2B2E4DE469E}"/>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0CB73305-A0E1-4CB5-BBBE-EA8FC200EA11}"/>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8A2F8D10-2D03-4D22-A8AF-0A01A1A35F6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58008260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bdec41e8288b47d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3F1C6E9-DE1E-449A-96DE-53592B04A68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9E6C750-C88E-425C-B033-04899952A9D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BC5356B1-EBD6-4F73-9AE7-9FB2B16444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F53842-E995-49A8-9F5B-17E3FFBD9AE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A0EF4BC2-292E-4908-B7EF-F99C05C6B6D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75A445E-0C06-4757-AB02-5A9B79DCC360}"/>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CF336C53-74CA-40D4-9CE5-E35C15BC43F6}"/>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6975AE37-75DC-42CE-864B-BA2E36C87F5F}"/>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0414B04F-89CC-4740-AAC4-F96441BE60D2}"/>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912186F1-00EF-46D9-BE1B-8BB88F11816E}"/>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A10C64B0-0000-4824-AFDD-B235E0707B7E}"/>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BA636499-DC26-4B0A-B270-88C009D869D9}"/>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F875F4C2-9E4C-48DC-8165-33A691728A56}"/>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FEE1C09E-F507-403F-BD1B-BA3DC4856CA5}"/>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AF11E5C8-8DAF-49A4-9175-D02691E4B5E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850FAAC-AC96-4B27-B674-DF4F9A389633}"/>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956CBFFD-DD36-4775-B7E7-99528EA08868}"/>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18CB4504-37BE-4447-9F98-38D6DA27AD51}"/>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0B35D57E-9933-4F71-BF5A-1454218AAAC6}"/>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4D372AF1-AA2A-4B89-A4CB-BA6A96CA42E4}"/>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272074CC-D11C-44B3-A01C-273B1D1F1F8D}"/>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626E21CE-B2FE-4404-9E35-F3DB5BA7C02A}"/>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08506563-FC50-44AD-BF57-4B3B4F154DAA}"/>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3EDB06E-A7B9-4E7C-AFFA-C77EE0557621}"/>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AA2F7D91-ED4B-47AF-9619-A810C2B999B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6433625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dd16d152d6b84d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E836F6F-571D-4311-99D9-E127A6638C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0955AD2-6D52-4D9D-B0DD-DA0FEA1A595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0AC9F8C2-5E5B-46F1-9742-8F9D487B184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5EEE6C7-E926-4885-BC80-70843F899BE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C3DD6B51-084C-4896-97C4-A8446B0AF3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E913B4B-46AA-4D29-ACF0-822276A83E50}"/>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860D68DD-5DE1-4A25-B404-BF16CA361F6A}"/>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AFB1B2EE-6B5D-4DEA-B582-860C8CFA4E2E}"/>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B6733A2B-38AB-4C19-9FC1-E2BC825F2E4C}"/>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64FAAF79-6BCE-4E9A-959D-212E6C046E51}"/>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E938BC81-1845-4999-B504-9A93E69DBC80}"/>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6367F890-1EA6-4E86-B0BF-1E16D6EDBF63}"/>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4E151050-6043-4C4F-A26F-60FCD392579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7EAC01F3-B06C-4A2C-9170-B6B3BD3A8D09}"/>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78A0427F-F959-4CD1-8390-D2E801D264B4}"/>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74C9987-A1E2-4D2D-BD54-F149B0EAA9F2}"/>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E38A133D-DA24-4B4F-84DA-0EA5BC15CE67}"/>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5437F980-BCAA-411A-815D-E518CDD057D0}"/>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E27016-62A6-4F9D-BB3A-17CA22A021A4}"/>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83EF1E80-AA05-4846-A7E9-7ED321F7792C}"/>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B705C6A7-C655-450B-AA70-B5DE697AAF81}"/>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A190D60F-E242-4CBA-91EF-E95BDB729602}"/>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3A8A8698-F0DB-4F17-90BE-2207EF1971B3}"/>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EC2F442C-D794-4D03-A716-A2CB240AEB37}"/>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367EE48F-4444-4F1C-8C87-9F4BAF450A1A}"/>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B62A7BBB-2855-4EE6-8613-295AC743A307}"/>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F76CE4A0-884E-4A04-AC1B-9809399549AE}"/>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866843C3-2BCE-47A3-BFC1-C9AAB80AA693}"/>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605002FD-2A70-4F4D-93C4-083DEFB39476}"/>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80A3C308-5665-47D7-8975-D45CA9FC5E4B}"/>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6C3C81A7-A23A-4F9D-805A-9112D02E6662}"/>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F037AC21-C6A0-48F6-8899-DBC4F7048EC7}"/>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4E0FD9E1-F2AD-479E-9324-4FB143B4840D}"/>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42454EFC-D974-4F9B-99E4-89862BA061C7}"/>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FE418415-2AB6-4DE1-8925-7823E619061E}"/>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9C4B4209-C0F7-47E8-BFAC-CF76D45FBEF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22916665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0f42ea78a8142a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099142C-1832-4570-956A-20D9C12C3E5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EE14A04-443F-4FB7-8DDE-9D421E57F01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E5C88F32-BDC5-49EA-B10C-50385F22584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63F9979-ECF6-4026-A087-D042880B8D1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792BFFBF-30A3-4052-A1AE-E6413B17307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728F8C-FCB1-4E28-B81B-97379ED570C6}"/>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09C99012-624D-4822-84B3-C5C984D49120}"/>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0175103-D91F-412B-AEAA-8EBBC0A1C644}"/>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B26953D2-0AE3-49BB-9CBD-DE2D8D07B622}"/>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B5D75E3-C679-4A2C-9EFD-4F67D63DEAC6}"/>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3D648115-2AE7-403C-B8AD-DDB80C501765}"/>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EFCB2469-3417-42E2-BCC0-BE3CCA76A7B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43E36117-7BD7-49C1-BC29-A8444BFB7F7B}"/>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D724A71F-DAC7-4DCD-817C-F3F9DBB4106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97050993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e2d7f2cd1fa478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C6D852-9CB1-4D71-895B-C67881308D3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C2CFB53-9109-4117-9D9C-13F5C7A5830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E9F8D772-E4B7-4BC3-8CFB-6C8A5AF0DF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18EA5A6-9D8D-45BE-BA57-E5F3B1E7041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4C034443-03A6-48D8-8DA9-9BE8C46984F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DB04C3-308A-4243-BCDA-D559EC12DA50}"/>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14AA0C73-5E43-4304-99B9-BF72EF35D68C}"/>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96A75A52-5803-464C-9D2F-1F3948A0F1A0}"/>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DF3F402B-9769-40DD-982C-3F1A51AA6D25}"/>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6009E353-66C0-4E59-9BF7-F9D387FF6F6D}"/>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5F7CE55D-5A5B-431D-9E7D-C15F90B98396}"/>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86DCAB8F-9E4B-4A92-9561-7B0014494DF4}"/>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04D61202-563F-4178-9EAB-D71A142204BB}"/>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04D5D401-F5DB-4509-9631-98B513A6DCB9}"/>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A2814A2-7DD6-4B2B-BFD1-7A399DE6A4DA}"/>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2F7EF9D5-9D39-45FB-AB78-5130B6C14339}"/>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B401C879-A297-4596-BCCF-C267ED61920E}"/>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09FBCD66-F028-4E40-AF59-E5F63DB988CA}"/>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9191FD40-D56C-49ED-B05F-E7323501E9BE}"/>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4E51F03E-9D69-42EC-80BC-B2EE2A73C6E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64375362-C553-4C7D-9206-E98A9F8B7681}"/>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E20DA3EC-9F24-49CE-BD8F-303A47DF86C4}"/>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4E25B8E6-15DE-4884-B69D-65E0C6DB822E}"/>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DD72286-9FC8-4309-B7D1-438A1D6AB1E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58555744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3adf879eb204ba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226218-B9B8-423B-B243-A8C8A8B8315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8BBAA3E-235A-4CDD-9907-CFB73CEE793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1F6294AC-D237-41B5-B3F8-26834F9C5BA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92770F0-1B24-473A-8898-F67543A0F6B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71ADF1D3-5618-4A27-82E5-1F5EF02E2BC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38C1ED0-F7BD-4150-9569-57AB38F034E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59C8D234-40FC-4FB1-A833-6B52A9462A84}"/>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AAFF4466-8C16-4086-BCA6-1E914C2E50FD}"/>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808C1875-BCAC-47DF-8C7F-0A8B4B533020}"/>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DD357447-7342-4FDA-9FDD-56C58D4CB30B}"/>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FABF0E4E-3D2A-4F7B-BB9A-D9C81795CE8E}"/>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1060812C-2E9C-4DCE-8596-B54812238934}"/>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71A3CDEB-1B76-4182-B4DD-52085780BF9F}"/>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A49920FA-256A-47F8-A104-4FC86678868D}"/>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2E0467F7-A89D-478C-A7DC-9537B2C600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D5FE21FD-FF33-48C6-BB04-77849C659E30}"/>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604BDD4A-BC0E-407F-9EB1-F200054B0C8D}"/>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44434BA-0151-48FA-85EE-BD0299460AD8}"/>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51600F4-B5B6-4E8C-9924-CD5FF20D2D9E}"/>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BCF67B24-BE87-4727-987F-39FBE8558FA9}"/>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E3FB7794-F15C-47B6-9C6F-A053FBD34C30}"/>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15043F3E-DE87-4066-9574-AF1F545CFCCA}"/>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164EBE50-6696-492F-85FF-88325B16B455}"/>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F5474458-3A6C-490A-8086-3FBEE2A4A791}"/>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245753B9-6523-429E-B2B2-89284FD6FD96}"/>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962426F-3B49-4EE4-8889-11A053214B65}"/>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506A1362-84EB-49B1-A951-6591F54FBDB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0801263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cb09fbbfb68b41e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6A6CD1-089B-47A4-8AB5-A44F9B109BE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6A3DB46A-03DB-4A10-BDBC-B99EDE419CC1}"/>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5DAC110A-D6A6-409A-A49D-15C58D52394C}"/>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6A1DDBBC-DA2A-4643-B02C-41BEC56437F1}"/>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998D8683-4F32-4122-8F3C-B26A13A4BCDB}"/>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1DE073A4-AAF1-4E1F-BAFB-824080B2D71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29304503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5b62be1d75094ea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FF669D2-4224-4279-A2E6-A4E75C5B74F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6602C7A-3100-4436-83F7-61AF78CC140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3B452A6F-E727-471B-ADF7-49D3FC93FFD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5CB46C9-1495-402A-B982-0E86976CE58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DF72BAF7-53FB-4D92-882F-BC187C4D75F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621DE30-1E39-44B9-A88D-43D5C8CCA832}"/>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ED8E3960-397C-4953-919D-99B738E874A2}"/>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A3876215-24C5-4AD1-A085-D277B76FF2F5}"/>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17B54219-A715-4389-B4BF-5B8374CFD564}"/>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78BAE8BF-EE57-4C3D-B2FB-5029AFDC2E82}"/>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DBB9C7E-2C01-4C57-8425-A2E8E0BB1F94}"/>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9F3B360C-C6B7-4CC6-ABD2-AD07CD06E6EF}"/>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7F40F242-DE99-47AF-9167-F8E7A1BBBC45}"/>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0A1E6951-5236-4E4F-B703-97B57A876B3A}"/>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50AE705E-08F0-42A1-B4C1-2B3E1A6C8330}"/>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30CBED93-2E25-478E-83DA-AF176562E6D6}"/>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A2E1C989-A47B-4098-9751-EBB2F138C26B}"/>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6396826-F976-46EA-B569-42D70ECB11F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A49F03B8-50A6-452B-AD57-1C8EC37FCB7B}"/>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66DDD58B-2E33-4163-B01B-DFE151D50E5E}"/>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41437333-3552-443A-8439-5793FCA0B629}"/>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6E66A774-D6FE-456C-910E-CA41B3729CEE}"/>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87D624E4-31AF-4758-AF1E-80468BD5DC35}"/>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91806D0F-8D05-4A11-952C-F750CA7990A3}"/>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47DB3EB1-2858-4264-B75C-2E8D5D8E83B5}"/>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4FAF2DF2-E59F-462B-AD6F-15720E185530}"/>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E6BAA906-AA45-43B9-B4D8-318DF8CB8D24}"/>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3D0A6BCB-9CB5-4F64-9F7D-594E7921E4DB}"/>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91A010FB-9E2B-4DE0-BFB8-3764A32EE25E}"/>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97F7448D-DA33-4B09-936D-DF23D2D70834}"/>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37252461-95C6-4AAD-9CAA-D43C5F70EC28}"/>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3D7883D4-9A1C-4184-BD0C-08C6AB6549EC}"/>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1FBA5D36-8DD5-4225-8015-D38CCEF83E11}"/>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198631D7-6E52-4398-BBA8-231FE14AEE70}"/>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C3F41FCF-037F-4B4B-B515-9B92F8E2F63A}"/>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02928EA4-7B83-41FD-8D72-1A9A50CC428A}"/>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024E33F6-CFF7-4ACE-99E9-FB57A0068712}"/>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422A9F7C-36AB-47CD-8D87-BA1499F9F800}"/>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ED7C8AEC-B78C-437E-86D0-D3737B8ADE52}"/>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90A0CD7F-C843-48EC-84F7-D7FAB823992F}"/>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2AAF1B30-7623-40CC-A1DE-F98E6415FFF5}"/>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59E5FA8F-2863-423B-8950-2AC8B9F15914}"/>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4031F45F-FD61-44A6-A846-32EAD0C66B02}"/>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2114B70C-768A-4276-9175-E88A98978420}"/>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5EE1B581-96D7-42FD-A57A-4C738B8BE601}"/>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1B297CA2-AD35-41CC-ADD1-5897FD1F9BE4}"/>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6687CDA5-E437-4F6D-BC5D-529308CF932E}"/>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DC9FEE26-FE6E-43BE-9785-BA42A2A11C8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59FB5EC3-7BED-4AE8-831B-071874C56082}"/>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37380302-48C0-4638-B79D-827590FF3912}"/>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4C35C1B-5EB0-4CC0-BC13-AB05590EE244}"/>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F0D5A435-448B-4460-B2AF-6188EC0A1941}"/>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2C646C50-1DC7-4621-BC88-FA40BCA8F6FC}"/>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58805D35-3681-49BC-A400-808BD1161321}"/>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F2ABE544-CB37-46F8-B5D1-2310E0F72E54}"/>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714EC42E-8FCA-4B2F-A5EC-46F1384A2A05}"/>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2974CBFF-02FE-4F83-84DF-0999BE6551F5}"/>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C2C7035-871D-4D2E-BB8F-CE39F8153A9C}"/>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731B9689-BC46-465F-8748-1AAC2DBCD2F1}"/>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D8D8841D-4D70-42CC-91BA-12699175FC29}"/>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39CCBDE6-9081-445D-A685-6EA9C9D64A6C}"/>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7E4C5FB3-02D9-4BA3-8EEF-1C371E372887}"/>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92F79D51-EFD8-434B-B40E-A3A1E85A212C}"/>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DEA1CD0-F169-41C6-9BBB-81B7967103AD}"/>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8F7FF728-053A-4DA8-BAB5-71219ADAD202}"/>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51C40035-08AB-4D1C-A9A5-59871484FD72}"/>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11EA35EC-A0D5-42D7-A413-37F6E73881CB}"/>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01200F11-3DBB-4A8E-AE4A-38E830FC7B9C}"/>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7FC48F4-98C1-496C-8D42-98DD46D60DCD}"/>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F4036ED8-FD25-4649-83BD-7880E0D4596F}"/>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5AA335FA-9A4D-449B-9058-8C06D878DD81}"/>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942F9709-4003-45D1-B113-3D17E84B07B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88ABDF18-E7EF-4099-A5F9-CCA39E3A8AD8}"/>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52E02E23-DD9B-4485-8B3E-D56403CED0F6}"/>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0772DD5C-8054-4541-B0B6-C9F0C4730CEA}"/>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188D854-3235-48EC-A7BB-2BF15D35441B}"/>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66B7297A-A547-456E-98AE-9F58E304A0DE}"/>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BB4E422D-E175-4015-AC7E-8C49B27EB2F6}"/>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C2B2C2-831A-470A-AE88-9382BD5F6891}"/>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E40482D4-4299-46F1-B805-ED184F9A8287}"/>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C7145DF7-EDF8-4703-A5FA-230258A9C9C6}"/>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6B54775A-42BD-43AD-AF51-40C6E44D7C27}"/>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49275BEA-A05E-4CCA-936A-46E05183BD58}"/>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A544FEE0-5685-4F11-98BF-01627EC33AC9}"/>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A8F5D9C9-79CA-4912-B06F-95468BE74005}"/>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CACFE531-4AEB-426D-A531-DE0648FC511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33050291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fc440fa39e04db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C6590B0-B6FB-4611-8347-FC7C35B7C0A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DB2C8D-A426-4D04-AC9F-01676947982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503B04AD-B62D-4900-B444-87F05B9AF48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4D2C65-2785-4B61-8670-7A7C74123A3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78C70E42-7813-448A-A7E7-6EDF035A390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C69E79C-BC38-4AF5-AC6E-0A359F7BCFBB}"/>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44244E64-F933-4A1F-BDC0-89C4F91DC57E}"/>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7367DC64-3758-4F15-B5EE-B504619D4FCE}"/>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00AF3A-A166-4F9D-8A14-38F1B7C9BCCA}"/>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4C4A5F15-83EF-47B0-A0BC-2FA3FC5C3E37}"/>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7D9A9341-13C5-4306-98E5-335EB1D09EE1}"/>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AAF20D8-BA20-4242-9695-491D333CE9E7}"/>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B7AD083-02DD-4F95-A9E6-EF2CC32ABEE8}"/>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F3EEDE8F-7497-4D8D-9282-3C6FF87C9A56}"/>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A61DF9D-0326-4FF9-8746-CAB9C1C3A777}"/>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C8AB7EEF-FD09-42BD-9722-61A3490DF28C}"/>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F5F9325F-E9B6-4916-992F-D72E19334275}"/>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3B39A5F-C5F1-4B8B-BD32-87E76F0A6F86}"/>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2CEC9F37-7628-4BA1-A3C1-F9A3A412DA46}"/>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127C983D-1704-42E5-A8E9-D4DE2AD3449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64504378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8bc3a8f1f5e4fe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DDF67F-EB8F-4D35-884D-E076B5CAECD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732F0EB-001B-4C1F-A30F-794A95A2B6E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FFB8EC71-49A9-4E29-BBCE-7A363EC871E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054D198-AB0C-49A7-96B4-6C9FEA8CF54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82E64CB0-1AEB-42FA-A195-BEC47FD0205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3A02BC6-3930-414B-B662-289E18C7A0AA}"/>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065D89F0-E6FD-4E07-8C96-002791DFB6F2}"/>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89554A72-12EF-44D1-B962-28401CE22B01}"/>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D286EF02-CF71-4695-AF67-DBEC84F1C205}"/>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1F3D4C0C-9EB3-4132-8E2F-045AD1D2F348}"/>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5013C298-DCA3-4FC6-AFD3-071C999078A3}"/>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77629D4D-9065-4F42-B606-938AAD1E0CBC}"/>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D2BFCA1-99FA-446B-A830-7DD059ED033E}"/>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4AE9B340-FED0-46CF-BC08-0217C735FA96}"/>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B49FD51A-BA32-4A1A-8708-AD0B172D24BE}"/>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FC4C9E94-C88B-47B5-8E81-90C513F48EF2}"/>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7E0733-C9BA-4339-B573-F65EEA801347}"/>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EBA22DE6-7CFC-4ABA-A473-59B5F7FF8066}"/>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576DDAB3-D459-45FC-A7F1-72E6AA98BDFA}"/>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8101F526-CC42-4F2B-BED9-1DC4BBFA97CF}"/>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75A0EEA-45F2-4894-995F-B0CC51E3C6AB}"/>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0A7DD887-D5D3-44B0-B211-20820A19233F}"/>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882238D0-D01C-4DC7-922A-30D05400EDC4}"/>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7BAE98A-09DF-4B44-8186-8B42E9566E5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3D681727-7614-4DC9-A29D-3AA3F5DB6CAB}"/>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83810B08-797D-4EF1-AB6B-EC5F0CD03AFA}"/>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6E492BB-41ED-49C8-9168-FB1DAA18338B}"/>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3596D788-7608-49BB-847C-F0E13CA282B9}"/>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ED3B30ED-7710-428E-B235-A5C8AF676720}"/>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3DA268C8-E8E9-4BD7-B57D-797CAD9A19F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69384706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16e2a53025f6467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85551E5-34BF-4F37-9EC5-2CA1FD54824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FCDD5D9-3862-4F62-88A4-A148B4ACAA3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B3F7941B-1EA0-4635-9694-5ED8E874154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21F94EC-68F7-4F81-83B7-ECF8469F399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13C313F1-55F2-45CB-8494-4ABF240811F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165716D-F088-4549-89D9-2CC54146FEE8}"/>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E7D9586B-C06A-4563-8660-EEA23967A6FC}"/>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17B58BAD-415C-49D5-9C0A-0F885D7C3F28}"/>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143ABACD-B591-4F5F-BED2-BCBDFDF0671C}"/>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A0C60807-733F-4DD7-8A08-5060009B259B}"/>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79E2AB4-394E-4F09-B462-FF8DBFD2FC1E}"/>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D622FC03-2830-41E4-8B83-405D3383EA11}"/>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A9EC981-DFE4-47D1-9481-ED4FBD59CC49}"/>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FAB21C27-2166-4A75-B4A7-58998F9C8F69}"/>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08045F9D-6B8A-4DD8-9077-B5AC4E076FD4}"/>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BB6539BE-4AC9-43F5-926D-AC8E24B93B6A}"/>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AA5EC7F6-975B-4F88-8CD6-2CA3F9CB3A6E}"/>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AD3181FD-5A02-4AFD-BEE7-463AFF3700A9}"/>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6A6102C2-A94A-404E-A0AC-CA74A07DD4B5}"/>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A2EA6039-51B0-4BE9-A483-8A45FAB2C8D0}"/>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FA506DA7-BFD6-42EB-8703-590437056BB6}"/>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A4DF758D-3CEA-4002-A756-1ED77C4A5DF6}"/>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F36C3F81-4005-4109-A8D5-91B5684638EE}"/>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F0CB7457-D37B-4B9C-9801-DD23A7B245A4}"/>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E047BFC4-A927-4C45-9B84-2287A7F9606D}"/>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78931CFF-63DA-4C6B-80D3-48C7FC163D60}"/>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853A27DC-96A6-4902-A22B-321153B14A6A}"/>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B8D137D6-73E0-4FA8-A4A9-5A7F1D527DE6}"/>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6FA76257-39F7-4A14-A70A-C9FB5F379D54}"/>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197D33F3-6FA6-417D-B272-EC5E9741CFC0}"/>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B3B33499-5CF7-4094-8464-36F8CD8B8EEB}"/>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B052C6DA-C39F-48E1-9209-DF754D3D8ED0}"/>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6AA55D87-2C69-42F3-8A47-59C17D1FED3F}"/>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401224DA-2B1D-4A80-A495-455030A366EB}"/>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99581B22-2CEB-41EE-9463-FE4728F34837}"/>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2876FC4C-FDBC-4067-9F11-445CEED4068A}"/>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48A9527E-6803-4F0E-AB84-CCECD9E57FFA}"/>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8B2634D0-C1DA-4B4E-9A7F-A77AFD9F8CBC}"/>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700AA09B-7347-41AE-90FC-F1B8A9A6C353}"/>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A95AB18B-9E2A-4600-AAED-754B7D5BE111}"/>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271E7196-9761-49C0-B01F-3BDD50CB6D4F}"/>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42D629E0-9942-4DAA-A951-686969C59576}"/>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811D5D31-4EF8-472E-A21D-DB6DCA4AA2D2}"/>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9FDAC0D8-EFE1-4DE3-AAA7-1E9982950555}"/>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1F3596D0-5C9A-4109-ADD1-AE74661E731B}"/>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63451872-A8D5-407A-B0AF-D9B6A3651743}"/>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76BE3A09-EE66-4C30-818D-96989584480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3718949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77f5e123b854a8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83504AF-35CF-4AE1-A380-99E0B93399C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E32A92F-385E-4E70-933F-09DB6347CE7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397C9AFB-5463-4E5C-82C5-EF24E540FD7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BCFBB78-20DF-4D63-96DB-8DAE8BCF3D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97810819-7A0D-4477-A104-F5711CA08F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EC2547C-BBAB-4086-A0C1-C06FFFECF2FA}"/>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84A2EC10-47C2-4313-AB68-10D930E20902}"/>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22547B9B-A438-4EC3-ACF4-8021A07E6C45}"/>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D2357B58-1FD1-43AC-AD73-56C4EBDAFFED}"/>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B72E9-5A6B-491D-BE25-240B378FA08B}"/>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44350BB6-B283-4918-9E61-E6D19839B0E7}"/>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02316DF2-E8D0-48F1-B5BF-6A64CB19F05F}"/>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ACB6412E-32A0-4736-B64B-BA7722A404A0}"/>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B6DB181D-801B-449A-8FB6-B4F57C44B718}"/>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56440C48-BF30-4F64-AE13-BCD9C7632058}"/>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C0BA9BF6-E336-4C82-9BC6-EB8C29FEF7E8}"/>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459DE00A-6484-4879-9706-898D1997D1C5}"/>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8177DDB6-9AFD-46F7-A88A-44A06251F725}"/>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C5B7F0DB-AA0C-4D84-8257-2F800FC73FC0}"/>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B0B3F2C6-E6CF-4DC3-8ECE-C2E2D42E46E3}"/>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CBA1445-5F39-4079-9CC2-78FF52B76880}"/>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40682020-B3E0-433C-8721-A5DEA1BCA2C9}"/>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2A40F97C-F9F0-4DF1-9506-770EF86AD14D}"/>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669C9750-8089-431C-981B-E40B8394BE22}"/>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48817F38-9BBE-42B7-B912-E634070EA80C}"/>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2177B497-D2D6-48FE-96AE-4BB0F6C81289}"/>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9D42EF27-285E-4E9B-86DD-17CF13884E48}"/>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C0148DC8-DD39-4A42-A887-708233E13A03}"/>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4484F225-9F3F-4177-A4D8-C5A2896BCB2E}"/>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F515092A-B169-49ED-9E35-249CAE7A02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73836594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e63f94729dc41f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259D065-9134-4897-86A4-9DDDCFC8DFB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E7BC292-269D-4849-83D2-5D973166FA2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6EFA1E23-9A62-4459-B517-C6B8579BE08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0AA5C6B-4B80-484D-9394-4109BAC8094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EBF44C86-25EC-4DC2-B5D9-BABF78BF11D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CE5E9E7-93E1-4FE7-A355-302F88B187D9}"/>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A76A0F70-6B8A-4BE6-AF95-6156E4765639}"/>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125D345D-405A-4DFA-BBFD-AED6ADFC55CA}"/>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B7C5A58D-0BE3-4F88-8052-BDCC73A1A3B4}"/>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1DA9D1C4-B603-4E2E-AC0E-7BD829F7DCB5}"/>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3266AC16-4572-421A-9D7D-BE8151FEE614}"/>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BDAF159B-783F-4B6C-AB73-A87B20498ED3}"/>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AA4AE9E3-3355-4820-9C61-0BEA78F139A4}"/>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6D5A3284-0CD2-4506-83F1-F704E3E5448D}"/>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57E1985B-9F3F-4DF2-8E22-23342E0BC65B}"/>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5D0299F4-DCE3-4DBB-B239-28114E1F0920}"/>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136244-A52A-4AAE-9EC2-F7CB8B511CE0}"/>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E23F3FD6-3FA2-4B66-AA17-382CE09F7243}"/>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C5313B32-7FB2-4174-8FFC-F87EE9922BCE}"/>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9328177-1BCF-46E2-9406-FAA44ACBB84D}"/>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BF4D3F4-C0F5-4D62-BD73-8CDC72491FD1}"/>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87B243F-9358-436C-A512-5EAF8686B10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831FF459-579B-4BE3-9F5E-9854A50DBED4}"/>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542D9E5A-8003-4A0D-BA30-080EB71F019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98622639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8eb3eef1b5e4f2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DA2B1ED-8E28-488A-8296-89C2A4ECFE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797C000-3AF6-411F-886C-FA42495D7B7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E9844098-D6A0-491F-A7BC-1047CDE4B99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F5FA25E-C642-4415-B9F6-EC44BFA467C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77286D02-80C9-45BE-98C9-454998515F9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D13A1FD-AB51-4B2E-9DBD-4B539E551D1C}"/>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3FC93018-FA46-4854-94F0-8109E20A1409}"/>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F074BA05-E34C-48FD-90F0-DFA3424EFB65}"/>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62AF239B-DAC9-49D6-8667-8F9C4145EFB6}"/>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C5C12E1C-399D-4858-9EE5-2392C81EB8A9}"/>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D361A4B1-F161-46C3-9A62-B1C2FE3C0DF4}"/>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5F012335-8E23-4503-8BC3-C3D5572580CE}"/>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A3CA0434-DD6C-450B-BBF6-531607E88C27}"/>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1A306EB2-8266-401D-93A0-00879157349B}"/>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363ED930-9D69-4026-99E3-AEED7C337B2A}"/>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912CC4B4-1551-4AF7-9700-F7544FE994E2}"/>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EC4DA6BD-7173-46F5-9FF5-242DE95E1EC9}"/>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6464A5ED-546C-4431-BCDA-F7E7108B3F5A}"/>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79F2E3BF-256D-4323-9631-E0FFC70958C9}"/>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921285D7-80BB-41F7-B337-3AD59B22920A}"/>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53A4821C-6DA0-4A1D-9F32-CD095ADA9B6E}"/>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79A694BC-BAAA-4AF5-95D1-296939665C28}"/>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0C981EE-231F-4B04-AAE1-B5B684D076BD}"/>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D96B90C9-E90E-41AD-87BE-71EFB8B6DB8B}"/>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E6966C62-1B2C-4750-8A65-9AA0B808EF8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82245807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af7122368a1474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94523C-749C-444F-86BF-747B3BF1B08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4901E85-201F-4FC0-A703-78847E6963C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E84B6A6D-2236-4AF2-AD19-2E0D8BA92CA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8D834B1-1760-46F6-BCB1-810462E07CB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430DF51B-5DE4-4402-8A90-8BB1DB0D6C5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3FD9125-CB26-47D3-88F5-49EE209A68B1}"/>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1EF4C505-1FC7-4F88-847E-7770D3F078F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91A1D7F0-A429-40BB-8FC9-A72B1109708E}"/>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02C86332-1D58-4343-BC83-31DD50A52FAB}"/>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62294764-0028-4D21-AC76-89A5BD353E74}"/>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8B21997C-1978-4161-896C-B576AF06D9C1}"/>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E7FA53CA-2D2F-4A75-B7CD-16845AC97DA0}"/>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EB4AFA34-83E0-4590-8F6E-D491D84F6B61}"/>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0CA33101-57C9-45E6-9C41-F486031BBE3C}"/>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30718E6A-0AF3-4DEE-AB60-C15AD3DAA973}"/>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270756E0-4ADE-411F-ACE6-D9ACC2D6D74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174368767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b049972be4b477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017DA64-432A-41A8-B589-3D05E7A45A0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84B0686-EA3A-4757-9F8E-2E790748EAD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AFDA332-957A-47F6-A512-5D57579EE03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8B1E8CB-1A11-4196-A649-9EA3E71EB9B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545F70DB-A8B8-43C9-BC22-CF04A488CEB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0F92527-7629-47D6-99F9-1E529B5B93D3}"/>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0A75DC90-A1A5-425B-959D-5C93DDA2CDF9}"/>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AA517657-8054-4C63-90F6-0F6A5AB8770C}"/>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8632D7C7-FA94-4BBA-863B-4E8D57FD3DED}"/>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604B5ACE-8E79-4F0D-9EBF-78C53FCD9C8F}"/>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03FFF93A-8548-4B37-A6F8-FF77C2F04099}"/>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7C6A903B-C3BD-4249-BDDB-4CA11610763D}"/>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F070C353-56A0-4C83-B0F9-0D14B49C5DC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5DE0B075-8A02-4968-8F13-FB421040691F}"/>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5D6FAAB-9E2E-469B-BAD3-4DCBCE318E27}"/>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EC8E60EC-50F6-4829-9CAC-662FFDB90195}"/>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37D01BB3-1768-4EE4-A046-2522F0C64E65}"/>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01C7DD5D-3F67-4EB3-927A-3E34B3464B13}"/>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9111BCAE-132F-4AD5-BD3B-1D252D902D32}"/>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5A8319F6-1746-4ADC-B95F-7CCE5B31BE97}"/>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39306731-EBE8-4C56-B4F4-F0F5E8A8128F}"/>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1F826F99-AB0E-457F-BC0C-9AD358BFCD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58267521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e654c96b24543a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22BC37-8965-42AF-AC38-404AD1C059C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1665D9-860F-4151-8D93-B082AC1686D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1E80D9B3-6835-415A-BE9E-5324FE2CC7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BED942A-CADE-494B-8DCB-93199D36FE7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D530B613-4550-4C1B-80E7-F09900AF8E7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BB51E0B-BEBD-43A3-A81D-D64E716DACCD}"/>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832BDC39-C683-4FA9-B0EB-E9DCEDD807BC}"/>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EA5AB11-28E1-4714-88D4-582ABF139B3A}"/>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A13F229A-0813-474E-94DE-38D5C34015D4}"/>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1FC0703B-9C24-4B78-863F-F8A462A02A0E}"/>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BB8A17BB-3864-4F0A-9564-03093DC91EFA}"/>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25426C7B-5ED8-4F75-AA4A-41FF77699735}"/>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08C03467-3EF3-4E25-AC4A-8B2656699987}"/>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28445CD7-F351-4D98-AE57-18D7C94714D0}"/>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EBAC5840-3AEB-4B8C-AE90-188013DCCA20}"/>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87866B3A-376B-4085-B9C5-C6F61C10EE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74679735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67979d74066487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0816B75-5FAE-4A79-97DF-0F9551D81AE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2F2E43E-F0F0-4C49-A24A-D4E1C0035CE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C5B93A47-A3ED-4CED-A650-006C6F0EAB3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77BD105-C15A-4608-B655-9036B5D2738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C1381A42-7C9D-4453-9808-2B7D4657E44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C72227E-C7D3-4BC2-B040-339932D8C57E}"/>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E3E42B-61CD-4A4F-91AB-9D7652E4777D}"/>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09AE3237-1048-46E5-BC4A-5A63781F507D}"/>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3D02D0DE-5A8B-4EC7-985C-B8E606236534}"/>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20A9F3EA-D1A5-4521-B5C1-1EA22DA8CD05}"/>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B43C7CFE-F10D-47FA-94A6-9236B336F8D1}"/>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8FEF43A5-90A4-4DCF-9AE5-DD861011DCEF}"/>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13EE86E2-3921-4DC4-B04E-ED43827F31F0}"/>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1B85E7E5-A3F6-46D4-AA11-F161DFC20ECB}"/>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1973445A-4214-4CEB-A170-DC9A95DD19C6}"/>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530781D7-5C0D-49A0-B3E3-5C4C4A03AC9F}"/>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A20774BA-4E99-450D-A07F-912B7622011D}"/>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DDFB62D6-4CAC-4925-8613-13895720669C}"/>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BF694AF-F850-4373-B215-789E05256EF1}"/>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89654DE5-BF21-4D29-9214-A85138163AAC}"/>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48CC65F4-7D45-4FD7-85A0-39001291C3C2}"/>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A1B48AFF-2300-4127-B438-A05036BEDF7E}"/>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926377A6-EAF6-401D-AF1D-9F5BDEE8CF8E}"/>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D803C55E-C7BD-4298-813B-9721FE3C9DBA}"/>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592BD13E-BA0D-43C9-872B-B2CCA53407B0}"/>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76D3768F-0F82-4D83-9833-4297DFA2FEE3}"/>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93DC5A66-5F2B-4BE4-9F89-0C5A7EE06A48}"/>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9AA9B304-A267-4D20-AE40-B55FBB71E4D0}"/>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A98F2A85-0835-44E3-89F9-C85FAD74FA18}"/>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492FF692-6AF0-418D-A89D-5578B082C54F}"/>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315D4B8C-7F8C-4F6A-B2B8-844E19A98929}"/>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933F98BC-F0CE-4589-9128-CB8A70DE5A85}"/>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E1FCAC12-9555-43D2-AB2A-E8F255FA0301}"/>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BB4964E5-0B75-4B1D-B670-F686A7BEA6A0}"/>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69B3B38D-0E86-4B04-8DD7-A9928FC7AF36}"/>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D70B7342-C289-4361-83B6-4E64606A1FAC}"/>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983B711D-A9B0-4FCB-BFB9-7515788D1849}"/>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C1DDF196-B2D8-4D8E-9244-3C77DD8CBA6F}"/>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786F1B8E-6AFC-4AEC-AF69-A9768B4A5DCD}"/>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82F30C8B-E183-4CC2-85D7-4A6CEEB4151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24159768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14ad1b701df847c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18C54C-33AA-4E2B-8D83-3C8A3D1984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B8FB501-F0D1-4CF3-B91F-22C68A6A232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8363299B-BE5A-430D-BC46-CB670AC917D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CE3DA3E-1B71-4038-9894-9F5D3B17D53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360DACFF-1D90-4C03-B9B9-5FDBEB12B27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A6F888D-99D8-4359-8E39-6373A7870769}"/>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D36E3DF-0EF5-4825-92AD-9972388E02A6}"/>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FD0F45FA-92C9-45DE-8345-A59E453F78B7}"/>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6FFE8FEE-F84E-4992-9D32-16FC6E021F0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ACB1CB88-3808-49EC-A4CF-D3FA07AFAC93}"/>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7774612-5A83-46D7-84D8-6AB41D67BF37}"/>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AFF149EA-0413-4BFC-BE29-AA95E873E931}"/>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AF32CAE3-B424-4E25-8171-81DD264195AE}"/>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3A7AA4BC-FDB4-4FBE-BC84-40F19E6D5101}"/>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7455829B-37AB-433D-88CD-D54E7B2DFE89}"/>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2607CED3-390C-49DB-95FD-126A5CCDBC9F}"/>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116BDD70-91D8-49AF-AB49-941A4F29AD4E}"/>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6A5FEF19-52D9-40B7-A6AF-BB95765C392F}"/>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FE2CF0CB-F209-4363-B968-99F3ED4A4335}"/>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508E8484-70FE-4E6E-A01B-12FE43F2E96B}"/>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C2136CFE-F29C-4AED-9902-D4556C7DAA5C}"/>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C80897CE-127C-4840-99C4-AE636ED4738A}"/>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8D4B0965-1ABD-4A42-A3AB-20A81D6FE86A}"/>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4FC5CB1-9FD4-4A69-81DB-21BBB9358376}"/>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EB1F6BD4-729B-4AD6-A62A-67C3B38E1974}"/>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4B6DA0A-D8F3-435A-BE9F-D719AAF80DAA}"/>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DD650C10-4EDF-4195-94F4-36ECF613FFAB}"/>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383889B-0909-4B66-B5A5-62A5322C3086}"/>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CFB55E48-FAEE-49B0-9E2F-75C6155E1500}"/>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B0E2349-66F4-469B-9834-A617C781E98C}"/>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C56F67EA-CD04-4C60-9DF8-80BAF5BEB8AB}"/>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9540070-8371-4ABA-9B54-143DF0C7A889}"/>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580D5550-4245-4658-A016-038C1EA8B6F2}"/>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543A4D05-9B06-461A-AEC5-0CC2D72C057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79186460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181ccfe8ce9448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6532086-6606-4893-9F93-19021141DF9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447181E-912E-4C2C-83E8-51A7802C3E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1F2B4BAA-9B27-4C8E-B3B4-A5FFC9D2CB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566CC1D-6E4B-4FAE-A78D-62A45B675A3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855FEB86-45C6-425C-A59E-2ABB787D17E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BE13870-8C87-4891-8615-ACDB135BA98D}"/>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E7BCEF82-2A1B-4194-A644-FE8D9FBDE10E}"/>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0EC5FF6-E961-4B2B-9F68-487CC57CA907}"/>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815F4BC4-1082-4A3C-861B-6872395E3B54}"/>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5E106758-E005-44EB-AEEC-6FACB3AE0DE3}"/>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6EB92FEB-7473-4E08-96F4-DFD2F956EAA4}"/>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1CA65AD-B0B0-48AF-B0C7-B64D725CC94A}"/>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EBA06CAC-0BBD-4901-B2E2-714DF62E16DF}"/>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0915425D-A551-4E82-8A7E-F8CC1FCBCF4D}"/>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CF601425-86AB-4E4A-8978-A016623C6DAB}"/>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85DAECB-3137-4CFF-BE87-DB997503AB3A}"/>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3313F826-15BA-4F41-95AB-FAC81BBE2548}"/>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CBA01A88-AFEB-40DB-A72C-C8B345693C1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419C4F3C-3502-4CAD-B04F-B1D93AD1BC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7856669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aac0a2b3fc04ff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BC5FF1-3492-4783-87ED-5B119FC6CD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6CBE61D-1E9F-464F-A71D-C493C7C070B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AF2BC445-44B6-4CE0-A579-3FA97FE501D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06288ED-631F-4FA0-B33F-144C60CAD4B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F981376D-A303-4AC8-B168-699DDAB17A8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5AC610-862F-4968-A29F-4AB8E478979B}"/>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E2732B1C-E518-45F1-BEC0-17982D6FA955}"/>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C748F476-1754-4A61-844F-A4249DE1A345}"/>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89E4881C-A7C4-429D-AF35-53E11DD222DA}"/>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FBFB1F61-521B-4183-B469-2817CA02E3A1}"/>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E92C8C5B-EBB3-4D87-B451-B2BCDA9AA164}"/>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C01D1572-D711-4738-89C1-C95A8B13167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96BCAA7D-7EB9-48C4-9312-EEC89DD3C7E0}"/>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E47B4DA9-0195-414D-A7DA-223F6CCAA20A}"/>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CAA00A0-724B-4796-A5FC-F2A8531722F0}"/>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4C174DBC-1CCA-4B23-AD6A-F228A89C7FAC}"/>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7B3082F9-C894-4553-B60E-B2540F5F86DB}"/>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D48C8D60-9CA3-4248-86BE-FBC4B7642DB9}"/>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96ACDBAD-760D-4796-84AD-E1128281D3B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707115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f1d92d23b42468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3D044A-6BC0-4AF0-94EB-65D5D9F5BA8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8EEEFBA-1523-4F92-A4F9-9F8EB887F3E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E266E7B5-08D1-46C1-922B-0F8D9967B10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1E53F06-3997-457E-8D35-16970720475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7ED91720-A6CA-4992-9585-6E56287817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6A50452-FCC6-444F-B468-35BA34409873}"/>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80E5668D-B886-4173-8E5A-5ACBAB6FAE67}"/>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02D84D47-CFB3-4008-BFB5-77D31CC8DABE}"/>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2AE315BC-1B62-49C1-BCA4-2F4DE0004057}"/>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07AA529D-B59B-41AC-9395-4EBFA9A3785D}"/>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D9C20EBE-E7C1-43C9-8401-E6B16EAD1A97}"/>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6DF709FD-8CA2-4AB6-86F7-23D7AD3ABB75}"/>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0620B3AC-B7F1-4373-9613-BD2E5648D8AA}"/>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D5570082-0525-4DE1-AC30-8081F2DF83DF}"/>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799AD7BF-18FC-4A3A-9B79-ACA22DD5F94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48535548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cf8604dc61d5402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911E70-7115-4073-AFF2-2AFD1476182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13FDBD2-2D7A-4D1B-8D68-FABF0B8E99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7DFB18BB-762E-4D1E-8D6D-3E23CB8E18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30F755B-AF61-4365-8164-A5218E8B8C3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10E0291C-96DC-433F-A458-7B21B88E95C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132FC7E-CE0D-4FF2-A07B-371B959779EF}"/>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D71C93DF-6530-4FE1-AB40-5AD011A0DF34}"/>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8DEC7FF1-838B-4892-8E47-F8038CC605FC}"/>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E942AFE6-8FF8-4417-A97A-81CCF49E4A63}"/>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CABFD9D0-9716-4030-9F73-C175735BEEE2}"/>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8B34D2EB-98A7-46FE-8AEB-24742B3DC877}"/>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39EAFB92-CE01-4228-89F6-8841C91168A3}"/>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0BF55706-39F7-4641-9E47-DE962F1FA172}"/>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05FA373-FBC2-47AF-A320-E1620CE9BC63}"/>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18D7A432-4E74-4E57-AE37-14D58F0B570A}"/>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E1DBCF23-ED79-40EC-8DDB-1964DEAE988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CAADA63-0610-4909-A667-0E97B3A089A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90CCC22A-B7BE-42D2-9D6E-342C6C95CA3F}"/>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AD2C5B8B-2B9E-44F9-9EF0-7EF7E6AF2F9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0B839B-20B7-4DCD-99A2-B966045AEAEF}"/>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EA0C6B2B-64FC-4048-8C02-C40ADF1BF2F1}"/>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324713D2-D735-4FD1-9BA1-788A529AF04F}"/>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FCB3FD5-9BAB-49E1-B108-7BDEF6B1F31F}"/>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9B491715-60C2-491C-B4F4-6595A7660F6A}"/>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84B590AC-0344-40D9-B27D-B7423C06774A}"/>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36DF488-549A-49F0-A87E-BEC538E11CCC}"/>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C673101C-25FD-4B0D-A7E1-A81C76F81100}"/>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CABA6A8F-B27A-46C1-AE18-B02A3CA7AF76}"/>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F3877D9-9CC6-45DF-8C1C-7D0F03E760F7}"/>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6E0B5981-D8B2-4536-92CC-68B224687BE4}"/>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9ACF06FE-DA4C-4254-A7C4-12DA567D6A28}"/>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2030EC7-F692-49E3-8C89-C6CC7433B934}"/>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F0C508F6-EB6E-410B-AA94-1D1138B52B9A}"/>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F80E9567-09E0-482C-81EF-62FDCB680E2F}"/>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457CCCE7-EAEE-43D5-92E4-9682649CFB3B}"/>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D169498B-CF64-4D22-BB70-3426432772E5}"/>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8AF732FF-2609-48B8-A41C-968E5CCBA423}"/>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A7ECB95-548D-40F0-BDB3-48AB75379AAF}"/>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5450A512-BB23-45D2-8758-98847CD7C4ED}"/>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F364DDB2-8331-4BAD-9CDC-D7F1B14CF61E}"/>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BFB2A549-2B3D-48B9-A647-4E0ACE5975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23554435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383227bc9c64af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394ACEC-6BC0-43F3-8159-2DB663ECF3F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92AF9D2-D4AA-4B92-8183-83CBF9D1FDF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851DF833-F1F7-41C3-8464-1380437E72A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5CF6290-8B61-4420-BA52-DA36E74138A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A0C87A9F-78CF-4711-A9A3-8A479A5FF99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A1FE3E9-F425-4B2A-8132-0518EBD8AA09}"/>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B8ED2F6C-91B7-49A2-BA75-ECFF2FCF48FF}"/>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F3D1B7AA-F3C3-4EC7-867C-D80C192C1BAF}"/>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37E40FFF-9698-44EB-A144-08C4EDBB6FE2}"/>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6CBC07F-7A5B-43DC-9A08-750616EB0448}"/>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B9EB368E-1A22-49F8-B201-7903E464EE1C}"/>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117ACF7F-DB7B-4F0F-8E1B-D41C8FAC796A}"/>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78BAFFF4-F919-4771-ADCA-5F8BBF0499C9}"/>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4CD174BC-76DE-46CD-9D95-3AA684A453BC}"/>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56FB7324-6600-487A-923B-9879412DBDF7}"/>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BED63870-6741-40B4-A4E8-051B95072B9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191937555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35d34b639b7b417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091F64-227C-483F-9F16-CCF55E27138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06384232-37E2-4086-BC28-66CC9DE2DA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2A394400-8516-4262-8CC0-0E9B11B6E7E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9D9F43FD-70BC-4554-8709-CB6295F2D83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BFCC8F3C-181F-4283-B04F-297FB2487866}"/>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90AE5789-D315-487E-B64F-78EC0D6C7477}"/>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D51A2398-EF26-4691-8D39-51C8F941D01A}"/>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101A9A52-23EC-43FA-8224-AB9189D5B991}"/>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66C9683-4B78-4CFE-808E-563BF070DDFD}"/>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BD2F7D3-2DB0-407D-9FBC-647EA1837997}"/>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3293116-AA40-4254-BFE0-7716F96CD2C0}"/>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8A0EC415-0AD8-48B2-B590-13F4E1F5C360}"/>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BA8FD2E2-7309-4052-B7BC-0E27D82D0B76}"/>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86CCD7C-4839-4260-920F-10752351CAFB}"/>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9B8AC306-023A-41D5-BC2A-72F182EA8F58}"/>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70947901-971E-46F3-A07F-C6E3507BE326}"/>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688394AA-90CE-4C8B-BD59-6678081D7C69}"/>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00FD8FB5-ED31-40FE-8129-35F7BBDEDB42}"/>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9929DE11-606D-41E4-B16C-E9FF0D92DD11}"/>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2596694-2146-4523-A70A-D0214C7AF1AB}"/>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F2B9CD2C-E052-4F14-9078-DE753053F963}"/>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DC1D409F-99FC-45AB-B846-621F63ABC6E9}"/>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081F0FD3-EAA7-418E-9148-67860F35612D}"/>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1E69658F-EF4D-4752-8B17-7131575632B0}"/>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499F00E-B7AB-485F-8B45-E8AA005ECAE1}"/>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85BA2F9-51EE-4737-AC60-557913399285}"/>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2F62A073-32EA-44C9-AC38-7307D620AA4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4F67D433-9277-4C59-ACEF-2EF993D10540}"/>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54258AC6-B7DE-4B85-BF0B-D2F138CE2471}"/>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0231B98E-66D9-41AE-9809-65F5F81E8E39}"/>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C2F5AD6C-092D-4D23-A0BE-161ADB2689AC}"/>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222264F4-93BB-4856-90B2-ADC83C5ADE4A}"/>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8273F89C-6FCA-4DB9-A153-30C09F02F33E}"/>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708309AD-96BB-42DF-85CE-DF9F3F47F8D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41081760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397f82fd4fd497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B3A0FF-C632-40AF-96DE-3CF3E3D9362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AF40C0D-AF90-4D9C-B43A-D6EFE62D69E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B76D918A-519C-47EC-AA04-A37717AAE2E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65EF31E-05A6-4CF4-97A0-CE301D0F305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46254E6-EBD0-452C-87B6-2D1152F4C1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5A57ADD-E789-446E-9112-856823D8454E}"/>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54816BB7-CABD-47CA-A2E8-06870CC43661}"/>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AFE462C-18B8-42E3-B3B9-A000AB3F8D18}"/>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19BD3D8E-9518-4DAE-B46E-1008F0491C01}"/>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564E049C-D4EC-47DB-A982-9BFA8F8F5D65}"/>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A03292BE-0680-49D7-92EC-773D85695D5F}"/>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F3F0B1B6-8A99-4EBD-A146-30ACD4E5EB6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B698C6F6-75A8-47E9-9EB6-8C441CCA1DC3}"/>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CE1BA37-7E8F-4EB1-8E0C-80D4EA6E88FE}"/>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854602E5-736D-489F-9ACD-A0B582E391EE}"/>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75F5C33B-AF08-401F-9DC7-736F3833A3CC}"/>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05E38A1D-32C9-4C64-953A-7F81EDAA532F}"/>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ABC56296-79F2-44D6-89FE-206C24D0AB3F}"/>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C36D8339-93A5-46C2-8DF9-572A89F5B8E3}"/>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A2F8A4E6-D978-4DCD-B476-87C7F6C057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53940413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7faf9a466304a7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3C0231-1085-4123-AD8C-AC756C050CD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4D9BAAA-B446-4F44-9EF3-9163D54376B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C6DA993D-5510-41BE-BE49-4352DA71D36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1DFB86-6B08-4858-B22F-E2CA53828C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1A463DA6-4DE1-4685-B700-D361DB8453D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47B0862-7F85-4D9D-B706-39B9882D1186}"/>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9FF6B340-BC98-4FC3-9908-964256DFC729}"/>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DDEDA839-33B0-4585-B961-F94240A5A477}"/>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2688AFB5-8EC5-4B48-8507-612DD9ECC9B2}"/>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07C95C72-70C5-4FA0-9D44-19E5F4228DF7}"/>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8E130B0D-00BD-4904-B78E-98F2442101BA}"/>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1751299A-CBA2-4DBC-B03D-E09F31796D8C}"/>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1F2E29FD-FEF7-4E6D-A2D0-E03D0D7012C8}"/>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AC9D3C7C-B56B-4CB1-BB5A-65A587E6A22B}"/>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6BEE915-F5C0-4549-B0B1-E1D50A966F86}"/>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957F7C8-76C5-4EBC-AE4F-968A5AFCD4BB}"/>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C6E3E401-66BC-4FDD-97B0-A9379173D9F2}"/>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BEF277F0-B03D-4BD3-B630-DEF0CCE40122}"/>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0D7D095-BFED-446A-8B29-AE926CB00412}"/>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EFB12093-97AD-488A-878B-C3933F903A84}"/>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EEDD4F45-5FAF-4D82-AC8B-C469AB9F61DC}"/>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D85D5A8E-890A-46F9-8AAE-8D9D674FFF29}"/>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DEAA87B2-B42C-416B-BF8B-E770080C7053}"/>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85582083-F3B3-49A0-BBA4-AE1C0E04A0DE}"/>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67B2DAEA-F27A-469F-8204-8A45A7077C78}"/>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DA74B7D7-9B48-442D-9FF6-2EB6CB7474E1}"/>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8FBD24D6-15B2-4C40-845E-BFA1C6A0B13B}"/>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574AB711-6B77-48F7-A750-79C1B05A9D0D}"/>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3B01A273-FF1A-4280-B6B3-ADEF350935A2}"/>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0F96F748-E7CA-43FD-ABF1-B9D307AE6D2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63302637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6ced0a007a742c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8E88B02-7CE1-42C8-940F-0C19F0D7A6D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22ABB17-8132-4CAA-90A8-1EFF8BC917D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786D964C-3EF7-44CA-8977-558A1EC4DA3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AC7074D-D87D-4608-B009-1A9E39199F2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3D0EE619-DAD2-4B63-B30B-176984F5E81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6139400-9783-4A85-9431-A8CE6EBA25AD}"/>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8676E3B2-9995-443B-ACE4-25D0DD8EB6BB}"/>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69403B96-7313-4741-A435-09735BA0C4A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B66EB85C-1137-43AC-8489-3319F72ECA26}"/>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DC532865-70C8-4502-BFD6-7F66E41DCF40}"/>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63F17D3D-1247-4BC3-A54D-97D7C85AFC6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AA473A0C-CC58-4696-B4AF-63C976F50DBF}"/>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9547D975-C67B-4F9E-8AC5-AF82DA67E21E}"/>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6E049FD3-9B2D-4C9A-B290-BDCCF55CBB86}"/>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D9E39ACD-DCE5-4C71-80B1-C2A0014B188C}"/>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1E465D3D-02C2-4B06-A3C8-03170CE5DE3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738584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2026-08-25T03:45:42.1500000Z</dcterms:created>
  <dcterms:modified xsi:type="dcterms:W3CDTF">2026-08-25T03:45:42.1500000Z</dcterms:modified>
</coreProperties>
</file>