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2e846958914197" /><Relationship Type="http://schemas.openxmlformats.org/officeDocument/2006/relationships/extended-properties" Target="/docProps/app.xml" Id="R270ef08a8df649ce" /><Relationship Type="http://schemas.openxmlformats.org/officeDocument/2006/relationships/officeDocument" Target="/ppt/presentation.xml" Id="R712c3b42ce5b4303" /></Relationships>
</file>

<file path=ppt/presentation.xml><?xml version="1.0" encoding="utf-8"?>
<p:presentation xmlns:p="http://schemas.openxmlformats.org/presentationml/2006/main">
  <p:sldMasterIdLst>
    <p:sldMasterId xmlns:r="http://schemas.openxmlformats.org/officeDocument/2006/relationships" id="2147483648" r:id="Rfef57e21b2954447"/>
  </p:sldMasterIdLst>
  <p:notesMasterIdLst>
    <p:notesMasterId xmlns:r="http://schemas.openxmlformats.org/officeDocument/2006/relationships" r:id="R2c82dca2978940dd"/>
  </p:notesMasterIdLst>
  <p:sldIdLst>
    <p:sldId xmlns:r="http://schemas.openxmlformats.org/officeDocument/2006/relationships" id="256" r:id="R93d676d0f4424812"/>
    <p:sldId xmlns:r="http://schemas.openxmlformats.org/officeDocument/2006/relationships" id="257" r:id="Rba088c07c2c44ae2"/>
    <p:sldId xmlns:r="http://schemas.openxmlformats.org/officeDocument/2006/relationships" id="258" r:id="Rf4647be9fad64d89"/>
    <p:sldId xmlns:r="http://schemas.openxmlformats.org/officeDocument/2006/relationships" id="259" r:id="R18e3202974094f80"/>
    <p:sldId xmlns:r="http://schemas.openxmlformats.org/officeDocument/2006/relationships" id="260" r:id="R496cece1b05c4a17"/>
    <p:sldId xmlns:r="http://schemas.openxmlformats.org/officeDocument/2006/relationships" id="261" r:id="Rc6ab141c508141ba"/>
    <p:sldId xmlns:r="http://schemas.openxmlformats.org/officeDocument/2006/relationships" id="262" r:id="R6b262435327f49bb"/>
    <p:sldId xmlns:r="http://schemas.openxmlformats.org/officeDocument/2006/relationships" id="263" r:id="R728ce7b159344135"/>
    <p:sldId xmlns:r="http://schemas.openxmlformats.org/officeDocument/2006/relationships" id="264" r:id="Rc92f3e9fd60d43ff"/>
    <p:sldId xmlns:r="http://schemas.openxmlformats.org/officeDocument/2006/relationships" id="265" r:id="Rd2b5677b70eb4fef"/>
    <p:sldId xmlns:r="http://schemas.openxmlformats.org/officeDocument/2006/relationships" id="266" r:id="R1e2626b7742843df"/>
    <p:sldId xmlns:r="http://schemas.openxmlformats.org/officeDocument/2006/relationships" id="267" r:id="Rccecbadcc3db4681"/>
    <p:sldId xmlns:r="http://schemas.openxmlformats.org/officeDocument/2006/relationships" id="268" r:id="R7a65bba5609a462e"/>
    <p:sldId xmlns:r="http://schemas.openxmlformats.org/officeDocument/2006/relationships" id="269" r:id="Rb2fe35cbd5d54cf3"/>
    <p:sldId xmlns:r="http://schemas.openxmlformats.org/officeDocument/2006/relationships" id="270" r:id="Rf2c51192db324720"/>
    <p:sldId xmlns:r="http://schemas.openxmlformats.org/officeDocument/2006/relationships" id="271" r:id="R9092fdbc583540c8"/>
    <p:sldId xmlns:r="http://schemas.openxmlformats.org/officeDocument/2006/relationships" id="272" r:id="R7673eb50e5744c83"/>
    <p:sldId xmlns:r="http://schemas.openxmlformats.org/officeDocument/2006/relationships" id="273" r:id="Rab6496b12bfe4c19"/>
    <p:sldId xmlns:r="http://schemas.openxmlformats.org/officeDocument/2006/relationships" id="274" r:id="R44a8346d19924a0c"/>
    <p:sldId xmlns:r="http://schemas.openxmlformats.org/officeDocument/2006/relationships" id="275" r:id="Re8117b02d2ab42c6"/>
    <p:sldId xmlns:r="http://schemas.openxmlformats.org/officeDocument/2006/relationships" id="276" r:id="Reb8da38d993543a1"/>
    <p:sldId xmlns:r="http://schemas.openxmlformats.org/officeDocument/2006/relationships" id="277" r:id="Rff51f297ee894a71"/>
    <p:sldId xmlns:r="http://schemas.openxmlformats.org/officeDocument/2006/relationships" id="278" r:id="Rb24f31719759426f"/>
    <p:sldId xmlns:r="http://schemas.openxmlformats.org/officeDocument/2006/relationships" id="279" r:id="R64bd6b9270924c23"/>
    <p:sldId xmlns:r="http://schemas.openxmlformats.org/officeDocument/2006/relationships" id="280" r:id="R63ccbd9f8fed49bf"/>
    <p:sldId xmlns:r="http://schemas.openxmlformats.org/officeDocument/2006/relationships" id="281" r:id="R11270e4ef0bf4e69"/>
    <p:sldId xmlns:r="http://schemas.openxmlformats.org/officeDocument/2006/relationships" id="282" r:id="R5212af92692a47cf"/>
    <p:sldId xmlns:r="http://schemas.openxmlformats.org/officeDocument/2006/relationships" id="283" r:id="Rb1fad1ff3fbe4583"/>
    <p:sldId xmlns:r="http://schemas.openxmlformats.org/officeDocument/2006/relationships" id="284" r:id="Rb856c357bd0a4c05"/>
    <p:sldId xmlns:r="http://schemas.openxmlformats.org/officeDocument/2006/relationships" id="285" r:id="Reb7873d37fcc44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eae074be0c4afb" /><Relationship Type="http://schemas.openxmlformats.org/officeDocument/2006/relationships/slideMaster" Target="/ppt/slideMasters/slideMaster1.xml" Id="Rfef57e21b2954447" /><Relationship Type="http://schemas.openxmlformats.org/officeDocument/2006/relationships/notesMaster" Target="/ppt/notesMasters/notesMaster1.xml" Id="R2c82dca2978940dd" /><Relationship Type="http://schemas.openxmlformats.org/officeDocument/2006/relationships/presProps" Target="/ppt/presProps.xml" Id="Rf3a355e3d9d2478e" /><Relationship Type="http://schemas.openxmlformats.org/officeDocument/2006/relationships/tableStyles" Target="/ppt/tableStyles.xml" Id="Ref5cc6b885c34577" /><Relationship Type="http://schemas.openxmlformats.org/officeDocument/2006/relationships/slide" Target="/ppt/slides/slide1.xml" Id="R93d676d0f4424812" /><Relationship Type="http://schemas.openxmlformats.org/officeDocument/2006/relationships/slide" Target="/ppt/slides/slide2.xml" Id="Rba088c07c2c44ae2" /><Relationship Type="http://schemas.openxmlformats.org/officeDocument/2006/relationships/slide" Target="/ppt/slides/slide3.xml" Id="Rf4647be9fad64d89" /><Relationship Type="http://schemas.openxmlformats.org/officeDocument/2006/relationships/slide" Target="/ppt/slides/slide4.xml" Id="R18e3202974094f80" /><Relationship Type="http://schemas.openxmlformats.org/officeDocument/2006/relationships/slide" Target="/ppt/slides/slide5.xml" Id="R496cece1b05c4a17" /><Relationship Type="http://schemas.openxmlformats.org/officeDocument/2006/relationships/slide" Target="/ppt/slides/slide6.xml" Id="Rc6ab141c508141ba" /><Relationship Type="http://schemas.openxmlformats.org/officeDocument/2006/relationships/slide" Target="/ppt/slides/slide7.xml" Id="R6b262435327f49bb" /><Relationship Type="http://schemas.openxmlformats.org/officeDocument/2006/relationships/slide" Target="/ppt/slides/slide8.xml" Id="R728ce7b159344135" /><Relationship Type="http://schemas.openxmlformats.org/officeDocument/2006/relationships/slide" Target="/ppt/slides/slide9.xml" Id="Rc92f3e9fd60d43ff" /><Relationship Type="http://schemas.openxmlformats.org/officeDocument/2006/relationships/slide" Target="/ppt/slides/slide10.xml" Id="Rd2b5677b70eb4fef" /><Relationship Type="http://schemas.openxmlformats.org/officeDocument/2006/relationships/slide" Target="/ppt/slides/slide11.xml" Id="R1e2626b7742843df" /><Relationship Type="http://schemas.openxmlformats.org/officeDocument/2006/relationships/slide" Target="/ppt/slides/slide12.xml" Id="Rccecbadcc3db4681" /><Relationship Type="http://schemas.openxmlformats.org/officeDocument/2006/relationships/slide" Target="/ppt/slides/slide13.xml" Id="R7a65bba5609a462e" /><Relationship Type="http://schemas.openxmlformats.org/officeDocument/2006/relationships/slide" Target="/ppt/slides/slide14.xml" Id="Rb2fe35cbd5d54cf3" /><Relationship Type="http://schemas.openxmlformats.org/officeDocument/2006/relationships/slide" Target="/ppt/slides/slide15.xml" Id="Rf2c51192db324720" /><Relationship Type="http://schemas.openxmlformats.org/officeDocument/2006/relationships/slide" Target="/ppt/slides/slide16.xml" Id="R9092fdbc583540c8" /><Relationship Type="http://schemas.openxmlformats.org/officeDocument/2006/relationships/slide" Target="/ppt/slides/slide17.xml" Id="R7673eb50e5744c83" /><Relationship Type="http://schemas.openxmlformats.org/officeDocument/2006/relationships/slide" Target="/ppt/slides/slide18.xml" Id="Rab6496b12bfe4c19" /><Relationship Type="http://schemas.openxmlformats.org/officeDocument/2006/relationships/slide" Target="/ppt/slides/slide19.xml" Id="R44a8346d19924a0c" /><Relationship Type="http://schemas.openxmlformats.org/officeDocument/2006/relationships/slide" Target="/ppt/slides/slide20.xml" Id="Re8117b02d2ab42c6" /><Relationship Type="http://schemas.openxmlformats.org/officeDocument/2006/relationships/slide" Target="/ppt/slides/slide21.xml" Id="Reb8da38d993543a1" /><Relationship Type="http://schemas.openxmlformats.org/officeDocument/2006/relationships/slide" Target="/ppt/slides/slide22.xml" Id="Rff51f297ee894a71" /><Relationship Type="http://schemas.openxmlformats.org/officeDocument/2006/relationships/slide" Target="/ppt/slides/slide23.xml" Id="Rb24f31719759426f" /><Relationship Type="http://schemas.openxmlformats.org/officeDocument/2006/relationships/slide" Target="/ppt/slides/slide24.xml" Id="R64bd6b9270924c23" /><Relationship Type="http://schemas.openxmlformats.org/officeDocument/2006/relationships/slide" Target="/ppt/slides/slide25.xml" Id="R63ccbd9f8fed49bf" /><Relationship Type="http://schemas.openxmlformats.org/officeDocument/2006/relationships/slide" Target="/ppt/slides/slide26.xml" Id="R11270e4ef0bf4e69" /><Relationship Type="http://schemas.openxmlformats.org/officeDocument/2006/relationships/slide" Target="/ppt/slides/slide27.xml" Id="R5212af92692a47cf" /><Relationship Type="http://schemas.openxmlformats.org/officeDocument/2006/relationships/slide" Target="/ppt/slides/slide28.xml" Id="Rb1fad1ff3fbe4583" /><Relationship Type="http://schemas.openxmlformats.org/officeDocument/2006/relationships/slide" Target="/ppt/slides/slide29.xml" Id="Rb856c357bd0a4c05" /><Relationship Type="http://schemas.openxmlformats.org/officeDocument/2006/relationships/slide" Target="/ppt/slides/slide30.xml" Id="Reb7873d37fcc44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7251a421bd4d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da0d50fe8b4ea4" /><Relationship Type="http://schemas.openxmlformats.org/officeDocument/2006/relationships/notesMaster" Target="/ppt/notesMasters/notesMaster1.xml" Id="R7c0bfdcad7fb48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9f405c492141c0" /><Relationship Type="http://schemas.openxmlformats.org/officeDocument/2006/relationships/notesMaster" Target="/ppt/notesMasters/notesMaster1.xml" Id="Rc0b9c2a0539747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0f19fe42712483d" /><Relationship Type="http://schemas.openxmlformats.org/officeDocument/2006/relationships/notesMaster" Target="/ppt/notesMasters/notesMaster1.xml" Id="Rd34670b92e984f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b65bef29aee4dc9" /><Relationship Type="http://schemas.openxmlformats.org/officeDocument/2006/relationships/notesMaster" Target="/ppt/notesMasters/notesMaster1.xml" Id="R2630fc52469b46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9d8451170c41de" /><Relationship Type="http://schemas.openxmlformats.org/officeDocument/2006/relationships/notesMaster" Target="/ppt/notesMasters/notesMaster1.xml" Id="R09e0ba35eed244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6916e9850140f7" /><Relationship Type="http://schemas.openxmlformats.org/officeDocument/2006/relationships/notesMaster" Target="/ppt/notesMasters/notesMaster1.xml" Id="R0b2c416f2ce747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8d1245231c4cf5" /><Relationship Type="http://schemas.openxmlformats.org/officeDocument/2006/relationships/notesMaster" Target="/ppt/notesMasters/notesMaster1.xml" Id="Rd543ef1074304a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93ac7d0f3549fe" /><Relationship Type="http://schemas.openxmlformats.org/officeDocument/2006/relationships/notesMaster" Target="/ppt/notesMasters/notesMaster1.xml" Id="R932c2590fd0543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8f333032d84936" /><Relationship Type="http://schemas.openxmlformats.org/officeDocument/2006/relationships/notesMaster" Target="/ppt/notesMasters/notesMaster1.xml" Id="R1b1ee30620c24a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b7129cccbd4c1b" /><Relationship Type="http://schemas.openxmlformats.org/officeDocument/2006/relationships/notesMaster" Target="/ppt/notesMasters/notesMaster1.xml" Id="Rc14a323e914a4a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aa788d37be44d3" /><Relationship Type="http://schemas.openxmlformats.org/officeDocument/2006/relationships/notesMaster" Target="/ppt/notesMasters/notesMaster1.xml" Id="R1a2237cc0afd415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d23b8e76ca4f11" /><Relationship Type="http://schemas.openxmlformats.org/officeDocument/2006/relationships/notesMaster" Target="/ppt/notesMasters/notesMaster1.xml" Id="Rfd9ee339d3fd46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6e5d4e57c14b2a" /><Relationship Type="http://schemas.openxmlformats.org/officeDocument/2006/relationships/notesMaster" Target="/ppt/notesMasters/notesMaster1.xml" Id="R579bad2b7c434d9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c72c3fe5fc4212" /><Relationship Type="http://schemas.openxmlformats.org/officeDocument/2006/relationships/notesMaster" Target="/ppt/notesMasters/notesMaster1.xml" Id="R122e080c482d410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84e3316b53549bb" /><Relationship Type="http://schemas.openxmlformats.org/officeDocument/2006/relationships/notesMaster" Target="/ppt/notesMasters/notesMaster1.xml" Id="R16618e5225ae4c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104a7c24d464c03" /><Relationship Type="http://schemas.openxmlformats.org/officeDocument/2006/relationships/notesMaster" Target="/ppt/notesMasters/notesMaster1.xml" Id="R1a9aabe12ff949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76d51fe87b4f54" /><Relationship Type="http://schemas.openxmlformats.org/officeDocument/2006/relationships/notesMaster" Target="/ppt/notesMasters/notesMaster1.xml" Id="R720b14eeeb5142a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97181cb0066441e" /><Relationship Type="http://schemas.openxmlformats.org/officeDocument/2006/relationships/notesMaster" Target="/ppt/notesMasters/notesMaster1.xml" Id="Rc21a2af600014b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e7c4d2077b46ba" /><Relationship Type="http://schemas.openxmlformats.org/officeDocument/2006/relationships/notesMaster" Target="/ppt/notesMasters/notesMaster1.xml" Id="R64909dbc74204f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ef50c0f7eeb4280" /><Relationship Type="http://schemas.openxmlformats.org/officeDocument/2006/relationships/notesMaster" Target="/ppt/notesMasters/notesMaster1.xml" Id="R707cf4f5c0de464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3decf04b7f14017" /><Relationship Type="http://schemas.openxmlformats.org/officeDocument/2006/relationships/notesMaster" Target="/ppt/notesMasters/notesMaster1.xml" Id="R21ac495d44ba4ca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be6a78d4cb14336" /><Relationship Type="http://schemas.openxmlformats.org/officeDocument/2006/relationships/notesMaster" Target="/ppt/notesMasters/notesMaster1.xml" Id="R08ca99a49071483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33937aedba45e5" /><Relationship Type="http://schemas.openxmlformats.org/officeDocument/2006/relationships/notesMaster" Target="/ppt/notesMasters/notesMaster1.xml" Id="Ra94fee43231f406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8892e1ad5484ea5" /><Relationship Type="http://schemas.openxmlformats.org/officeDocument/2006/relationships/notesMaster" Target="/ppt/notesMasters/notesMaster1.xml" Id="R0b093ecf315c40c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a2ca2610bbf4827" /><Relationship Type="http://schemas.openxmlformats.org/officeDocument/2006/relationships/notesMaster" Target="/ppt/notesMasters/notesMaster1.xml" Id="R2213ca688ff84c2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d5080bf201940ee" /><Relationship Type="http://schemas.openxmlformats.org/officeDocument/2006/relationships/notesMaster" Target="/ppt/notesMasters/notesMaster1.xml" Id="R2dfadc35ae4f48d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1d2ee7531824f73" /><Relationship Type="http://schemas.openxmlformats.org/officeDocument/2006/relationships/notesMaster" Target="/ppt/notesMasters/notesMaster1.xml" Id="Rde330d9c0de3475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4aef98e6af34c9f" /><Relationship Type="http://schemas.openxmlformats.org/officeDocument/2006/relationships/notesMaster" Target="/ppt/notesMasters/notesMaster1.xml" Id="Rdccd35a2f5244be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d7ffe405fe94060" /><Relationship Type="http://schemas.openxmlformats.org/officeDocument/2006/relationships/notesMaster" Target="/ppt/notesMasters/notesMaster1.xml" Id="Rc134ca664ec945c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e664743b159436a" /><Relationship Type="http://schemas.openxmlformats.org/officeDocument/2006/relationships/notesMaster" Target="/ppt/notesMasters/notesMaster1.xml" Id="R9f4abc85fa9c46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8b89fc5e9e4e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d650efee274648" /><Relationship Type="http://schemas.openxmlformats.org/officeDocument/2006/relationships/slideLayout" Target="/ppt/slideLayouts/slideLayout1.xml" Id="R95b78535529e45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b78535529e45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ea9eab3d494bb4" /><Relationship Type="http://schemas.openxmlformats.org/officeDocument/2006/relationships/image" Target="/ppt/media/image.jpeg" Id="Rb597af54c8904b0c" /><Relationship Type="http://schemas.openxmlformats.org/officeDocument/2006/relationships/notesSlide" Target="/ppt/notesSlides/notesSlide1.xml" Id="Ref8c1a0c61614ae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9621d46a8434d49" /><Relationship Type="http://schemas.openxmlformats.org/officeDocument/2006/relationships/image" Target="/ppt/media/image2.jpeg" Id="R1e9a4b152a4a4ac3" /><Relationship Type="http://schemas.openxmlformats.org/officeDocument/2006/relationships/notesSlide" Target="/ppt/notesSlides/notesSlide2.xml" Id="R0de7208415d14e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b839f418ef4215" /><Relationship Type="http://schemas.openxmlformats.org/officeDocument/2006/relationships/image" Target="/ppt/media/image3.jpeg" Id="R589fea4e890a41b9" /><Relationship Type="http://schemas.openxmlformats.org/officeDocument/2006/relationships/notesSlide" Target="/ppt/notesSlides/notesSlide3.xml" Id="R19ba3b738cf647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a3feaf9bde84094" /><Relationship Type="http://schemas.openxmlformats.org/officeDocument/2006/relationships/image" Target="/ppt/media/image4.jpeg" Id="R4e56c4a07ab34715" /><Relationship Type="http://schemas.openxmlformats.org/officeDocument/2006/relationships/notesSlide" Target="/ppt/notesSlides/notesSlide4.xml" Id="R644739d74f694b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4d9de45a184c7a" /><Relationship Type="http://schemas.openxmlformats.org/officeDocument/2006/relationships/image" Target="/ppt/media/image5.jpeg" Id="R930099e301604e89" /><Relationship Type="http://schemas.openxmlformats.org/officeDocument/2006/relationships/notesSlide" Target="/ppt/notesSlides/notesSlide5.xml" Id="R9345a0a920594c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c239e62e744fa8" /><Relationship Type="http://schemas.openxmlformats.org/officeDocument/2006/relationships/image" Target="/ppt/media/image6.jpeg" Id="Rcb15d25471af48c6" /><Relationship Type="http://schemas.openxmlformats.org/officeDocument/2006/relationships/notesSlide" Target="/ppt/notesSlides/notesSlide6.xml" Id="R59fa483ce3a34c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08301dcf91b4b99" /><Relationship Type="http://schemas.openxmlformats.org/officeDocument/2006/relationships/image" Target="/ppt/media/image7.jpeg" Id="Re499256dfe324efb" /><Relationship Type="http://schemas.openxmlformats.org/officeDocument/2006/relationships/notesSlide" Target="/ppt/notesSlides/notesSlide7.xml" Id="Rec9551e21cdc40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ab67a06d384c02" /><Relationship Type="http://schemas.openxmlformats.org/officeDocument/2006/relationships/image" Target="/ppt/media/image8.jpeg" Id="R006e14a044534b6d" /><Relationship Type="http://schemas.openxmlformats.org/officeDocument/2006/relationships/notesSlide" Target="/ppt/notesSlides/notesSlide8.xml" Id="R3e310e39c22944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f15a8ccd71649b9" /><Relationship Type="http://schemas.openxmlformats.org/officeDocument/2006/relationships/image" Target="/ppt/media/image9.jpeg" Id="R879f784539304816" /><Relationship Type="http://schemas.openxmlformats.org/officeDocument/2006/relationships/notesSlide" Target="/ppt/notesSlides/notesSlide9.xml" Id="Rbf7dcc4a682748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5ea1ee3a02425b" /><Relationship Type="http://schemas.openxmlformats.org/officeDocument/2006/relationships/image" Target="/ppt/media/image10.jpeg" Id="R8c5152a813cf45d2" /><Relationship Type="http://schemas.openxmlformats.org/officeDocument/2006/relationships/notesSlide" Target="/ppt/notesSlides/notesSlide10.xml" Id="Rcb96f3bd31c44e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10298ea8939494e" /><Relationship Type="http://schemas.openxmlformats.org/officeDocument/2006/relationships/image" Target="/ppt/media/image11.jpeg" Id="R952d1efb36b74056" /><Relationship Type="http://schemas.openxmlformats.org/officeDocument/2006/relationships/notesSlide" Target="/ppt/notesSlides/notesSlide11.xml" Id="Rab0c8626cddc4e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761b2dd59ed4ab2" /><Relationship Type="http://schemas.openxmlformats.org/officeDocument/2006/relationships/image" Target="/ppt/media/image12.jpeg" Id="R27d3bb843f084aa7" /><Relationship Type="http://schemas.openxmlformats.org/officeDocument/2006/relationships/notesSlide" Target="/ppt/notesSlides/notesSlide12.xml" Id="Rfc29af33bae440f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503aa047a484372" /><Relationship Type="http://schemas.openxmlformats.org/officeDocument/2006/relationships/image" Target="/ppt/media/image13.jpeg" Id="Rc36f7a1336f94a14" /><Relationship Type="http://schemas.openxmlformats.org/officeDocument/2006/relationships/notesSlide" Target="/ppt/notesSlides/notesSlide13.xml" Id="Rc140d331922540b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e10426f5d784629" /><Relationship Type="http://schemas.openxmlformats.org/officeDocument/2006/relationships/image" Target="/ppt/media/image14.jpeg" Id="R7a03fcfd8cca4f84" /><Relationship Type="http://schemas.openxmlformats.org/officeDocument/2006/relationships/notesSlide" Target="/ppt/notesSlides/notesSlide14.xml" Id="Rc631fb2b68b14d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3f63ef71f0042b1" /><Relationship Type="http://schemas.openxmlformats.org/officeDocument/2006/relationships/image" Target="/ppt/media/image15.jpeg" Id="R36a6963ac6d540c0" /><Relationship Type="http://schemas.openxmlformats.org/officeDocument/2006/relationships/notesSlide" Target="/ppt/notesSlides/notesSlide15.xml" Id="Ree7124ca366846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52049bcb33c4c53" /><Relationship Type="http://schemas.openxmlformats.org/officeDocument/2006/relationships/image" Target="/ppt/media/image16.jpeg" Id="Re59fb7a4959540b2" /><Relationship Type="http://schemas.openxmlformats.org/officeDocument/2006/relationships/notesSlide" Target="/ppt/notesSlides/notesSlide16.xml" Id="R8a9455b0f70c4d6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bd20cc2a094a61" /><Relationship Type="http://schemas.openxmlformats.org/officeDocument/2006/relationships/image" Target="/ppt/media/image17.jpeg" Id="Rd8c928f3f6e34e3f" /><Relationship Type="http://schemas.openxmlformats.org/officeDocument/2006/relationships/notesSlide" Target="/ppt/notesSlides/notesSlide17.xml" Id="R27ab374c0cea45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2e1de61ce654f3c" /><Relationship Type="http://schemas.openxmlformats.org/officeDocument/2006/relationships/image" Target="/ppt/media/image18.jpeg" Id="R13f4d0e937804532" /><Relationship Type="http://schemas.openxmlformats.org/officeDocument/2006/relationships/notesSlide" Target="/ppt/notesSlides/notesSlide18.xml" Id="R5eb69aca010048a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3e5a9b9d8824889" /><Relationship Type="http://schemas.openxmlformats.org/officeDocument/2006/relationships/image" Target="/ppt/media/image19.jpeg" Id="Ref0bc9a9d31d490d" /><Relationship Type="http://schemas.openxmlformats.org/officeDocument/2006/relationships/notesSlide" Target="/ppt/notesSlides/notesSlide19.xml" Id="R5ede4b8ca3784c7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9c0cce074d74100" /><Relationship Type="http://schemas.openxmlformats.org/officeDocument/2006/relationships/image" Target="/ppt/media/image20.jpeg" Id="R9b0cb5dc9b6f4ba6" /><Relationship Type="http://schemas.openxmlformats.org/officeDocument/2006/relationships/notesSlide" Target="/ppt/notesSlides/notesSlide20.xml" Id="R7945bd9e001641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20523b019344b4c" /><Relationship Type="http://schemas.openxmlformats.org/officeDocument/2006/relationships/image" Target="/ppt/media/image21.jpeg" Id="Rd0e66275608147eb" /><Relationship Type="http://schemas.openxmlformats.org/officeDocument/2006/relationships/notesSlide" Target="/ppt/notesSlides/notesSlide21.xml" Id="R41446ab6bae1479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a1d1dcc676c4c75" /><Relationship Type="http://schemas.openxmlformats.org/officeDocument/2006/relationships/image" Target="/ppt/media/image22.jpeg" Id="Re91754d77b2f4646" /><Relationship Type="http://schemas.openxmlformats.org/officeDocument/2006/relationships/notesSlide" Target="/ppt/notesSlides/notesSlide22.xml" Id="R6154091edaa74ce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6964c3e4b184259" /><Relationship Type="http://schemas.openxmlformats.org/officeDocument/2006/relationships/image" Target="/ppt/media/image23.jpeg" Id="R7f7293c6722b40e1" /><Relationship Type="http://schemas.openxmlformats.org/officeDocument/2006/relationships/notesSlide" Target="/ppt/notesSlides/notesSlide23.xml" Id="R5c1e4bba672047a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8044955a9ef49c0" /><Relationship Type="http://schemas.openxmlformats.org/officeDocument/2006/relationships/image" Target="/ppt/media/image24.jpeg" Id="Rcb9cc8d451e74adc" /><Relationship Type="http://schemas.openxmlformats.org/officeDocument/2006/relationships/notesSlide" Target="/ppt/notesSlides/notesSlide24.xml" Id="R8b4f5352785943b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63f1e0c5d1b4766" /><Relationship Type="http://schemas.openxmlformats.org/officeDocument/2006/relationships/image" Target="/ppt/media/image25.jpeg" Id="R502aace5d00a4363" /><Relationship Type="http://schemas.openxmlformats.org/officeDocument/2006/relationships/notesSlide" Target="/ppt/notesSlides/notesSlide25.xml" Id="R95d11c25585c438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8e90f048cb5417e" /><Relationship Type="http://schemas.openxmlformats.org/officeDocument/2006/relationships/image" Target="/ppt/media/image26.jpeg" Id="Rf49059c2d0c84740" /><Relationship Type="http://schemas.openxmlformats.org/officeDocument/2006/relationships/notesSlide" Target="/ppt/notesSlides/notesSlide26.xml" Id="R3670f741c92e4ac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b69a4a49a2547c5" /><Relationship Type="http://schemas.openxmlformats.org/officeDocument/2006/relationships/image" Target="/ppt/media/image27.jpeg" Id="R25b19ea2592143b3" /><Relationship Type="http://schemas.openxmlformats.org/officeDocument/2006/relationships/notesSlide" Target="/ppt/notesSlides/notesSlide27.xml" Id="R2b2c0e488bca484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0dfec222bf14b34" /><Relationship Type="http://schemas.openxmlformats.org/officeDocument/2006/relationships/image" Target="/ppt/media/image28.jpeg" Id="Rab0f6f6adf004538" /><Relationship Type="http://schemas.openxmlformats.org/officeDocument/2006/relationships/notesSlide" Target="/ppt/notesSlides/notesSlide28.xml" Id="Ra433d13a5bcf43e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a2d5cd33bee464e" /><Relationship Type="http://schemas.openxmlformats.org/officeDocument/2006/relationships/image" Target="/ppt/media/image29.jpeg" Id="Ra3b4e85f689345a3" /><Relationship Type="http://schemas.openxmlformats.org/officeDocument/2006/relationships/notesSlide" Target="/ppt/notesSlides/notesSlide29.xml" Id="R30e836d2218847d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a302c9db93e4732" /><Relationship Type="http://schemas.openxmlformats.org/officeDocument/2006/relationships/image" Target="/ppt/media/image30.jpeg" Id="R244cca2d1a8c42cf" /><Relationship Type="http://schemas.openxmlformats.org/officeDocument/2006/relationships/notesSlide" Target="/ppt/notesSlides/notesSlide30.xml" Id="R06550a1fab89440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597af54c8904b0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e9a4b152a4a4ac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FB59277-C1B4-4DE1-930E-436948A5A5B8}"/>
              </a:ext>
            </a:extLst>
          </p:cNvPr>
          <p:cNvSpPr>
            <a:spLocks xmlns:a="http://schemas.openxmlformats.org/drawingml/2006/main" noGrp="1"/>
          </p:cNvSpPr>
          <p:nvPr/>
        </p:nvSpPr>
        <p:spPr>
          <a:xfrm xmlns:a="http://schemas.openxmlformats.org/drawingml/2006/main">
            <a:off x="4648200" y="2628900"/>
            <a:ext cx="2895600" cy="2076450"/>
          </a:xfrm>
          <a:prstGeom xmlns:a="http://schemas.openxmlformats.org/drawingml/2006/main" prst="ellipse">
            <a:avLst/>
          </a:prstGeom>
          <a:solidFill xmlns:a="http://schemas.openxmlformats.org/drawingml/2006/main">
            <a:srgbClr val="FFF8EA"/>
          </a:solidFill>
          <a:ln xmlns:a="http://schemas.openxmlformats.org/drawingml/2006/main" w="28575">
            <a:solidFill>
              <a:srgbClr val="288DC1"/>
            </a:solidFill>
            <a:prstDash val="solid"/>
          </a:ln>
        </p:spPr>
      </p:sp>
      <p:sp>
        <p:nvSpPr>
          <p:cNvPr id="8" name="">
            <a:extLst xmlns:a="http://schemas.openxmlformats.org/drawingml/2006/main">
              <a:ext uri="{FF2B5EF4-FFF2-40B4-BE49-F238E27FC236}">
                <a16:creationId xmlns:a16="http://schemas.microsoft.com/office/drawing/2014/main" id="{3F17854E-9AF3-493F-8039-7C563F555228}"/>
              </a:ext>
            </a:extLst>
          </p:cNvPr>
          <p:cNvSpPr>
            <a:spLocks xmlns:a="http://schemas.openxmlformats.org/drawingml/2006/main" noGrp="1"/>
          </p:cNvSpPr>
          <p:nvPr/>
        </p:nvSpPr>
        <p:spPr>
          <a:xfrm xmlns:a="http://schemas.openxmlformats.org/drawingml/2006/main">
            <a:off x="5048250" y="3105150"/>
            <a:ext cx="2095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102A43"/>
                </a:solidFill>
                <a:latin typeface="Aptos"/>
                <a:ea typeface="Aptos"/>
                <a:cs typeface="Aptos"/>
              </a:defRPr>
            </a:pPr>
            <a:r>
              <a:rPr sz="2100" b="1">
                <a:solidFill>
                  <a:srgbClr val="102A43"/>
                </a:solidFill>
                <a:latin typeface="Aptos"/>
                <a:ea typeface="Aptos"/>
                <a:cs typeface="Aptos"/>
              </a:rPr>
              <a:t>conversation</a:t>
            </a:r>
          </a:p>
          <a:p xmlns:a="http://schemas.openxmlformats.org/drawingml/2006/main">
            <a:pPr algn="ctr">
              <a:buNone/>
              <a:defRPr sz="2100" b="1">
                <a:solidFill>
                  <a:srgbClr val="102A43"/>
                </a:solidFill>
                <a:latin typeface="Aptos"/>
                <a:ea typeface="Aptos"/>
                <a:cs typeface="Aptos"/>
              </a:defRPr>
            </a:pPr>
            <a:r>
              <a:rPr sz="2100" b="1">
                <a:solidFill>
                  <a:srgbClr val="102A43"/>
                </a:solidFill>
                <a:latin typeface="Aptos"/>
                <a:ea typeface="Aptos"/>
                <a:cs typeface="Aptos"/>
              </a:rPr>
              <a:t>state</a:t>
            </a:r>
          </a:p>
        </p:txBody>
      </p:sp>
      <p:sp>
        <p:nvSpPr>
          <p:cNvPr id="9" name="">
            <a:extLst xmlns:a="http://schemas.openxmlformats.org/drawingml/2006/main">
              <a:ext uri="{FF2B5EF4-FFF2-40B4-BE49-F238E27FC236}">
                <a16:creationId xmlns:a16="http://schemas.microsoft.com/office/drawing/2014/main" id="{EC88A361-FA69-4ADE-BB4C-9C615D6AAD10}"/>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C811154-014C-4902-BD6A-9682A2797914}"/>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Listen</a:t>
            </a:r>
          </a:p>
        </p:txBody>
      </p:sp>
      <p:sp>
        <p:nvSpPr>
          <p:cNvPr id="11" name="">
            <a:extLst xmlns:a="http://schemas.openxmlformats.org/drawingml/2006/main">
              <a:ext uri="{FF2B5EF4-FFF2-40B4-BE49-F238E27FC236}">
                <a16:creationId xmlns:a16="http://schemas.microsoft.com/office/drawing/2014/main" id="{C190C01D-8356-4E67-A1B5-089033E94395}"/>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206EE4E-0D50-456A-8796-3639C9D78D7B}"/>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decide</a:t>
            </a:r>
          </a:p>
        </p:txBody>
      </p:sp>
      <p:sp>
        <p:nvSpPr>
          <p:cNvPr id="13" name="">
            <a:extLst xmlns:a="http://schemas.openxmlformats.org/drawingml/2006/main">
              <a:ext uri="{FF2B5EF4-FFF2-40B4-BE49-F238E27FC236}">
                <a16:creationId xmlns:a16="http://schemas.microsoft.com/office/drawing/2014/main" id="{50278D17-BAEB-47EF-900E-00DF088DCC9C}"/>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966340E-4736-4C85-B251-6D52020EE8A4}"/>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speak</a:t>
            </a:r>
          </a:p>
        </p:txBody>
      </p:sp>
      <p:sp>
        <p:nvSpPr>
          <p:cNvPr id="15" name="">
            <a:extLst xmlns:a="http://schemas.openxmlformats.org/drawingml/2006/main">
              <a:ext uri="{FF2B5EF4-FFF2-40B4-BE49-F238E27FC236}">
                <a16:creationId xmlns:a16="http://schemas.microsoft.com/office/drawing/2014/main" id="{7A538C5A-F47A-4837-8F4E-B152141EE0B3}"/>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ellipse">
            <a:avLst/>
          </a:prstGeom>
          <a:solidFill xmlns:a="http://schemas.openxmlformats.org/drawingml/2006/main">
            <a:srgbClr val="D96C5F"/>
          </a:solidFill>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DFF9AA01-2067-4086-9A68-D8D4EE089D59}"/>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yield</a:t>
            </a:r>
          </a:p>
        </p:txBody>
      </p:sp>
      <p:sp>
        <p:nvSpPr>
          <p:cNvPr id="17" name="">
            <a:extLst xmlns:a="http://schemas.openxmlformats.org/drawingml/2006/main">
              <a:ext uri="{FF2B5EF4-FFF2-40B4-BE49-F238E27FC236}">
                <a16:creationId xmlns:a16="http://schemas.microsoft.com/office/drawing/2014/main" id="{393ABCDC-F933-4B33-B5A2-D3C3B88D5807}"/>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58B566A4-45B2-48CF-BE10-1E31499E84B4}"/>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remember</a:t>
            </a:r>
          </a:p>
        </p:txBody>
      </p:sp>
      <p:sp>
        <p:nvSpPr>
          <p:cNvPr id="19" name="">
            <a:extLst xmlns:a="http://schemas.openxmlformats.org/drawingml/2006/main">
              <a:ext uri="{FF2B5EF4-FFF2-40B4-BE49-F238E27FC236}">
                <a16:creationId xmlns:a16="http://schemas.microsoft.com/office/drawing/2014/main" id="{70688C23-4F04-4DD7-8140-0E98F48B59EE}"/>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7F2700C4-CCB7-47A7-AEFF-1681D6793878}"/>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act</a:t>
            </a:r>
          </a:p>
        </p:txBody>
      </p:sp>
      <p:sp>
        <p:nvSpPr>
          <p:cNvPr id="21" name="">
            <a:extLst xmlns:a="http://schemas.openxmlformats.org/drawingml/2006/main">
              <a:ext uri="{FF2B5EF4-FFF2-40B4-BE49-F238E27FC236}">
                <a16:creationId xmlns:a16="http://schemas.microsoft.com/office/drawing/2014/main" id="{474190E8-6342-4907-9B6C-16D1DCC76E8D}"/>
              </a:ext>
            </a:extLst>
          </p:cNvPr>
          <p:cNvSpPr>
            <a:spLocks xmlns:a="http://schemas.openxmlformats.org/drawingml/2006/main" noGrp="1"/>
          </p:cNvSpPr>
          <p:nvPr/>
        </p:nvSpPr>
        <p:spPr>
          <a:xfrm xmlns:a="http://schemas.openxmlformats.org/drawingml/2006/main">
            <a:off x="8448675" y="53530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800" b="1">
                <a:solidFill>
                  <a:srgbClr val="D96C5F"/>
                </a:solidFill>
                <a:latin typeface="Aptos"/>
                <a:ea typeface="Aptos"/>
                <a:cs typeface="Aptos"/>
              </a:defRPr>
            </a:pPr>
            <a:r>
              <a:rPr sz="1800" b="1">
                <a:solidFill>
                  <a:srgbClr val="D96C5F"/>
                </a:solidFill>
                <a:latin typeface="Aptos"/>
                <a:ea typeface="Aptos"/>
                <a:cs typeface="Aptos"/>
              </a:rPr>
              <a:t>All at once.</a:t>
            </a:r>
          </a:p>
        </p:txBody>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89fea4e890a41b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80/20 glossary</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6ACED7-511A-499C-B3E3-244B7AAA3ADD}"/>
              </a:ext>
            </a:extLst>
          </p:cNvPr>
          <p:cNvSpPr>
            <a:spLocks xmlns:a="http://schemas.openxmlformats.org/drawingml/2006/main" noGrp="1"/>
          </p:cNvSpPr>
          <p:nvPr/>
        </p:nvSpPr>
        <p:spPr>
          <a:xfrm xmlns:a="http://schemas.openxmlformats.org/drawingml/2006/main">
            <a:off x="876300" y="19431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VAD</a:t>
            </a:r>
          </a:p>
        </p:txBody>
      </p:sp>
      <p:sp>
        <p:nvSpPr>
          <p:cNvPr id="8" name="">
            <a:extLst xmlns:a="http://schemas.openxmlformats.org/drawingml/2006/main">
              <a:ext uri="{FF2B5EF4-FFF2-40B4-BE49-F238E27FC236}">
                <a16:creationId xmlns:a16="http://schemas.microsoft.com/office/drawing/2014/main" id="{B67181BE-A9A6-446B-BBCD-A88484F24E4D}"/>
              </a:ext>
            </a:extLst>
          </p:cNvPr>
          <p:cNvSpPr>
            <a:spLocks xmlns:a="http://schemas.openxmlformats.org/drawingml/2006/main" noGrp="1"/>
          </p:cNvSpPr>
          <p:nvPr/>
        </p:nvSpPr>
        <p:spPr>
          <a:xfrm xmlns:a="http://schemas.openxmlformats.org/drawingml/2006/main">
            <a:off x="3143250" y="19431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Is someone speaking?</a:t>
            </a:r>
          </a:p>
        </p:txBody>
      </p:sp>
      <p:sp>
        <p:nvSpPr>
          <p:cNvPr id="9" name="">
            <a:extLst xmlns:a="http://schemas.openxmlformats.org/drawingml/2006/main">
              <a:ext uri="{FF2B5EF4-FFF2-40B4-BE49-F238E27FC236}">
                <a16:creationId xmlns:a16="http://schemas.microsoft.com/office/drawing/2014/main" id="{44CFDC9D-F39E-4565-9029-3941E2EF9F4F}"/>
              </a:ext>
            </a:extLst>
          </p:cNvPr>
          <p:cNvSpPr>
            <a:spLocks xmlns:a="http://schemas.openxmlformats.org/drawingml/2006/main" noGrp="1"/>
          </p:cNvSpPr>
          <p:nvPr/>
        </p:nvSpPr>
        <p:spPr>
          <a:xfrm xmlns:a="http://schemas.openxmlformats.org/drawingml/2006/main">
            <a:off x="876300" y="24955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ASR / STT</a:t>
            </a:r>
          </a:p>
        </p:txBody>
      </p:sp>
      <p:sp>
        <p:nvSpPr>
          <p:cNvPr id="10" name="">
            <a:extLst xmlns:a="http://schemas.openxmlformats.org/drawingml/2006/main">
              <a:ext uri="{FF2B5EF4-FFF2-40B4-BE49-F238E27FC236}">
                <a16:creationId xmlns:a16="http://schemas.microsoft.com/office/drawing/2014/main" id="{CCCF1DC7-BBB4-449C-83DC-5C561377171E}"/>
              </a:ext>
            </a:extLst>
          </p:cNvPr>
          <p:cNvSpPr>
            <a:spLocks xmlns:a="http://schemas.openxmlformats.org/drawingml/2006/main" noGrp="1"/>
          </p:cNvSpPr>
          <p:nvPr/>
        </p:nvSpPr>
        <p:spPr>
          <a:xfrm xmlns:a="http://schemas.openxmlformats.org/drawingml/2006/main">
            <a:off x="3143250" y="24955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What did they say?</a:t>
            </a:r>
          </a:p>
        </p:txBody>
      </p:sp>
      <p:sp>
        <p:nvSpPr>
          <p:cNvPr id="11" name="">
            <a:extLst xmlns:a="http://schemas.openxmlformats.org/drawingml/2006/main">
              <a:ext uri="{FF2B5EF4-FFF2-40B4-BE49-F238E27FC236}">
                <a16:creationId xmlns:a16="http://schemas.microsoft.com/office/drawing/2014/main" id="{8B17B3BF-E4A7-427B-9AF4-B55CA173FF2C}"/>
              </a:ext>
            </a:extLst>
          </p:cNvPr>
          <p:cNvSpPr>
            <a:spLocks xmlns:a="http://schemas.openxmlformats.org/drawingml/2006/main" noGrp="1"/>
          </p:cNvSpPr>
          <p:nvPr/>
        </p:nvSpPr>
        <p:spPr>
          <a:xfrm xmlns:a="http://schemas.openxmlformats.org/drawingml/2006/main">
            <a:off x="876300" y="30480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EOU / endpoint</a:t>
            </a:r>
          </a:p>
        </p:txBody>
      </p:sp>
      <p:sp>
        <p:nvSpPr>
          <p:cNvPr id="12" name="">
            <a:extLst xmlns:a="http://schemas.openxmlformats.org/drawingml/2006/main">
              <a:ext uri="{FF2B5EF4-FFF2-40B4-BE49-F238E27FC236}">
                <a16:creationId xmlns:a16="http://schemas.microsoft.com/office/drawing/2014/main" id="{19D04F6A-79C5-419F-B8AC-C932DE307DF4}"/>
              </a:ext>
            </a:extLst>
          </p:cNvPr>
          <p:cNvSpPr>
            <a:spLocks xmlns:a="http://schemas.openxmlformats.org/drawingml/2006/main" noGrp="1"/>
          </p:cNvSpPr>
          <p:nvPr/>
        </p:nvSpPr>
        <p:spPr>
          <a:xfrm xmlns:a="http://schemas.openxmlformats.org/drawingml/2006/main">
            <a:off x="3143250" y="30480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Are they finished?</a:t>
            </a:r>
          </a:p>
        </p:txBody>
      </p:sp>
      <p:sp>
        <p:nvSpPr>
          <p:cNvPr id="13" name="">
            <a:extLst xmlns:a="http://schemas.openxmlformats.org/drawingml/2006/main">
              <a:ext uri="{FF2B5EF4-FFF2-40B4-BE49-F238E27FC236}">
                <a16:creationId xmlns:a16="http://schemas.microsoft.com/office/drawing/2014/main" id="{4882B590-615A-4E3F-AE84-31456D63191E}"/>
              </a:ext>
            </a:extLst>
          </p:cNvPr>
          <p:cNvSpPr>
            <a:spLocks xmlns:a="http://schemas.openxmlformats.org/drawingml/2006/main" noGrp="1"/>
          </p:cNvSpPr>
          <p:nvPr/>
        </p:nvSpPr>
        <p:spPr>
          <a:xfrm xmlns:a="http://schemas.openxmlformats.org/drawingml/2006/main">
            <a:off x="876300" y="36004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LLM TTFT</a:t>
            </a:r>
          </a:p>
        </p:txBody>
      </p:sp>
      <p:sp>
        <p:nvSpPr>
          <p:cNvPr id="14" name="">
            <a:extLst xmlns:a="http://schemas.openxmlformats.org/drawingml/2006/main">
              <a:ext uri="{FF2B5EF4-FFF2-40B4-BE49-F238E27FC236}">
                <a16:creationId xmlns:a16="http://schemas.microsoft.com/office/drawing/2014/main" id="{747151BA-FD53-4E8F-9607-952DAD5AAE0F}"/>
              </a:ext>
            </a:extLst>
          </p:cNvPr>
          <p:cNvSpPr>
            <a:spLocks xmlns:a="http://schemas.openxmlformats.org/drawingml/2006/main" noGrp="1"/>
          </p:cNvSpPr>
          <p:nvPr/>
        </p:nvSpPr>
        <p:spPr>
          <a:xfrm xmlns:a="http://schemas.openxmlformats.org/drawingml/2006/main">
            <a:off x="3143250" y="36004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thinking token</a:t>
            </a:r>
          </a:p>
        </p:txBody>
      </p:sp>
      <p:sp>
        <p:nvSpPr>
          <p:cNvPr id="15" name="">
            <a:extLst xmlns:a="http://schemas.openxmlformats.org/drawingml/2006/main">
              <a:ext uri="{FF2B5EF4-FFF2-40B4-BE49-F238E27FC236}">
                <a16:creationId xmlns:a16="http://schemas.microsoft.com/office/drawing/2014/main" id="{59F790ED-05D1-4EFF-AE01-900643A09DA5}"/>
              </a:ext>
            </a:extLst>
          </p:cNvPr>
          <p:cNvSpPr>
            <a:spLocks xmlns:a="http://schemas.openxmlformats.org/drawingml/2006/main" noGrp="1"/>
          </p:cNvSpPr>
          <p:nvPr/>
        </p:nvSpPr>
        <p:spPr>
          <a:xfrm xmlns:a="http://schemas.openxmlformats.org/drawingml/2006/main">
            <a:off x="876300" y="41529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TTS TTFB</a:t>
            </a:r>
          </a:p>
        </p:txBody>
      </p:sp>
      <p:sp>
        <p:nvSpPr>
          <p:cNvPr id="16" name="">
            <a:extLst xmlns:a="http://schemas.openxmlformats.org/drawingml/2006/main">
              <a:ext uri="{FF2B5EF4-FFF2-40B4-BE49-F238E27FC236}">
                <a16:creationId xmlns:a16="http://schemas.microsoft.com/office/drawing/2014/main" id="{FEF48323-BCEA-473A-AD0B-3D4D58FA4F64}"/>
              </a:ext>
            </a:extLst>
          </p:cNvPr>
          <p:cNvSpPr>
            <a:spLocks xmlns:a="http://schemas.openxmlformats.org/drawingml/2006/main" noGrp="1"/>
          </p:cNvSpPr>
          <p:nvPr/>
        </p:nvSpPr>
        <p:spPr>
          <a:xfrm xmlns:a="http://schemas.openxmlformats.org/drawingml/2006/main">
            <a:off x="3143250" y="41529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playable audio</a:t>
            </a:r>
          </a:p>
        </p:txBody>
      </p:sp>
      <p:sp>
        <p:nvSpPr>
          <p:cNvPr id="17" name="">
            <a:extLst xmlns:a="http://schemas.openxmlformats.org/drawingml/2006/main">
              <a:ext uri="{FF2B5EF4-FFF2-40B4-BE49-F238E27FC236}">
                <a16:creationId xmlns:a16="http://schemas.microsoft.com/office/drawing/2014/main" id="{6A9CEAD1-4DFD-4665-A5D1-279602C2CB97}"/>
              </a:ext>
            </a:extLst>
          </p:cNvPr>
          <p:cNvSpPr>
            <a:spLocks xmlns:a="http://schemas.openxmlformats.org/drawingml/2006/main" noGrp="1"/>
          </p:cNvSpPr>
          <p:nvPr/>
        </p:nvSpPr>
        <p:spPr>
          <a:xfrm xmlns:a="http://schemas.openxmlformats.org/drawingml/2006/main">
            <a:off x="876300" y="47053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Barge-in</a:t>
            </a:r>
          </a:p>
        </p:txBody>
      </p:sp>
      <p:sp>
        <p:nvSpPr>
          <p:cNvPr id="18" name="">
            <a:extLst xmlns:a="http://schemas.openxmlformats.org/drawingml/2006/main">
              <a:ext uri="{FF2B5EF4-FFF2-40B4-BE49-F238E27FC236}">
                <a16:creationId xmlns:a16="http://schemas.microsoft.com/office/drawing/2014/main" id="{7D1D7293-5318-44A0-B996-B83A7E34BD1B}"/>
              </a:ext>
            </a:extLst>
          </p:cNvPr>
          <p:cNvSpPr>
            <a:spLocks xmlns:a="http://schemas.openxmlformats.org/drawingml/2006/main" noGrp="1"/>
          </p:cNvSpPr>
          <p:nvPr/>
        </p:nvSpPr>
        <p:spPr>
          <a:xfrm xmlns:a="http://schemas.openxmlformats.org/drawingml/2006/main">
            <a:off x="3143250" y="47053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Caller takes the floor</a:t>
            </a:r>
          </a:p>
        </p:txBody>
      </p:sp>
      <p:sp>
        <p:nvSpPr>
          <p:cNvPr id="19" name="">
            <a:extLst xmlns:a="http://schemas.openxmlformats.org/drawingml/2006/main">
              <a:ext uri="{FF2B5EF4-FFF2-40B4-BE49-F238E27FC236}">
                <a16:creationId xmlns:a16="http://schemas.microsoft.com/office/drawing/2014/main" id="{B27D8DCD-1C0C-4AE3-992F-3215858F8CE0}"/>
              </a:ext>
            </a:extLst>
          </p:cNvPr>
          <p:cNvSpPr>
            <a:spLocks xmlns:a="http://schemas.openxmlformats.org/drawingml/2006/main" noGrp="1"/>
          </p:cNvSpPr>
          <p:nvPr/>
        </p:nvSpPr>
        <p:spPr>
          <a:xfrm xmlns:a="http://schemas.openxmlformats.org/drawingml/2006/main">
            <a:off x="876300" y="52578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RTF</a:t>
            </a:r>
          </a:p>
        </p:txBody>
      </p:sp>
      <p:sp>
        <p:nvSpPr>
          <p:cNvPr id="20" name="">
            <a:extLst xmlns:a="http://schemas.openxmlformats.org/drawingml/2006/main">
              <a:ext uri="{FF2B5EF4-FFF2-40B4-BE49-F238E27FC236}">
                <a16:creationId xmlns:a16="http://schemas.microsoft.com/office/drawing/2014/main" id="{12CF11AC-7116-4683-9D23-BBF4649125B8}"/>
              </a:ext>
            </a:extLst>
          </p:cNvPr>
          <p:cNvSpPr>
            <a:spLocks xmlns:a="http://schemas.openxmlformats.org/drawingml/2006/main" noGrp="1"/>
          </p:cNvSpPr>
          <p:nvPr/>
        </p:nvSpPr>
        <p:spPr>
          <a:xfrm xmlns:a="http://schemas.openxmlformats.org/drawingml/2006/main">
            <a:off x="3143250" y="52578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Inference keeps up with real time</a:t>
            </a:r>
          </a:p>
        </p:txBody>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4e56c4a07ab3471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30099e301604e8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b15d25471af48c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499256dfe324ef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006e14a044534b6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79f78453930481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8c5152a813cf45d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52d1efb36b7405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7d3bb843f084aa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36f7a1336f94a1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7a03fcfd8cca4f8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36a6963ac6d540c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59fb7a4959540b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8c928f3f6e34e3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3f4d0e93780453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f0bc9a9d31d49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9b0cb5dc9b6f4ba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0e66275608147e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91754d77b2f464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f7293c6722b40e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b9cc8d451e74a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02aace5d00a436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49059c2d0c8474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5b19ea2592143b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b0f6f6adf0045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3b4e85f689345a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44cca2d1a8c42c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2026-08-25T02:34:58.4540000Z</dcterms:created>
  <dcterms:modified xsi:type="dcterms:W3CDTF">2026-08-25T02:34:58.4540000Z</dcterms:modified>
</coreProperties>
</file>