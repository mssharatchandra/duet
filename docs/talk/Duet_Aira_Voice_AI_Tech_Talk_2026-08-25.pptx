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dc278dbbcc442d7" /><Relationship Type="http://schemas.openxmlformats.org/officeDocument/2006/relationships/extended-properties" Target="/docProps/app.xml" Id="R62f5e66e50ba4d80" /><Relationship Type="http://schemas.openxmlformats.org/officeDocument/2006/relationships/officeDocument" Target="/ppt/presentation.xml" Id="R9a4ebc8ebd0049ad" /></Relationships>
</file>

<file path=ppt/presentation.xml><?xml version="1.0" encoding="utf-8"?>
<p:presentation xmlns:p="http://schemas.openxmlformats.org/presentationml/2006/main">
  <p:sldMasterIdLst>
    <p:sldMasterId xmlns:r="http://schemas.openxmlformats.org/officeDocument/2006/relationships" id="2147483648" r:id="R75687bc4c4304687"/>
  </p:sldMasterIdLst>
  <p:notesMasterIdLst>
    <p:notesMasterId xmlns:r="http://schemas.openxmlformats.org/officeDocument/2006/relationships" r:id="R583ce0d3c9af4d0c"/>
  </p:notesMasterIdLst>
  <p:sldIdLst>
    <p:sldId xmlns:r="http://schemas.openxmlformats.org/officeDocument/2006/relationships" id="256" r:id="Rf2b76a1c724c43f3"/>
    <p:sldId xmlns:r="http://schemas.openxmlformats.org/officeDocument/2006/relationships" id="257" r:id="R0b03f508c1cf4c84"/>
    <p:sldId xmlns:r="http://schemas.openxmlformats.org/officeDocument/2006/relationships" id="258" r:id="Rb4d0b85efa324476"/>
    <p:sldId xmlns:r="http://schemas.openxmlformats.org/officeDocument/2006/relationships" id="259" r:id="R86155d45a34d4161"/>
    <p:sldId xmlns:r="http://schemas.openxmlformats.org/officeDocument/2006/relationships" id="260" r:id="R8a7d23993c7f4792"/>
    <p:sldId xmlns:r="http://schemas.openxmlformats.org/officeDocument/2006/relationships" id="261" r:id="R726f0ed34f124b4a"/>
    <p:sldId xmlns:r="http://schemas.openxmlformats.org/officeDocument/2006/relationships" id="262" r:id="R578ac6a2df6543f7"/>
    <p:sldId xmlns:r="http://schemas.openxmlformats.org/officeDocument/2006/relationships" id="263" r:id="R2fbd8af25c3d45c3"/>
    <p:sldId xmlns:r="http://schemas.openxmlformats.org/officeDocument/2006/relationships" id="264" r:id="Rfb857c14931a45c3"/>
    <p:sldId xmlns:r="http://schemas.openxmlformats.org/officeDocument/2006/relationships" id="265" r:id="Re8777199cf0c4faa"/>
    <p:sldId xmlns:r="http://schemas.openxmlformats.org/officeDocument/2006/relationships" id="266" r:id="R7743492ebcdc4ab5"/>
    <p:sldId xmlns:r="http://schemas.openxmlformats.org/officeDocument/2006/relationships" id="267" r:id="Re3d64fe824604bb6"/>
    <p:sldId xmlns:r="http://schemas.openxmlformats.org/officeDocument/2006/relationships" id="268" r:id="R8a642f4b0a954d36"/>
    <p:sldId xmlns:r="http://schemas.openxmlformats.org/officeDocument/2006/relationships" id="269" r:id="R682b679fc50f4178"/>
    <p:sldId xmlns:r="http://schemas.openxmlformats.org/officeDocument/2006/relationships" id="270" r:id="R5942db0dba6b45b1"/>
    <p:sldId xmlns:r="http://schemas.openxmlformats.org/officeDocument/2006/relationships" id="271" r:id="R7382374e779e4cc0"/>
    <p:sldId xmlns:r="http://schemas.openxmlformats.org/officeDocument/2006/relationships" id="272" r:id="R334ded83640f4ad5"/>
    <p:sldId xmlns:r="http://schemas.openxmlformats.org/officeDocument/2006/relationships" id="273" r:id="Red24c7de834d4e9e"/>
    <p:sldId xmlns:r="http://schemas.openxmlformats.org/officeDocument/2006/relationships" id="274" r:id="R8770ed3171934fc2"/>
    <p:sldId xmlns:r="http://schemas.openxmlformats.org/officeDocument/2006/relationships" id="275" r:id="R02c5458889d24ca8"/>
    <p:sldId xmlns:r="http://schemas.openxmlformats.org/officeDocument/2006/relationships" id="276" r:id="Rc6b23e1ab3514326"/>
    <p:sldId xmlns:r="http://schemas.openxmlformats.org/officeDocument/2006/relationships" id="277" r:id="R7c24795493044f29"/>
    <p:sldId xmlns:r="http://schemas.openxmlformats.org/officeDocument/2006/relationships" id="278" r:id="Rb1a0b0d168b94250"/>
    <p:sldId xmlns:r="http://schemas.openxmlformats.org/officeDocument/2006/relationships" id="279" r:id="R8692692b29164ea9"/>
    <p:sldId xmlns:r="http://schemas.openxmlformats.org/officeDocument/2006/relationships" id="280" r:id="R6b7cab419daf48be"/>
    <p:sldId xmlns:r="http://schemas.openxmlformats.org/officeDocument/2006/relationships" id="281" r:id="R65a81d239e534570"/>
    <p:sldId xmlns:r="http://schemas.openxmlformats.org/officeDocument/2006/relationships" id="282" r:id="R6db7cc78930d4ea8"/>
    <p:sldId xmlns:r="http://schemas.openxmlformats.org/officeDocument/2006/relationships" id="283" r:id="Rd07183b0c07c4f0c"/>
    <p:sldId xmlns:r="http://schemas.openxmlformats.org/officeDocument/2006/relationships" id="284" r:id="R4007f7ca515c4860"/>
    <p:sldId xmlns:r="http://schemas.openxmlformats.org/officeDocument/2006/relationships" id="285" r:id="Re6642a467cfd463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ef131b8860b4cbf" /><Relationship Type="http://schemas.openxmlformats.org/officeDocument/2006/relationships/slideMaster" Target="/ppt/slideMasters/slideMaster1.xml" Id="R75687bc4c4304687" /><Relationship Type="http://schemas.openxmlformats.org/officeDocument/2006/relationships/notesMaster" Target="/ppt/notesMasters/notesMaster1.xml" Id="R583ce0d3c9af4d0c" /><Relationship Type="http://schemas.openxmlformats.org/officeDocument/2006/relationships/presProps" Target="/ppt/presProps.xml" Id="R9ada6cb42b454d19" /><Relationship Type="http://schemas.openxmlformats.org/officeDocument/2006/relationships/tableStyles" Target="/ppt/tableStyles.xml" Id="R2a789467c85b4985" /><Relationship Type="http://schemas.openxmlformats.org/officeDocument/2006/relationships/slide" Target="/ppt/slides/slide1.xml" Id="Rf2b76a1c724c43f3" /><Relationship Type="http://schemas.openxmlformats.org/officeDocument/2006/relationships/slide" Target="/ppt/slides/slide2.xml" Id="R0b03f508c1cf4c84" /><Relationship Type="http://schemas.openxmlformats.org/officeDocument/2006/relationships/slide" Target="/ppt/slides/slide3.xml" Id="Rb4d0b85efa324476" /><Relationship Type="http://schemas.openxmlformats.org/officeDocument/2006/relationships/slide" Target="/ppt/slides/slide4.xml" Id="R86155d45a34d4161" /><Relationship Type="http://schemas.openxmlformats.org/officeDocument/2006/relationships/slide" Target="/ppt/slides/slide5.xml" Id="R8a7d23993c7f4792" /><Relationship Type="http://schemas.openxmlformats.org/officeDocument/2006/relationships/slide" Target="/ppt/slides/slide6.xml" Id="R726f0ed34f124b4a" /><Relationship Type="http://schemas.openxmlformats.org/officeDocument/2006/relationships/slide" Target="/ppt/slides/slide7.xml" Id="R578ac6a2df6543f7" /><Relationship Type="http://schemas.openxmlformats.org/officeDocument/2006/relationships/slide" Target="/ppt/slides/slide8.xml" Id="R2fbd8af25c3d45c3" /><Relationship Type="http://schemas.openxmlformats.org/officeDocument/2006/relationships/slide" Target="/ppt/slides/slide9.xml" Id="Rfb857c14931a45c3" /><Relationship Type="http://schemas.openxmlformats.org/officeDocument/2006/relationships/slide" Target="/ppt/slides/slide10.xml" Id="Re8777199cf0c4faa" /><Relationship Type="http://schemas.openxmlformats.org/officeDocument/2006/relationships/slide" Target="/ppt/slides/slide11.xml" Id="R7743492ebcdc4ab5" /><Relationship Type="http://schemas.openxmlformats.org/officeDocument/2006/relationships/slide" Target="/ppt/slides/slide12.xml" Id="Re3d64fe824604bb6" /><Relationship Type="http://schemas.openxmlformats.org/officeDocument/2006/relationships/slide" Target="/ppt/slides/slide13.xml" Id="R8a642f4b0a954d36" /><Relationship Type="http://schemas.openxmlformats.org/officeDocument/2006/relationships/slide" Target="/ppt/slides/slide14.xml" Id="R682b679fc50f4178" /><Relationship Type="http://schemas.openxmlformats.org/officeDocument/2006/relationships/slide" Target="/ppt/slides/slide15.xml" Id="R5942db0dba6b45b1" /><Relationship Type="http://schemas.openxmlformats.org/officeDocument/2006/relationships/slide" Target="/ppt/slides/slide16.xml" Id="R7382374e779e4cc0" /><Relationship Type="http://schemas.openxmlformats.org/officeDocument/2006/relationships/slide" Target="/ppt/slides/slide17.xml" Id="R334ded83640f4ad5" /><Relationship Type="http://schemas.openxmlformats.org/officeDocument/2006/relationships/slide" Target="/ppt/slides/slide18.xml" Id="Red24c7de834d4e9e" /><Relationship Type="http://schemas.openxmlformats.org/officeDocument/2006/relationships/slide" Target="/ppt/slides/slide19.xml" Id="R8770ed3171934fc2" /><Relationship Type="http://schemas.openxmlformats.org/officeDocument/2006/relationships/slide" Target="/ppt/slides/slide20.xml" Id="R02c5458889d24ca8" /><Relationship Type="http://schemas.openxmlformats.org/officeDocument/2006/relationships/slide" Target="/ppt/slides/slide21.xml" Id="Rc6b23e1ab3514326" /><Relationship Type="http://schemas.openxmlformats.org/officeDocument/2006/relationships/slide" Target="/ppt/slides/slide22.xml" Id="R7c24795493044f29" /><Relationship Type="http://schemas.openxmlformats.org/officeDocument/2006/relationships/slide" Target="/ppt/slides/slide23.xml" Id="Rb1a0b0d168b94250" /><Relationship Type="http://schemas.openxmlformats.org/officeDocument/2006/relationships/slide" Target="/ppt/slides/slide24.xml" Id="R8692692b29164ea9" /><Relationship Type="http://schemas.openxmlformats.org/officeDocument/2006/relationships/slide" Target="/ppt/slides/slide25.xml" Id="R6b7cab419daf48be" /><Relationship Type="http://schemas.openxmlformats.org/officeDocument/2006/relationships/slide" Target="/ppt/slides/slide26.xml" Id="R65a81d239e534570" /><Relationship Type="http://schemas.openxmlformats.org/officeDocument/2006/relationships/slide" Target="/ppt/slides/slide27.xml" Id="R6db7cc78930d4ea8" /><Relationship Type="http://schemas.openxmlformats.org/officeDocument/2006/relationships/slide" Target="/ppt/slides/slide28.xml" Id="Rd07183b0c07c4f0c" /><Relationship Type="http://schemas.openxmlformats.org/officeDocument/2006/relationships/slide" Target="/ppt/slides/slide29.xml" Id="R4007f7ca515c4860" /><Relationship Type="http://schemas.openxmlformats.org/officeDocument/2006/relationships/slide" Target="/ppt/slides/slide30.xml" Id="Re6642a467cfd46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fff4bd1d5194d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cb9e8cb6d44f43" /><Relationship Type="http://schemas.openxmlformats.org/officeDocument/2006/relationships/notesMaster" Target="/ppt/notesMasters/notesMaster1.xml" Id="Rcc75653996d44d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82f92bcd804d79" /><Relationship Type="http://schemas.openxmlformats.org/officeDocument/2006/relationships/notesMaster" Target="/ppt/notesMasters/notesMaster1.xml" Id="Rf3014061607641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906d53acb04c2e" /><Relationship Type="http://schemas.openxmlformats.org/officeDocument/2006/relationships/notesMaster" Target="/ppt/notesMasters/notesMaster1.xml" Id="R5b18c4f3198d4ee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a6703014aa4310" /><Relationship Type="http://schemas.openxmlformats.org/officeDocument/2006/relationships/notesMaster" Target="/ppt/notesMasters/notesMaster1.xml" Id="R2e9c48059fd045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cff802370a04aaf" /><Relationship Type="http://schemas.openxmlformats.org/officeDocument/2006/relationships/notesMaster" Target="/ppt/notesMasters/notesMaster1.xml" Id="Rfcead8252b324e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219f0576ee4481" /><Relationship Type="http://schemas.openxmlformats.org/officeDocument/2006/relationships/notesMaster" Target="/ppt/notesMasters/notesMaster1.xml" Id="R23820dfe9ad84c5a" /></Relationships>
</file>

<file path=ppt/notesSlides/_rels/notesSlide7.xml.rels>&#65279;<?xml version="1.0" encoding="utf-8"?><Relationships xmlns="http://schemas.openxmlformats.org/package/2006/relationships"><Relationship Type="http://schemas.openxmlformats.org/officeDocument/2006/relationships/slide" Target="/ppt/slides/slide7.xml" Id="R3c84cb2e7e624e6e" /><Relationship Type="http://schemas.openxmlformats.org/officeDocument/2006/relationships/notesMaster" Target="/ppt/notesMasters/notesMaster1.xml" Id="Rddfa1f70abd34f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fab2d1c1744d4c" /><Relationship Type="http://schemas.openxmlformats.org/officeDocument/2006/relationships/notesMaster" Target="/ppt/notesMasters/notesMaster1.xml" Id="R7c6f4be5749341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0b40dbeb384a5f" /><Relationship Type="http://schemas.openxmlformats.org/officeDocument/2006/relationships/notesMaster" Target="/ppt/notesMasters/notesMaster1.xml" Id="R83453239af2843d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a4bbc74fb94d23" /><Relationship Type="http://schemas.openxmlformats.org/officeDocument/2006/relationships/notesMaster" Target="/ppt/notesMasters/notesMaster1.xml" Id="R322a5e09b8ac4e6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114a117a3ac4ac0" /><Relationship Type="http://schemas.openxmlformats.org/officeDocument/2006/relationships/notesMaster" Target="/ppt/notesMasters/notesMaster1.xml" Id="R727af5a5dac2415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cf5fc638924320" /><Relationship Type="http://schemas.openxmlformats.org/officeDocument/2006/relationships/notesMaster" Target="/ppt/notesMasters/notesMaster1.xml" Id="Rc4cd99fe98b1442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d1085f0369416c" /><Relationship Type="http://schemas.openxmlformats.org/officeDocument/2006/relationships/notesMaster" Target="/ppt/notesMasters/notesMaster1.xml" Id="R11a6637a8181421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92e56f71a04885" /><Relationship Type="http://schemas.openxmlformats.org/officeDocument/2006/relationships/notesMaster" Target="/ppt/notesMasters/notesMaster1.xml" Id="R92406248e3f8420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804c941b3414240" /><Relationship Type="http://schemas.openxmlformats.org/officeDocument/2006/relationships/notesMaster" Target="/ppt/notesMasters/notesMaster1.xml" Id="R4c1b3ae0e3bd45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353a0ea21343d3" /><Relationship Type="http://schemas.openxmlformats.org/officeDocument/2006/relationships/notesMaster" Target="/ppt/notesMasters/notesMaster1.xml" Id="R940c286cfedb4b4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298d9033415477b" /><Relationship Type="http://schemas.openxmlformats.org/officeDocument/2006/relationships/notesMaster" Target="/ppt/notesMasters/notesMaster1.xml" Id="R7abb75679f334b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0b57bc73ccd4803" /><Relationship Type="http://schemas.openxmlformats.org/officeDocument/2006/relationships/notesMaster" Target="/ppt/notesMasters/notesMaster1.xml" Id="R62f175d133894f5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5c2444bce8a4d99" /><Relationship Type="http://schemas.openxmlformats.org/officeDocument/2006/relationships/notesMaster" Target="/ppt/notesMasters/notesMaster1.xml" Id="R1c59f00d924d4e3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6bdb224036c4a3f" /><Relationship Type="http://schemas.openxmlformats.org/officeDocument/2006/relationships/notesMaster" Target="/ppt/notesMasters/notesMaster1.xml" Id="R798aae46834d406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a699bdc79eb42d9" /><Relationship Type="http://schemas.openxmlformats.org/officeDocument/2006/relationships/notesMaster" Target="/ppt/notesMasters/notesMaster1.xml" Id="R2e5483ee695d4fb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a769f629e9f4517" /><Relationship Type="http://schemas.openxmlformats.org/officeDocument/2006/relationships/notesMaster" Target="/ppt/notesMasters/notesMaster1.xml" Id="Rd521651ad8c5424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dcac52f725746fc" /><Relationship Type="http://schemas.openxmlformats.org/officeDocument/2006/relationships/notesMaster" Target="/ppt/notesMasters/notesMaster1.xml" Id="R908fe0ecefcc4b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2522d2414364725" /><Relationship Type="http://schemas.openxmlformats.org/officeDocument/2006/relationships/notesMaster" Target="/ppt/notesMasters/notesMaster1.xml" Id="Rf2f043dd65e3481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8b0fdff6bc04297" /><Relationship Type="http://schemas.openxmlformats.org/officeDocument/2006/relationships/notesMaster" Target="/ppt/notesMasters/notesMaster1.xml" Id="Rb97769e116f8409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e729c74671048de" /><Relationship Type="http://schemas.openxmlformats.org/officeDocument/2006/relationships/notesMaster" Target="/ppt/notesMasters/notesMaster1.xml" Id="Rbbfc23dff58f455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d12285fd201414d" /><Relationship Type="http://schemas.openxmlformats.org/officeDocument/2006/relationships/notesMaster" Target="/ppt/notesMasters/notesMaster1.xml" Id="R09fdab10853b41d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4e4bd3f5da947c8" /><Relationship Type="http://schemas.openxmlformats.org/officeDocument/2006/relationships/notesMaster" Target="/ppt/notesMasters/notesMaster1.xml" Id="R2930423a2ab64c6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cea5d3c1a8d4d34" /><Relationship Type="http://schemas.openxmlformats.org/officeDocument/2006/relationships/notesMaster" Target="/ppt/notesMasters/notesMaster1.xml" Id="Rf7135022e6674d4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df08fc6bda946b8" /><Relationship Type="http://schemas.openxmlformats.org/officeDocument/2006/relationships/notesMaster" Target="/ppt/notesMasters/notesMaster1.xml" Id="R342b853f36d749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82f20b3d5c4f6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c050bccf243496c" /><Relationship Type="http://schemas.openxmlformats.org/officeDocument/2006/relationships/slideLayout" Target="/ppt/slideLayouts/slideLayout1.xml" Id="R58b724bfaecb46d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8b724bfaecb46d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2c6fab523f4309" /><Relationship Type="http://schemas.openxmlformats.org/officeDocument/2006/relationships/image" Target="/ppt/media/image.jpeg" Id="Rf1f13e7623a54946" /><Relationship Type="http://schemas.openxmlformats.org/officeDocument/2006/relationships/notesSlide" Target="/ppt/notesSlides/notesSlide1.xml" Id="Ra30fdfe3f36b4cd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b3a48f20d5341b8" /><Relationship Type="http://schemas.openxmlformats.org/officeDocument/2006/relationships/image" Target="/ppt/media/image2.jpeg" Id="R05b59244e1634117" /><Relationship Type="http://schemas.openxmlformats.org/officeDocument/2006/relationships/notesSlide" Target="/ppt/notesSlides/notesSlide2.xml" Id="Ra24458c3e3ba42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3f32c2529a41e2" /><Relationship Type="http://schemas.openxmlformats.org/officeDocument/2006/relationships/image" Target="/ppt/media/image3.jpeg" Id="R68bab5f55bf04b19" /><Relationship Type="http://schemas.openxmlformats.org/officeDocument/2006/relationships/notesSlide" Target="/ppt/notesSlides/notesSlide3.xml" Id="R5b74802af94e42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436ddcd9fbe4aca" /><Relationship Type="http://schemas.openxmlformats.org/officeDocument/2006/relationships/image" Target="/ppt/media/image4.jpeg" Id="R6653e48044884b5e" /><Relationship Type="http://schemas.openxmlformats.org/officeDocument/2006/relationships/notesSlide" Target="/ppt/notesSlides/notesSlide4.xml" Id="Rf912aa7681ae413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0407068fd434cf3" /><Relationship Type="http://schemas.openxmlformats.org/officeDocument/2006/relationships/image" Target="/ppt/media/image5.jpeg" Id="R69c8891f73404004" /><Relationship Type="http://schemas.openxmlformats.org/officeDocument/2006/relationships/notesSlide" Target="/ppt/notesSlides/notesSlide5.xml" Id="R7b75afcac2d041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e54246573840ac" /><Relationship Type="http://schemas.openxmlformats.org/officeDocument/2006/relationships/image" Target="/ppt/media/image6.jpeg" Id="Rd645aac5e12d4282" /><Relationship Type="http://schemas.openxmlformats.org/officeDocument/2006/relationships/notesSlide" Target="/ppt/notesSlides/notesSlide6.xml" Id="R5d40ca0ad8fa4f8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025105d31c447c2" /><Relationship Type="http://schemas.openxmlformats.org/officeDocument/2006/relationships/image" Target="/ppt/media/image7.jpeg" Id="Rba0d131fdd504302" /><Relationship Type="http://schemas.openxmlformats.org/officeDocument/2006/relationships/notesSlide" Target="/ppt/notesSlides/notesSlide7.xml" Id="Rf877e923fb4a48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cb3780f32eb4176" /><Relationship Type="http://schemas.openxmlformats.org/officeDocument/2006/relationships/image" Target="/ppt/media/image8.jpeg" Id="R783cca060d3b42ec" /><Relationship Type="http://schemas.openxmlformats.org/officeDocument/2006/relationships/notesSlide" Target="/ppt/notesSlides/notesSlide8.xml" Id="Rcaf49f4f07d04db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4d997cf4f3d428a" /><Relationship Type="http://schemas.openxmlformats.org/officeDocument/2006/relationships/image" Target="/ppt/media/image9.jpeg" Id="Raa9989596a7a4915" /><Relationship Type="http://schemas.openxmlformats.org/officeDocument/2006/relationships/notesSlide" Target="/ppt/notesSlides/notesSlide9.xml" Id="R5d0ccbddde76499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73f7ed0f3b4a2f" /><Relationship Type="http://schemas.openxmlformats.org/officeDocument/2006/relationships/image" Target="/ppt/media/image10.jpeg" Id="R0beeebba0e944c8a" /><Relationship Type="http://schemas.openxmlformats.org/officeDocument/2006/relationships/notesSlide" Target="/ppt/notesSlides/notesSlide10.xml" Id="R8c31a1ac14624c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7eb946dc81c4bb1" /><Relationship Type="http://schemas.openxmlformats.org/officeDocument/2006/relationships/image" Target="/ppt/media/image11.jpeg" Id="R86cfbbb15bec4ae0" /><Relationship Type="http://schemas.openxmlformats.org/officeDocument/2006/relationships/notesSlide" Target="/ppt/notesSlides/notesSlide11.xml" Id="R823728c2543b45f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afdfb9a2ff3444f" /><Relationship Type="http://schemas.openxmlformats.org/officeDocument/2006/relationships/image" Target="/ppt/media/image12.jpeg" Id="Rf57d37661cdd4012" /><Relationship Type="http://schemas.openxmlformats.org/officeDocument/2006/relationships/notesSlide" Target="/ppt/notesSlides/notesSlide12.xml" Id="R8bcfde807ed04f5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7e7b991d00c42e2" /><Relationship Type="http://schemas.openxmlformats.org/officeDocument/2006/relationships/image" Target="/ppt/media/image13.jpeg" Id="R72c35c4f52774392" /><Relationship Type="http://schemas.openxmlformats.org/officeDocument/2006/relationships/notesSlide" Target="/ppt/notesSlides/notesSlide13.xml" Id="Rad131905a37b472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a7095daefd14aec" /><Relationship Type="http://schemas.openxmlformats.org/officeDocument/2006/relationships/image" Target="/ppt/media/image14.jpeg" Id="Rc5221999fa304298" /><Relationship Type="http://schemas.openxmlformats.org/officeDocument/2006/relationships/notesSlide" Target="/ppt/notesSlides/notesSlide14.xml" Id="R7cdeb67a5a8b4cc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b4a4feb1d254b3c" /><Relationship Type="http://schemas.openxmlformats.org/officeDocument/2006/relationships/image" Target="/ppt/media/image15.jpeg" Id="Rc4c73bd6c6fa4c5e" /><Relationship Type="http://schemas.openxmlformats.org/officeDocument/2006/relationships/notesSlide" Target="/ppt/notesSlides/notesSlide15.xml" Id="R6e15a1ff68ee4f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d652486d7344672" /><Relationship Type="http://schemas.openxmlformats.org/officeDocument/2006/relationships/image" Target="/ppt/media/image16.jpeg" Id="R5add938f9ed6455a" /><Relationship Type="http://schemas.openxmlformats.org/officeDocument/2006/relationships/notesSlide" Target="/ppt/notesSlides/notesSlide16.xml" Id="Rb94862daee674e7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8d3ed30922d44b4" /><Relationship Type="http://schemas.openxmlformats.org/officeDocument/2006/relationships/image" Target="/ppt/media/image17.jpeg" Id="Rc390f93a3d50486b" /><Relationship Type="http://schemas.openxmlformats.org/officeDocument/2006/relationships/notesSlide" Target="/ppt/notesSlides/notesSlide17.xml" Id="R3809675a52a7459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d229e4a38054e9f" /><Relationship Type="http://schemas.openxmlformats.org/officeDocument/2006/relationships/image" Target="/ppt/media/image18.jpeg" Id="Rce5746f3a7ef4c79" /><Relationship Type="http://schemas.openxmlformats.org/officeDocument/2006/relationships/notesSlide" Target="/ppt/notesSlides/notesSlide18.xml" Id="Raa89356f1d24473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bf1582258ed4647" /><Relationship Type="http://schemas.openxmlformats.org/officeDocument/2006/relationships/image" Target="/ppt/media/image19.jpeg" Id="Rd95e92b6f7674420" /><Relationship Type="http://schemas.openxmlformats.org/officeDocument/2006/relationships/notesSlide" Target="/ppt/notesSlides/notesSlide19.xml" Id="R209c1741203e416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2f16bdc480b47d1" /><Relationship Type="http://schemas.openxmlformats.org/officeDocument/2006/relationships/image" Target="/ppt/media/image20.jpeg" Id="Rf7a2b458b9644678" /><Relationship Type="http://schemas.openxmlformats.org/officeDocument/2006/relationships/notesSlide" Target="/ppt/notesSlides/notesSlide20.xml" Id="R305dd06b4de04f5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99afcb2fbab4235" /><Relationship Type="http://schemas.openxmlformats.org/officeDocument/2006/relationships/image" Target="/ppt/media/image21.jpeg" Id="Rb4df0c5d32184795" /><Relationship Type="http://schemas.openxmlformats.org/officeDocument/2006/relationships/notesSlide" Target="/ppt/notesSlides/notesSlide21.xml" Id="R0c7450b4daec484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cf89d9700f2477b" /><Relationship Type="http://schemas.openxmlformats.org/officeDocument/2006/relationships/image" Target="/ppt/media/image22.jpeg" Id="Ra77b87885c914514" /><Relationship Type="http://schemas.openxmlformats.org/officeDocument/2006/relationships/notesSlide" Target="/ppt/notesSlides/notesSlide22.xml" Id="R4fbee3ad05c0423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edd6292d7444278" /><Relationship Type="http://schemas.openxmlformats.org/officeDocument/2006/relationships/image" Target="/ppt/media/image23.jpeg" Id="R291dcd7c100b4891" /><Relationship Type="http://schemas.openxmlformats.org/officeDocument/2006/relationships/notesSlide" Target="/ppt/notesSlides/notesSlide23.xml" Id="Ra1e76378e94a4e1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4abb2381ef8487a" /><Relationship Type="http://schemas.openxmlformats.org/officeDocument/2006/relationships/image" Target="/ppt/media/image24.jpeg" Id="Ra0b311186f8c432d" /><Relationship Type="http://schemas.openxmlformats.org/officeDocument/2006/relationships/notesSlide" Target="/ppt/notesSlides/notesSlide24.xml" Id="Re37cb0419074489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1372a92a2ee45f4" /><Relationship Type="http://schemas.openxmlformats.org/officeDocument/2006/relationships/image" Target="/ppt/media/image25.jpeg" Id="Rf445171ecff14f99" /><Relationship Type="http://schemas.openxmlformats.org/officeDocument/2006/relationships/notesSlide" Target="/ppt/notesSlides/notesSlide25.xml" Id="R75787b1e21f8428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3747f02c05b4c8f" /><Relationship Type="http://schemas.openxmlformats.org/officeDocument/2006/relationships/image" Target="/ppt/media/image26.jpeg" Id="R8295ba232c7a4e2d" /><Relationship Type="http://schemas.openxmlformats.org/officeDocument/2006/relationships/notesSlide" Target="/ppt/notesSlides/notesSlide26.xml" Id="Rfe9931da50c74f4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b654209c24b4f83" /><Relationship Type="http://schemas.openxmlformats.org/officeDocument/2006/relationships/image" Target="/ppt/media/image27.jpeg" Id="R8a259981922b4b36" /><Relationship Type="http://schemas.openxmlformats.org/officeDocument/2006/relationships/notesSlide" Target="/ppt/notesSlides/notesSlide27.xml" Id="R27a01a6a944742b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90e423ed79541b7" /><Relationship Type="http://schemas.openxmlformats.org/officeDocument/2006/relationships/image" Target="/ppt/media/image28.jpeg" Id="R81cea8b553164a8f" /><Relationship Type="http://schemas.openxmlformats.org/officeDocument/2006/relationships/notesSlide" Target="/ppt/notesSlides/notesSlide28.xml" Id="R3c1dccc15569451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5f286cc840e4e27" /><Relationship Type="http://schemas.openxmlformats.org/officeDocument/2006/relationships/image" Target="/ppt/media/image29.jpeg" Id="Ra3adfaf134f24e87" /><Relationship Type="http://schemas.openxmlformats.org/officeDocument/2006/relationships/notesSlide" Target="/ppt/notesSlides/notesSlide29.xml" Id="Rb017ecf057b546b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20e76bc936947c5" /><Relationship Type="http://schemas.openxmlformats.org/officeDocument/2006/relationships/image" Target="/ppt/media/image30.jpeg" Id="R04e5c393e3584a2e" /><Relationship Type="http://schemas.openxmlformats.org/officeDocument/2006/relationships/notesSlide" Target="/ppt/notesSlides/notesSlide30.xml" Id="R165826b4b0d7463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f1f13e7623a5494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05b59244e163411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68bab5f55bf04b1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
        <p:nvSpPr>
          <p:cNvPr id="23" name="">
            <a:extLst xmlns:a="http://schemas.openxmlformats.org/drawingml/2006/main">
              <a:ext uri="{FF2B5EF4-FFF2-40B4-BE49-F238E27FC236}">
                <a16:creationId xmlns:a16="http://schemas.microsoft.com/office/drawing/2014/main" id="{9C3770E1-59B2-43C9-A409-840261E10394}"/>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TERM</a:t>
            </a:r>
          </a:p>
        </p:txBody>
      </p:sp>
      <p:sp>
        <p:nvSpPr>
          <p:cNvPr id="24" name="">
            <a:extLst xmlns:a="http://schemas.openxmlformats.org/drawingml/2006/main">
              <a:ext uri="{FF2B5EF4-FFF2-40B4-BE49-F238E27FC236}">
                <a16:creationId xmlns:a16="http://schemas.microsoft.com/office/drawing/2014/main" id="{E2668A67-9B1B-468F-A55A-0AD97D04E22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WHAT IT LITERALLY MEANS</a:t>
            </a:r>
          </a:p>
        </p:txBody>
      </p:sp>
      <p:sp>
        <p:nvSpPr>
          <p:cNvPr id="25" name="">
            <a:extLst xmlns:a="http://schemas.openxmlformats.org/drawingml/2006/main">
              <a:ext uri="{FF2B5EF4-FFF2-40B4-BE49-F238E27FC236}">
                <a16:creationId xmlns:a16="http://schemas.microsoft.com/office/drawing/2014/main" id="{55C7EFF6-997F-4DAF-A4A2-306F821806B9}"/>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750" b="1">
                <a:solidFill>
                  <a:srgbClr val="2A8FC1"/>
                </a:solidFill>
                <a:latin typeface="Aptos"/>
                <a:ea typeface="Aptos"/>
                <a:cs typeface="Aptos"/>
              </a:defRPr>
            </a:pPr>
            <a:r>
              <a:rPr sz="750" b="1">
                <a:solidFill>
                  <a:srgbClr val="2A8FC1"/>
                </a:solidFill>
                <a:latin typeface="Aptos"/>
                <a:ea typeface="Aptos"/>
                <a:cs typeface="Aptos"/>
              </a:rPr>
              <a:t>IN A CONVERSATION</a:t>
            </a:r>
          </a:p>
        </p:txBody>
      </p:sp>
      <p:sp>
        <p:nvSpPr>
          <p:cNvPr id="26" name="">
            <a:extLst xmlns:a="http://schemas.openxmlformats.org/drawingml/2006/main">
              <a:ext uri="{FF2B5EF4-FFF2-40B4-BE49-F238E27FC236}">
                <a16:creationId xmlns:a16="http://schemas.microsoft.com/office/drawing/2014/main" id="{D73BFE94-D4F2-4EA0-9028-6F6FDE4835A9}"/>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27" name="">
            <a:extLst xmlns:a="http://schemas.openxmlformats.org/drawingml/2006/main">
              <a:ext uri="{FF2B5EF4-FFF2-40B4-BE49-F238E27FC236}">
                <a16:creationId xmlns:a16="http://schemas.microsoft.com/office/drawing/2014/main" id="{42DF2930-F38A-4057-8F74-D73CB5E45FB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Voice Activity Detection</a:t>
            </a:r>
          </a:p>
        </p:txBody>
      </p:sp>
      <p:sp>
        <p:nvSpPr>
          <p:cNvPr id="28" name="">
            <a:extLst xmlns:a="http://schemas.openxmlformats.org/drawingml/2006/main">
              <a:ext uri="{FF2B5EF4-FFF2-40B4-BE49-F238E27FC236}">
                <a16:creationId xmlns:a16="http://schemas.microsoft.com/office/drawing/2014/main" id="{3A3235C8-655F-4C9D-BB42-5DC40848E32A}"/>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Is someone speaking?</a:t>
            </a:r>
          </a:p>
        </p:txBody>
      </p:sp>
      <p:sp>
        <p:nvSpPr>
          <p:cNvPr id="29" name="">
            <a:extLst xmlns:a="http://schemas.openxmlformats.org/drawingml/2006/main">
              <a:ext uri="{FF2B5EF4-FFF2-40B4-BE49-F238E27FC236}">
                <a16:creationId xmlns:a16="http://schemas.microsoft.com/office/drawing/2014/main" id="{7F3E8822-2330-40AD-8B37-879DCD603B0B}"/>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30" name="">
            <a:extLst xmlns:a="http://schemas.openxmlformats.org/drawingml/2006/main">
              <a:ext uri="{FF2B5EF4-FFF2-40B4-BE49-F238E27FC236}">
                <a16:creationId xmlns:a16="http://schemas.microsoft.com/office/drawing/2014/main" id="{BF2A400D-26F0-439A-B163-5D5B759D1FDE}"/>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Automatic Speech Recognition / Speech-to-Text</a:t>
            </a:r>
          </a:p>
        </p:txBody>
      </p:sp>
      <p:sp>
        <p:nvSpPr>
          <p:cNvPr id="31" name="">
            <a:extLst xmlns:a="http://schemas.openxmlformats.org/drawingml/2006/main">
              <a:ext uri="{FF2B5EF4-FFF2-40B4-BE49-F238E27FC236}">
                <a16:creationId xmlns:a16="http://schemas.microsoft.com/office/drawing/2014/main" id="{7A77A942-ADB6-42FC-9BB6-3F94101520D7}"/>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What did they say?</a:t>
            </a:r>
          </a:p>
        </p:txBody>
      </p:sp>
      <p:sp>
        <p:nvSpPr>
          <p:cNvPr id="32" name="">
            <a:extLst xmlns:a="http://schemas.openxmlformats.org/drawingml/2006/main">
              <a:ext uri="{FF2B5EF4-FFF2-40B4-BE49-F238E27FC236}">
                <a16:creationId xmlns:a16="http://schemas.microsoft.com/office/drawing/2014/main" id="{200063E5-62B2-499F-B5F1-7C39F9B9BBA4}"/>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33" name="">
            <a:extLst xmlns:a="http://schemas.openxmlformats.org/drawingml/2006/main">
              <a:ext uri="{FF2B5EF4-FFF2-40B4-BE49-F238E27FC236}">
                <a16:creationId xmlns:a16="http://schemas.microsoft.com/office/drawing/2014/main" id="{64510988-3990-4CEA-ADA6-5D69B57D9675}"/>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End of Utterance / endpointing</a:t>
            </a:r>
          </a:p>
        </p:txBody>
      </p:sp>
      <p:sp>
        <p:nvSpPr>
          <p:cNvPr id="34" name="">
            <a:extLst xmlns:a="http://schemas.openxmlformats.org/drawingml/2006/main">
              <a:ext uri="{FF2B5EF4-FFF2-40B4-BE49-F238E27FC236}">
                <a16:creationId xmlns:a16="http://schemas.microsoft.com/office/drawing/2014/main" id="{5D842F5C-FC1F-4BF9-AA82-1598320CF810}"/>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Are they finished?</a:t>
            </a:r>
          </a:p>
        </p:txBody>
      </p:sp>
      <p:sp>
        <p:nvSpPr>
          <p:cNvPr id="35" name="">
            <a:extLst xmlns:a="http://schemas.openxmlformats.org/drawingml/2006/main">
              <a:ext uri="{FF2B5EF4-FFF2-40B4-BE49-F238E27FC236}">
                <a16:creationId xmlns:a16="http://schemas.microsoft.com/office/drawing/2014/main" id="{F7C4425E-8782-40D7-8034-AD17AD3E84CF}"/>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36" name="">
            <a:extLst xmlns:a="http://schemas.openxmlformats.org/drawingml/2006/main">
              <a:ext uri="{FF2B5EF4-FFF2-40B4-BE49-F238E27FC236}">
                <a16:creationId xmlns:a16="http://schemas.microsoft.com/office/drawing/2014/main" id="{7B72120A-3F47-42CD-849B-0113A4A50978}"/>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Large-language-model time to first token</a:t>
            </a:r>
          </a:p>
        </p:txBody>
      </p:sp>
      <p:sp>
        <p:nvSpPr>
          <p:cNvPr id="37" name="">
            <a:extLst xmlns:a="http://schemas.openxmlformats.org/drawingml/2006/main">
              <a:ext uri="{FF2B5EF4-FFF2-40B4-BE49-F238E27FC236}">
                <a16:creationId xmlns:a16="http://schemas.microsoft.com/office/drawing/2014/main" id="{4E6CB5BF-9813-4DC2-A473-5A74DE8C49F7}"/>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does thinking begin?</a:t>
            </a:r>
          </a:p>
        </p:txBody>
      </p:sp>
      <p:sp>
        <p:nvSpPr>
          <p:cNvPr id="38" name="">
            <a:extLst xmlns:a="http://schemas.openxmlformats.org/drawingml/2006/main">
              <a:ext uri="{FF2B5EF4-FFF2-40B4-BE49-F238E27FC236}">
                <a16:creationId xmlns:a16="http://schemas.microsoft.com/office/drawing/2014/main" id="{78D446D7-7546-4C59-9112-C127B40ADB89}"/>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39" name="">
            <a:extLst xmlns:a="http://schemas.openxmlformats.org/drawingml/2006/main">
              <a:ext uri="{FF2B5EF4-FFF2-40B4-BE49-F238E27FC236}">
                <a16:creationId xmlns:a16="http://schemas.microsoft.com/office/drawing/2014/main" id="{2239DDAD-AF50-489E-A57F-ED14D4D1584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Text-to-speech time to first byte</a:t>
            </a:r>
          </a:p>
        </p:txBody>
      </p:sp>
      <p:sp>
        <p:nvSpPr>
          <p:cNvPr id="40" name="">
            <a:extLst xmlns:a="http://schemas.openxmlformats.org/drawingml/2006/main">
              <a:ext uri="{FF2B5EF4-FFF2-40B4-BE49-F238E27FC236}">
                <a16:creationId xmlns:a16="http://schemas.microsoft.com/office/drawing/2014/main" id="{C71DC8B6-D264-42E8-A68E-C3BE039D46B8}"/>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When can speech begin?</a:t>
            </a:r>
          </a:p>
        </p:txBody>
      </p:sp>
      <p:sp>
        <p:nvSpPr>
          <p:cNvPr id="41" name="">
            <a:extLst xmlns:a="http://schemas.openxmlformats.org/drawingml/2006/main">
              <a:ext uri="{FF2B5EF4-FFF2-40B4-BE49-F238E27FC236}">
                <a16:creationId xmlns:a16="http://schemas.microsoft.com/office/drawing/2014/main" id="{602BBF9C-F826-4AC7-9A8C-F557E45FC3AA}"/>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1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42" name="">
            <a:extLst xmlns:a="http://schemas.openxmlformats.org/drawingml/2006/main">
              <a:ext uri="{FF2B5EF4-FFF2-40B4-BE49-F238E27FC236}">
                <a16:creationId xmlns:a16="http://schemas.microsoft.com/office/drawing/2014/main" id="{3B801200-28B1-436C-9347-6EA7B848D3C0}"/>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Interruption detection and recovery</a:t>
            </a:r>
          </a:p>
        </p:txBody>
      </p:sp>
      <p:sp>
        <p:nvSpPr>
          <p:cNvPr id="43" name="">
            <a:extLst xmlns:a="http://schemas.openxmlformats.org/drawingml/2006/main">
              <a:ext uri="{FF2B5EF4-FFF2-40B4-BE49-F238E27FC236}">
                <a16:creationId xmlns:a16="http://schemas.microsoft.com/office/drawing/2014/main" id="{26D6DDCB-0793-4382-ABF4-4D1DEF5068AA}"/>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the caller take the floor?</a:t>
            </a:r>
          </a:p>
        </p:txBody>
      </p:sp>
      <p:sp>
        <p:nvSpPr>
          <p:cNvPr id="44" name="">
            <a:extLst xmlns:a="http://schemas.openxmlformats.org/drawingml/2006/main">
              <a:ext uri="{FF2B5EF4-FFF2-40B4-BE49-F238E27FC236}">
                <a16:creationId xmlns:a16="http://schemas.microsoft.com/office/drawing/2014/main" id="{99A56D86-DF1A-4FE2-ADA9-51F925CBE515}"/>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A8F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45" name="">
            <a:extLst xmlns:a="http://schemas.openxmlformats.org/drawingml/2006/main">
              <a:ext uri="{FF2B5EF4-FFF2-40B4-BE49-F238E27FC236}">
                <a16:creationId xmlns:a16="http://schemas.microsoft.com/office/drawing/2014/main" id="{C0004AD5-5001-4C18-9811-CE14128C4AE5}"/>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buNone/>
              <a:defRPr sz="1050" b="0">
                <a:solidFill>
                  <a:srgbClr val="102E4D"/>
                </a:solidFill>
                <a:latin typeface="Aptos"/>
                <a:ea typeface="Aptos"/>
                <a:cs typeface="Aptos"/>
              </a:defRPr>
            </a:pPr>
            <a:r>
              <a:rPr sz="1050" b="0">
                <a:solidFill>
                  <a:srgbClr val="102E4D"/>
                </a:solidFill>
                <a:latin typeface="Aptos"/>
                <a:ea typeface="Aptos"/>
                <a:cs typeface="Aptos"/>
              </a:rPr>
              <a:t>Real-time factor</a:t>
            </a:r>
          </a:p>
        </p:txBody>
      </p:sp>
      <p:sp>
        <p:nvSpPr>
          <p:cNvPr id="46" name="">
            <a:extLst xmlns:a="http://schemas.openxmlformats.org/drawingml/2006/main">
              <a:ext uri="{FF2B5EF4-FFF2-40B4-BE49-F238E27FC236}">
                <a16:creationId xmlns:a16="http://schemas.microsoft.com/office/drawing/2014/main" id="{E67775E4-15F0-4CDB-B6D2-35A4FA13105C}"/>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buNone/>
              <a:defRPr sz="1275" b="0">
                <a:solidFill>
                  <a:srgbClr val="102E4D"/>
                </a:solidFill>
                <a:latin typeface="Aptos"/>
                <a:ea typeface="Aptos"/>
                <a:cs typeface="Aptos"/>
              </a:defRPr>
            </a:pPr>
            <a:r>
              <a:rPr sz="1275" b="0">
                <a:solidFill>
                  <a:srgbClr val="102E4D"/>
                </a:solidFill>
                <a:latin typeface="Aptos"/>
                <a:ea typeface="Aptos"/>
                <a:cs typeface="Aptos"/>
              </a:rPr>
              <a:t>Can inference keep up with speech?</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6653e48044884b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9c8891f7340400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
        <p:nvSpPr>
          <p:cNvPr id="26" name="">
            <a:extLst xmlns:a="http://schemas.openxmlformats.org/drawingml/2006/main">
              <a:ext uri="{FF2B5EF4-FFF2-40B4-BE49-F238E27FC236}">
                <a16:creationId xmlns:a16="http://schemas.microsoft.com/office/drawing/2014/main" id="{AA57C885-14BE-4271-AE49-1AD536719313}"/>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7" name="">
            <a:extLst xmlns:a="http://schemas.openxmlformats.org/drawingml/2006/main">
              <a:ext uri="{FF2B5EF4-FFF2-40B4-BE49-F238E27FC236}">
                <a16:creationId xmlns:a16="http://schemas.microsoft.com/office/drawing/2014/main" id="{9C7988A1-43C2-4575-8A6F-EC92CCBC8D45}"/>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8" name="">
            <a:extLst xmlns:a="http://schemas.openxmlformats.org/drawingml/2006/main">
              <a:ext uri="{FF2B5EF4-FFF2-40B4-BE49-F238E27FC236}">
                <a16:creationId xmlns:a16="http://schemas.microsoft.com/office/drawing/2014/main" id="{3381ADE6-E264-4FE8-A35D-D16ED96C22DB}"/>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9" name="">
            <a:extLst xmlns:a="http://schemas.openxmlformats.org/drawingml/2006/main">
              <a:ext uri="{FF2B5EF4-FFF2-40B4-BE49-F238E27FC236}">
                <a16:creationId xmlns:a16="http://schemas.microsoft.com/office/drawing/2014/main" id="{B9BB6D8C-22DA-4349-A9F3-99A21573CC6E}"/>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30" name="">
            <a:extLst xmlns:a="http://schemas.openxmlformats.org/drawingml/2006/main">
              <a:ext uri="{FF2B5EF4-FFF2-40B4-BE49-F238E27FC236}">
                <a16:creationId xmlns:a16="http://schemas.microsoft.com/office/drawing/2014/main" id="{6862E554-F97F-40F5-96B0-6B422F0CC7B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B5F"/>
                </a:solidFill>
                <a:latin typeface="Aptos"/>
                <a:ea typeface="Aptos"/>
                <a:cs typeface="Aptos"/>
              </a:defRPr>
            </a:pPr>
            <a:r>
              <a:rPr sz="825" b="1">
                <a:solidFill>
                  <a:srgbClr val="D96B5F"/>
                </a:solidFill>
                <a:latin typeface="Aptos"/>
                <a:ea typeface="Aptos"/>
                <a:cs typeface="Aptos"/>
              </a:rPr>
              <a:t>FAST MODELS LOSE AT THE HANDOFF</a:t>
            </a:r>
          </a:p>
        </p:txBody>
      </p:sp>
      <p:sp>
        <p:nvSpPr>
          <p:cNvPr id="31" name="">
            <a:extLst xmlns:a="http://schemas.openxmlformats.org/drawingml/2006/main">
              <a:ext uri="{FF2B5EF4-FFF2-40B4-BE49-F238E27FC236}">
                <a16:creationId xmlns:a16="http://schemas.microsoft.com/office/drawing/2014/main" id="{15AC2DB6-BF18-46F8-95D9-5D4638875345}"/>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E4D"/>
                </a:solidFill>
                <a:latin typeface="Aptos"/>
                <a:ea typeface="Aptos"/>
                <a:cs typeface="Aptos"/>
              </a:defRPr>
            </a:pPr>
            <a:r>
              <a:rPr sz="1500" b="1">
                <a:solidFill>
                  <a:srgbClr val="102E4D"/>
                </a:solidFill>
                <a:latin typeface="Aptos"/>
                <a:ea typeface="Aptos"/>
                <a:cs typeface="Aptos"/>
              </a:rPr>
              <a:t>Each component can be fast in isolation. The conversation waits until the next decision is safe to commit.</a:t>
            </a:r>
          </a:p>
        </p:txBody>
      </p:sp>
      <p:sp>
        <p:nvSpPr>
          <p:cNvPr id="32" name="">
            <a:extLst xmlns:a="http://schemas.openxmlformats.org/drawingml/2006/main">
              <a:ext uri="{FF2B5EF4-FFF2-40B4-BE49-F238E27FC236}">
                <a16:creationId xmlns:a16="http://schemas.microsoft.com/office/drawing/2014/main" id="{F3FF4545-249D-4B11-828A-C239B8A3FF2D}"/>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E4D"/>
                </a:solidFill>
                <a:latin typeface="Aptos"/>
                <a:ea typeface="Aptos"/>
                <a:cs typeface="Aptos"/>
              </a:defRPr>
            </a:pPr>
            <a:r>
              <a:rPr sz="1050" b="1">
                <a:solidFill>
                  <a:srgbClr val="102E4D"/>
                </a:solidFill>
                <a:latin typeface="Aptos"/>
                <a:ea typeface="Aptos"/>
                <a:cs typeface="Aptos"/>
              </a:rPr>
              <a:t>caller finished</a:t>
            </a:r>
          </a:p>
        </p:txBody>
      </p:sp>
      <p:sp>
        <p:nvSpPr>
          <p:cNvPr id="33" name="">
            <a:extLst xmlns:a="http://schemas.openxmlformats.org/drawingml/2006/main">
              <a:ext uri="{FF2B5EF4-FFF2-40B4-BE49-F238E27FC236}">
                <a16:creationId xmlns:a16="http://schemas.microsoft.com/office/drawing/2014/main" id="{7B8B875A-E152-4A11-9494-461BB87D1A0F}"/>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4" name="">
            <a:extLst xmlns:a="http://schemas.openxmlformats.org/drawingml/2006/main">
              <a:ext uri="{FF2B5EF4-FFF2-40B4-BE49-F238E27FC236}">
                <a16:creationId xmlns:a16="http://schemas.microsoft.com/office/drawing/2014/main" id="{23A15BF1-98DD-4307-A359-4E44BF1EA2D6}"/>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E4D"/>
                </a:solidFill>
                <a:latin typeface="Aptos"/>
                <a:ea typeface="Aptos"/>
                <a:cs typeface="Aptos"/>
              </a:defRPr>
            </a:pPr>
            <a:r>
              <a:rPr sz="1050" b="1">
                <a:solidFill>
                  <a:srgbClr val="102E4D"/>
                </a:solidFill>
                <a:latin typeface="Aptos"/>
                <a:ea typeface="Aptos"/>
                <a:cs typeface="Aptos"/>
              </a:rPr>
              <a:t>meaning stable</a:t>
            </a:r>
          </a:p>
        </p:txBody>
      </p:sp>
      <p:sp>
        <p:nvSpPr>
          <p:cNvPr id="35" name="">
            <a:extLst xmlns:a="http://schemas.openxmlformats.org/drawingml/2006/main">
              <a:ext uri="{FF2B5EF4-FFF2-40B4-BE49-F238E27FC236}">
                <a16:creationId xmlns:a16="http://schemas.microsoft.com/office/drawing/2014/main" id="{2C6089EE-2AAD-4C94-93E0-D7C5A9186F42}"/>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6" name="">
            <a:extLst xmlns:a="http://schemas.openxmlformats.org/drawingml/2006/main">
              <a:ext uri="{FF2B5EF4-FFF2-40B4-BE49-F238E27FC236}">
                <a16:creationId xmlns:a16="http://schemas.microsoft.com/office/drawing/2014/main" id="{F1D59E72-75C6-4528-B1DA-19EF62896764}"/>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E4D"/>
                </a:solidFill>
                <a:latin typeface="Aptos"/>
                <a:ea typeface="Aptos"/>
                <a:cs typeface="Aptos"/>
              </a:defRPr>
            </a:pPr>
            <a:r>
              <a:rPr sz="1050" b="1">
                <a:solidFill>
                  <a:srgbClr val="102E4D"/>
                </a:solidFill>
                <a:latin typeface="Aptos"/>
                <a:ea typeface="Aptos"/>
                <a:cs typeface="Aptos"/>
              </a:rPr>
              <a:t>safe first clause</a:t>
            </a:r>
          </a:p>
        </p:txBody>
      </p:sp>
      <p:sp>
        <p:nvSpPr>
          <p:cNvPr id="37" name="">
            <a:extLst xmlns:a="http://schemas.openxmlformats.org/drawingml/2006/main">
              <a:ext uri="{FF2B5EF4-FFF2-40B4-BE49-F238E27FC236}">
                <a16:creationId xmlns:a16="http://schemas.microsoft.com/office/drawing/2014/main" id="{31FF8661-CD61-4672-B42E-286906ED00AE}"/>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B5F"/>
                </a:solidFill>
                <a:latin typeface="Aptos"/>
                <a:ea typeface="Aptos"/>
                <a:cs typeface="Aptos"/>
              </a:defRPr>
            </a:pPr>
            <a:r>
              <a:rPr sz="1725" b="1">
                <a:solidFill>
                  <a:srgbClr val="D96B5F"/>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F97B8BC0-13A9-4B81-B996-D93052D96BF8}"/>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E4D"/>
                </a:solidFill>
                <a:latin typeface="Aptos"/>
                <a:ea typeface="Aptos"/>
                <a:cs typeface="Aptos"/>
              </a:defRPr>
            </a:pPr>
            <a:r>
              <a:rPr sz="1050" b="1">
                <a:solidFill>
                  <a:srgbClr val="102E4D"/>
                </a:solidFill>
                <a:latin typeface="Aptos"/>
                <a:ea typeface="Aptos"/>
                <a:cs typeface="Aptos"/>
              </a:rPr>
              <a:t>playable audio</a:t>
            </a:r>
          </a:p>
        </p:txBody>
      </p:sp>
      <p:sp>
        <p:nvSpPr>
          <p:cNvPr id="39" name="">
            <a:extLst xmlns:a="http://schemas.openxmlformats.org/drawingml/2006/main">
              <a:ext uri="{FF2B5EF4-FFF2-40B4-BE49-F238E27FC236}">
                <a16:creationId xmlns:a16="http://schemas.microsoft.com/office/drawing/2014/main" id="{32DE3D17-9B07-4A26-86AD-607DFE5D7D9C}"/>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d645aac5e12d428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a0d131fdd50430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83cca060d3b42e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a9989596a7a491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0beeebba0e944c8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6cfbbb15bec4ae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f57d37661cdd401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2c35c4f527743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c5221999fa30429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4c73bd6c6fa4c5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add938f9ed6455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390f93a3d5048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e5746f3a7ef4c7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95e92b6f767442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f7a2b458b964467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b4df0c5d3218479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77b87885c91451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291dcd7c100b489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0b311186f8c43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f445171ecff14f9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295ba232c7a4e2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8a259981922b4b3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1cea8b553164a8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3adfaf134f24e8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4e5c393e3584a2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2026-08-25T02:58:59.9580000Z</dcterms:created>
  <dcterms:modified xsi:type="dcterms:W3CDTF">2026-08-25T02:58:59.9580000Z</dcterms:modified>
</coreProperties>
</file>