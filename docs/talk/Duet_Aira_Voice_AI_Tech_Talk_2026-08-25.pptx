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847007b4934bcc" /><Relationship Type="http://schemas.openxmlformats.org/officeDocument/2006/relationships/extended-properties" Target="/docProps/app.xml" Id="R37ccee792cef41a5" /><Relationship Type="http://schemas.openxmlformats.org/officeDocument/2006/relationships/officeDocument" Target="/ppt/presentation.xml" Id="R609cdfa20e394948" /></Relationships>
</file>

<file path=ppt/presentation.xml><?xml version="1.0" encoding="utf-8"?>
<p:presentation xmlns:p="http://schemas.openxmlformats.org/presentationml/2006/main">
  <p:sldMasterIdLst>
    <p:sldMasterId xmlns:r="http://schemas.openxmlformats.org/officeDocument/2006/relationships" id="2147483648" r:id="Re47ddc4cc0e04d45"/>
  </p:sldMasterIdLst>
  <p:notesMasterIdLst>
    <p:notesMasterId xmlns:r="http://schemas.openxmlformats.org/officeDocument/2006/relationships" r:id="R67c7f8ffe4ee4c1a"/>
  </p:notesMasterIdLst>
  <p:sldIdLst>
    <p:sldId xmlns:r="http://schemas.openxmlformats.org/officeDocument/2006/relationships" id="256" r:id="R09c73b25c5fa4f10"/>
    <p:sldId xmlns:r="http://schemas.openxmlformats.org/officeDocument/2006/relationships" id="257" r:id="R593045ecf30b4f48"/>
    <p:sldId xmlns:r="http://schemas.openxmlformats.org/officeDocument/2006/relationships" id="258" r:id="R96db50f9e1904089"/>
    <p:sldId xmlns:r="http://schemas.openxmlformats.org/officeDocument/2006/relationships" id="259" r:id="R676efdda919e4a8b"/>
    <p:sldId xmlns:r="http://schemas.openxmlformats.org/officeDocument/2006/relationships" id="260" r:id="Rf1764c4c1d7e479e"/>
    <p:sldId xmlns:r="http://schemas.openxmlformats.org/officeDocument/2006/relationships" id="261" r:id="Rc33f395b09f44e2c"/>
    <p:sldId xmlns:r="http://schemas.openxmlformats.org/officeDocument/2006/relationships" id="262" r:id="R88a3cbc5ecc54574"/>
    <p:sldId xmlns:r="http://schemas.openxmlformats.org/officeDocument/2006/relationships" id="263" r:id="Rf12ff3e6190e46e9"/>
    <p:sldId xmlns:r="http://schemas.openxmlformats.org/officeDocument/2006/relationships" id="264" r:id="R34ced93b8726405a"/>
    <p:sldId xmlns:r="http://schemas.openxmlformats.org/officeDocument/2006/relationships" id="265" r:id="Ra79c4387226a4480"/>
    <p:sldId xmlns:r="http://schemas.openxmlformats.org/officeDocument/2006/relationships" id="266" r:id="R2ea09c3e483c460b"/>
    <p:sldId xmlns:r="http://schemas.openxmlformats.org/officeDocument/2006/relationships" id="267" r:id="Rd770a877a8614658"/>
    <p:sldId xmlns:r="http://schemas.openxmlformats.org/officeDocument/2006/relationships" id="268" r:id="R78fdbda7ed3844ac"/>
    <p:sldId xmlns:r="http://schemas.openxmlformats.org/officeDocument/2006/relationships" id="269" r:id="Rdf82cfebdd8a4987"/>
    <p:sldId xmlns:r="http://schemas.openxmlformats.org/officeDocument/2006/relationships" id="270" r:id="R41c2f27bf6da4105"/>
    <p:sldId xmlns:r="http://schemas.openxmlformats.org/officeDocument/2006/relationships" id="271" r:id="R6f7b61c1884b4316"/>
    <p:sldId xmlns:r="http://schemas.openxmlformats.org/officeDocument/2006/relationships" id="272" r:id="R6624de3e6df14a5f"/>
    <p:sldId xmlns:r="http://schemas.openxmlformats.org/officeDocument/2006/relationships" id="273" r:id="Ra277d23834d54124"/>
    <p:sldId xmlns:r="http://schemas.openxmlformats.org/officeDocument/2006/relationships" id="274" r:id="Ra31e2ec27d0843fd"/>
    <p:sldId xmlns:r="http://schemas.openxmlformats.org/officeDocument/2006/relationships" id="275" r:id="R00d55edae3124380"/>
    <p:sldId xmlns:r="http://schemas.openxmlformats.org/officeDocument/2006/relationships" id="276" r:id="R3e77fe24512c461d"/>
    <p:sldId xmlns:r="http://schemas.openxmlformats.org/officeDocument/2006/relationships" id="277" r:id="R6d3316d45d434ad0"/>
    <p:sldId xmlns:r="http://schemas.openxmlformats.org/officeDocument/2006/relationships" id="278" r:id="Rc8b4bfdc6d174b54"/>
    <p:sldId xmlns:r="http://schemas.openxmlformats.org/officeDocument/2006/relationships" id="279" r:id="R81cfdafda6c24850"/>
    <p:sldId xmlns:r="http://schemas.openxmlformats.org/officeDocument/2006/relationships" id="280" r:id="R4b12989589044d4b"/>
    <p:sldId xmlns:r="http://schemas.openxmlformats.org/officeDocument/2006/relationships" id="281" r:id="Rf5829fcfcc3d4d9b"/>
    <p:sldId xmlns:r="http://schemas.openxmlformats.org/officeDocument/2006/relationships" id="282" r:id="R6e5df397e0894035"/>
    <p:sldId xmlns:r="http://schemas.openxmlformats.org/officeDocument/2006/relationships" id="283" r:id="R9b6befddc6b24fc9"/>
    <p:sldId xmlns:r="http://schemas.openxmlformats.org/officeDocument/2006/relationships" id="284" r:id="R0af0219759e14a15"/>
    <p:sldId xmlns:r="http://schemas.openxmlformats.org/officeDocument/2006/relationships" id="285" r:id="Rcad924a730364b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da819a3d024123" /><Relationship Type="http://schemas.openxmlformats.org/officeDocument/2006/relationships/slideMaster" Target="/ppt/slideMasters/slideMaster1.xml" Id="Re47ddc4cc0e04d45" /><Relationship Type="http://schemas.openxmlformats.org/officeDocument/2006/relationships/notesMaster" Target="/ppt/notesMasters/notesMaster1.xml" Id="R67c7f8ffe4ee4c1a" /><Relationship Type="http://schemas.openxmlformats.org/officeDocument/2006/relationships/presProps" Target="/ppt/presProps.xml" Id="Rf19de98ef7ab4430" /><Relationship Type="http://schemas.openxmlformats.org/officeDocument/2006/relationships/tableStyles" Target="/ppt/tableStyles.xml" Id="R2bde3e6eee6c4fe4" /><Relationship Type="http://schemas.openxmlformats.org/officeDocument/2006/relationships/slide" Target="/ppt/slides/slide1.xml" Id="R09c73b25c5fa4f10" /><Relationship Type="http://schemas.openxmlformats.org/officeDocument/2006/relationships/slide" Target="/ppt/slides/slide2.xml" Id="R593045ecf30b4f48" /><Relationship Type="http://schemas.openxmlformats.org/officeDocument/2006/relationships/slide" Target="/ppt/slides/slide3.xml" Id="R96db50f9e1904089" /><Relationship Type="http://schemas.openxmlformats.org/officeDocument/2006/relationships/slide" Target="/ppt/slides/slide4.xml" Id="R676efdda919e4a8b" /><Relationship Type="http://schemas.openxmlformats.org/officeDocument/2006/relationships/slide" Target="/ppt/slides/slide5.xml" Id="Rf1764c4c1d7e479e" /><Relationship Type="http://schemas.openxmlformats.org/officeDocument/2006/relationships/slide" Target="/ppt/slides/slide6.xml" Id="Rc33f395b09f44e2c" /><Relationship Type="http://schemas.openxmlformats.org/officeDocument/2006/relationships/slide" Target="/ppt/slides/slide7.xml" Id="R88a3cbc5ecc54574" /><Relationship Type="http://schemas.openxmlformats.org/officeDocument/2006/relationships/slide" Target="/ppt/slides/slide8.xml" Id="Rf12ff3e6190e46e9" /><Relationship Type="http://schemas.openxmlformats.org/officeDocument/2006/relationships/slide" Target="/ppt/slides/slide9.xml" Id="R34ced93b8726405a" /><Relationship Type="http://schemas.openxmlformats.org/officeDocument/2006/relationships/slide" Target="/ppt/slides/slide10.xml" Id="Ra79c4387226a4480" /><Relationship Type="http://schemas.openxmlformats.org/officeDocument/2006/relationships/slide" Target="/ppt/slides/slide11.xml" Id="R2ea09c3e483c460b" /><Relationship Type="http://schemas.openxmlformats.org/officeDocument/2006/relationships/slide" Target="/ppt/slides/slide12.xml" Id="Rd770a877a8614658" /><Relationship Type="http://schemas.openxmlformats.org/officeDocument/2006/relationships/slide" Target="/ppt/slides/slide13.xml" Id="R78fdbda7ed3844ac" /><Relationship Type="http://schemas.openxmlformats.org/officeDocument/2006/relationships/slide" Target="/ppt/slides/slide14.xml" Id="Rdf82cfebdd8a4987" /><Relationship Type="http://schemas.openxmlformats.org/officeDocument/2006/relationships/slide" Target="/ppt/slides/slide15.xml" Id="R41c2f27bf6da4105" /><Relationship Type="http://schemas.openxmlformats.org/officeDocument/2006/relationships/slide" Target="/ppt/slides/slide16.xml" Id="R6f7b61c1884b4316" /><Relationship Type="http://schemas.openxmlformats.org/officeDocument/2006/relationships/slide" Target="/ppt/slides/slide17.xml" Id="R6624de3e6df14a5f" /><Relationship Type="http://schemas.openxmlformats.org/officeDocument/2006/relationships/slide" Target="/ppt/slides/slide18.xml" Id="Ra277d23834d54124" /><Relationship Type="http://schemas.openxmlformats.org/officeDocument/2006/relationships/slide" Target="/ppt/slides/slide19.xml" Id="Ra31e2ec27d0843fd" /><Relationship Type="http://schemas.openxmlformats.org/officeDocument/2006/relationships/slide" Target="/ppt/slides/slide20.xml" Id="R00d55edae3124380" /><Relationship Type="http://schemas.openxmlformats.org/officeDocument/2006/relationships/slide" Target="/ppt/slides/slide21.xml" Id="R3e77fe24512c461d" /><Relationship Type="http://schemas.openxmlformats.org/officeDocument/2006/relationships/slide" Target="/ppt/slides/slide22.xml" Id="R6d3316d45d434ad0" /><Relationship Type="http://schemas.openxmlformats.org/officeDocument/2006/relationships/slide" Target="/ppt/slides/slide23.xml" Id="Rc8b4bfdc6d174b54" /><Relationship Type="http://schemas.openxmlformats.org/officeDocument/2006/relationships/slide" Target="/ppt/slides/slide24.xml" Id="R81cfdafda6c24850" /><Relationship Type="http://schemas.openxmlformats.org/officeDocument/2006/relationships/slide" Target="/ppt/slides/slide25.xml" Id="R4b12989589044d4b" /><Relationship Type="http://schemas.openxmlformats.org/officeDocument/2006/relationships/slide" Target="/ppt/slides/slide26.xml" Id="Rf5829fcfcc3d4d9b" /><Relationship Type="http://schemas.openxmlformats.org/officeDocument/2006/relationships/slide" Target="/ppt/slides/slide27.xml" Id="R6e5df397e0894035" /><Relationship Type="http://schemas.openxmlformats.org/officeDocument/2006/relationships/slide" Target="/ppt/slides/slide28.xml" Id="R9b6befddc6b24fc9" /><Relationship Type="http://schemas.openxmlformats.org/officeDocument/2006/relationships/slide" Target="/ppt/slides/slide29.xml" Id="R0af0219759e14a15" /><Relationship Type="http://schemas.openxmlformats.org/officeDocument/2006/relationships/slide" Target="/ppt/slides/slide30.xml" Id="Rcad924a730364b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2c0df0b04747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3141e4e11f43e2" /><Relationship Type="http://schemas.openxmlformats.org/officeDocument/2006/relationships/notesMaster" Target="/ppt/notesMasters/notesMaster1.xml" Id="Rff9cdd63dd7645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37c1392bd324938" /><Relationship Type="http://schemas.openxmlformats.org/officeDocument/2006/relationships/notesMaster" Target="/ppt/notesMasters/notesMaster1.xml" Id="R57ad909153f94a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cc12b736c54bd9" /><Relationship Type="http://schemas.openxmlformats.org/officeDocument/2006/relationships/notesMaster" Target="/ppt/notesMasters/notesMaster1.xml" Id="R911c5d3828e04f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59bece9495417d" /><Relationship Type="http://schemas.openxmlformats.org/officeDocument/2006/relationships/notesMaster" Target="/ppt/notesMasters/notesMaster1.xml" Id="R42c6c1f846a844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e80c768f25481b" /><Relationship Type="http://schemas.openxmlformats.org/officeDocument/2006/relationships/notesMaster" Target="/ppt/notesMasters/notesMaster1.xml" Id="R591d80fd33d24b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0e520a045e422c" /><Relationship Type="http://schemas.openxmlformats.org/officeDocument/2006/relationships/notesMaster" Target="/ppt/notesMasters/notesMaster1.xml" Id="R1f623ae3aad341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87246de84648a3" /><Relationship Type="http://schemas.openxmlformats.org/officeDocument/2006/relationships/notesMaster" Target="/ppt/notesMasters/notesMaster1.xml" Id="R09e89a68bdd845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56e4ecdc634b36" /><Relationship Type="http://schemas.openxmlformats.org/officeDocument/2006/relationships/notesMaster" Target="/ppt/notesMasters/notesMaster1.xml" Id="R53fca820ac934d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4efdec2d719456b" /><Relationship Type="http://schemas.openxmlformats.org/officeDocument/2006/relationships/notesMaster" Target="/ppt/notesMasters/notesMaster1.xml" Id="Re98e2c20031249c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209925c71545aa" /><Relationship Type="http://schemas.openxmlformats.org/officeDocument/2006/relationships/notesMaster" Target="/ppt/notesMasters/notesMaster1.xml" Id="R6621c72977524e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ecbd1177e94e23" /><Relationship Type="http://schemas.openxmlformats.org/officeDocument/2006/relationships/notesMaster" Target="/ppt/notesMasters/notesMaster1.xml" Id="R4224ebbccf6c46d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3e1eda1f5bd4771" /><Relationship Type="http://schemas.openxmlformats.org/officeDocument/2006/relationships/notesMaster" Target="/ppt/notesMasters/notesMaster1.xml" Id="R251c71115d0a46b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a3d43b58cc4443" /><Relationship Type="http://schemas.openxmlformats.org/officeDocument/2006/relationships/notesMaster" Target="/ppt/notesMasters/notesMaster1.xml" Id="Rd3d889fc511948d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48b1c39d9e4fa3" /><Relationship Type="http://schemas.openxmlformats.org/officeDocument/2006/relationships/notesMaster" Target="/ppt/notesMasters/notesMaster1.xml" Id="R85fe718f302c442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e1f5c3896f45f0" /><Relationship Type="http://schemas.openxmlformats.org/officeDocument/2006/relationships/notesMaster" Target="/ppt/notesMasters/notesMaster1.xml" Id="R81a622159c4943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94b7636ee814bf5" /><Relationship Type="http://schemas.openxmlformats.org/officeDocument/2006/relationships/notesMaster" Target="/ppt/notesMasters/notesMaster1.xml" Id="Rfcaa1a88652d47f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c958fffe4d04014" /><Relationship Type="http://schemas.openxmlformats.org/officeDocument/2006/relationships/notesMaster" Target="/ppt/notesMasters/notesMaster1.xml" Id="R75fb6c82f08447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8259bae1a694557" /><Relationship Type="http://schemas.openxmlformats.org/officeDocument/2006/relationships/notesMaster" Target="/ppt/notesMasters/notesMaster1.xml" Id="Rbbb8fff2d0f64d8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4a0dcc3fd1b4908" /><Relationship Type="http://schemas.openxmlformats.org/officeDocument/2006/relationships/notesMaster" Target="/ppt/notesMasters/notesMaster1.xml" Id="Raf54b498fdc347d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526e83cfc1d4c7a" /><Relationship Type="http://schemas.openxmlformats.org/officeDocument/2006/relationships/notesMaster" Target="/ppt/notesMasters/notesMaster1.xml" Id="Rf934f213066840c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2c237a408af4a84" /><Relationship Type="http://schemas.openxmlformats.org/officeDocument/2006/relationships/notesMaster" Target="/ppt/notesMasters/notesMaster1.xml" Id="Rf7d15487e4fd41c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af197112b9348fc" /><Relationship Type="http://schemas.openxmlformats.org/officeDocument/2006/relationships/notesMaster" Target="/ppt/notesMasters/notesMaster1.xml" Id="R36ea6c17b5324aa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5c3311adf6241ac" /><Relationship Type="http://schemas.openxmlformats.org/officeDocument/2006/relationships/notesMaster" Target="/ppt/notesMasters/notesMaster1.xml" Id="R9c46f049005b49e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fd5091084e94b5d" /><Relationship Type="http://schemas.openxmlformats.org/officeDocument/2006/relationships/notesMaster" Target="/ppt/notesMasters/notesMaster1.xml" Id="R2aad7d41f81b452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fc345ece44f481e" /><Relationship Type="http://schemas.openxmlformats.org/officeDocument/2006/relationships/notesMaster" Target="/ppt/notesMasters/notesMaster1.xml" Id="R8f2bdb89abb948b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ca20433faca44b1" /><Relationship Type="http://schemas.openxmlformats.org/officeDocument/2006/relationships/notesMaster" Target="/ppt/notesMasters/notesMaster1.xml" Id="R288def45882c4e0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bf65fd0dc2b4115" /><Relationship Type="http://schemas.openxmlformats.org/officeDocument/2006/relationships/notesMaster" Target="/ppt/notesMasters/notesMaster1.xml" Id="R388b7f6f11b3429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7d253475f2e4a45" /><Relationship Type="http://schemas.openxmlformats.org/officeDocument/2006/relationships/notesMaster" Target="/ppt/notesMasters/notesMaster1.xml" Id="Ra32f6eb589c84ea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434e48410954642" /><Relationship Type="http://schemas.openxmlformats.org/officeDocument/2006/relationships/notesMaster" Target="/ppt/notesMasters/notesMaster1.xml" Id="Rf8439d8e716348b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ca699475b4f42cc" /><Relationship Type="http://schemas.openxmlformats.org/officeDocument/2006/relationships/notesMaster" Target="/ppt/notesMasters/notesMaster1.xml" Id="Rbadd9424813e4c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698591b28a4c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27f1629b654926" /><Relationship Type="http://schemas.openxmlformats.org/officeDocument/2006/relationships/slideLayout" Target="/ppt/slideLayouts/slideLayout1.xml" Id="Rf8be97ff87f044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be97ff87f044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4ddde457c647ad" /><Relationship Type="http://schemas.openxmlformats.org/officeDocument/2006/relationships/image" Target="/ppt/media/image.jpeg" Id="Rd9aaa46ca90e488e" /><Relationship Type="http://schemas.openxmlformats.org/officeDocument/2006/relationships/notesSlide" Target="/ppt/notesSlides/notesSlide1.xml" Id="Re4a5081b9f5045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86caaf4d6194632" /><Relationship Type="http://schemas.openxmlformats.org/officeDocument/2006/relationships/image" Target="/ppt/media/image2.jpeg" Id="R202ae246e39a4bad" /><Relationship Type="http://schemas.openxmlformats.org/officeDocument/2006/relationships/notesSlide" Target="/ppt/notesSlides/notesSlide2.xml" Id="Rec2703f199274d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fda49d8488b4d2b" /><Relationship Type="http://schemas.openxmlformats.org/officeDocument/2006/relationships/image" Target="/ppt/media/image3.jpeg" Id="R2eee8e48ecaf4bf2" /><Relationship Type="http://schemas.openxmlformats.org/officeDocument/2006/relationships/notesSlide" Target="/ppt/notesSlides/notesSlide3.xml" Id="R4da8dee84b1f4e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c535639ad4b4c00" /><Relationship Type="http://schemas.openxmlformats.org/officeDocument/2006/relationships/image" Target="/ppt/media/image4.jpeg" Id="Rcbedccce8b73402b" /><Relationship Type="http://schemas.openxmlformats.org/officeDocument/2006/relationships/notesSlide" Target="/ppt/notesSlides/notesSlide4.xml" Id="Rec377fc9108445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999323ff9f4201" /><Relationship Type="http://schemas.openxmlformats.org/officeDocument/2006/relationships/image" Target="/ppt/media/image5.jpeg" Id="Ra9c641203c864230" /><Relationship Type="http://schemas.openxmlformats.org/officeDocument/2006/relationships/notesSlide" Target="/ppt/notesSlides/notesSlide5.xml" Id="R76b6cd387f024b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9d4dbe7fa724fe6" /><Relationship Type="http://schemas.openxmlformats.org/officeDocument/2006/relationships/image" Target="/ppt/media/image6.jpeg" Id="R43f479ef3d0e4a92" /><Relationship Type="http://schemas.openxmlformats.org/officeDocument/2006/relationships/notesSlide" Target="/ppt/notesSlides/notesSlide6.xml" Id="R3645e3cd8be244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0ea39992e9149d9" /><Relationship Type="http://schemas.openxmlformats.org/officeDocument/2006/relationships/image" Target="/ppt/media/image7.jpeg" Id="Rae6d930394924711" /><Relationship Type="http://schemas.openxmlformats.org/officeDocument/2006/relationships/notesSlide" Target="/ppt/notesSlides/notesSlide7.xml" Id="Rda7e40e014db4e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2a7e6b598494ce7" /><Relationship Type="http://schemas.openxmlformats.org/officeDocument/2006/relationships/image" Target="/ppt/media/image8.jpeg" Id="R7937e71bcc6b4570" /><Relationship Type="http://schemas.openxmlformats.org/officeDocument/2006/relationships/notesSlide" Target="/ppt/notesSlides/notesSlide8.xml" Id="R826bda7fef8343a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b8edd71ff764503" /><Relationship Type="http://schemas.openxmlformats.org/officeDocument/2006/relationships/image" Target="/ppt/media/image9.jpeg" Id="Rf708f83239974da5" /><Relationship Type="http://schemas.openxmlformats.org/officeDocument/2006/relationships/notesSlide" Target="/ppt/notesSlides/notesSlide9.xml" Id="Rffb76174e7d149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adea7359e314c98" /><Relationship Type="http://schemas.openxmlformats.org/officeDocument/2006/relationships/image" Target="/ppt/media/image10.jpeg" Id="Re630931ba6b54870" /><Relationship Type="http://schemas.openxmlformats.org/officeDocument/2006/relationships/notesSlide" Target="/ppt/notesSlides/notesSlide10.xml" Id="Rbf206b0c9b1e41f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b1f263df0eb4f48" /><Relationship Type="http://schemas.openxmlformats.org/officeDocument/2006/relationships/image" Target="/ppt/media/image11.jpeg" Id="R9397d5b9fc75402e" /><Relationship Type="http://schemas.openxmlformats.org/officeDocument/2006/relationships/notesSlide" Target="/ppt/notesSlides/notesSlide11.xml" Id="Rd4cce054fd4546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abe57868ce949c2" /><Relationship Type="http://schemas.openxmlformats.org/officeDocument/2006/relationships/image" Target="/ppt/media/image12.jpeg" Id="R8bd4469675c84a6c" /><Relationship Type="http://schemas.openxmlformats.org/officeDocument/2006/relationships/notesSlide" Target="/ppt/notesSlides/notesSlide12.xml" Id="R89a7ca9e28b7490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df51c3e96cf4a8b" /><Relationship Type="http://schemas.openxmlformats.org/officeDocument/2006/relationships/image" Target="/ppt/media/image13.jpeg" Id="Rda4823d1a65b41d6" /><Relationship Type="http://schemas.openxmlformats.org/officeDocument/2006/relationships/notesSlide" Target="/ppt/notesSlides/notesSlide13.xml" Id="R062dcb5f90d5487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99eb8653af94718" /><Relationship Type="http://schemas.openxmlformats.org/officeDocument/2006/relationships/image" Target="/ppt/media/image14.jpeg" Id="Rb133beae8adb4f7f" /><Relationship Type="http://schemas.openxmlformats.org/officeDocument/2006/relationships/notesSlide" Target="/ppt/notesSlides/notesSlide14.xml" Id="R71f3bc51120b4e9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fd3b1f615ff4dc3" /><Relationship Type="http://schemas.openxmlformats.org/officeDocument/2006/relationships/image" Target="/ppt/media/image15.jpeg" Id="R993f96c05be44ed5" /><Relationship Type="http://schemas.openxmlformats.org/officeDocument/2006/relationships/notesSlide" Target="/ppt/notesSlides/notesSlide15.xml" Id="R991fe54cc5ff4c1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17fe85488d44651" /><Relationship Type="http://schemas.openxmlformats.org/officeDocument/2006/relationships/image" Target="/ppt/media/image16.jpeg" Id="Rfaa094de54064ef8" /><Relationship Type="http://schemas.openxmlformats.org/officeDocument/2006/relationships/notesSlide" Target="/ppt/notesSlides/notesSlide16.xml" Id="R0b2354745a044f7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52a79df8fe141b3" /><Relationship Type="http://schemas.openxmlformats.org/officeDocument/2006/relationships/image" Target="/ppt/media/image17.jpeg" Id="R8615a0ec3ee94765" /><Relationship Type="http://schemas.openxmlformats.org/officeDocument/2006/relationships/notesSlide" Target="/ppt/notesSlides/notesSlide17.xml" Id="R81c8655d7b7c455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f768ad7b06c4c0e" /><Relationship Type="http://schemas.openxmlformats.org/officeDocument/2006/relationships/image" Target="/ppt/media/image18.jpeg" Id="R5790a33ad9a64f66" /><Relationship Type="http://schemas.openxmlformats.org/officeDocument/2006/relationships/notesSlide" Target="/ppt/notesSlides/notesSlide18.xml" Id="R2586a8e420be4d0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fb8a7d4cadd4672" /><Relationship Type="http://schemas.openxmlformats.org/officeDocument/2006/relationships/image" Target="/ppt/media/image19.jpeg" Id="R337563c6fdde4260" /><Relationship Type="http://schemas.openxmlformats.org/officeDocument/2006/relationships/notesSlide" Target="/ppt/notesSlides/notesSlide19.xml" Id="R5a46ca46176c456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5afbaebbb1244c5" /><Relationship Type="http://schemas.openxmlformats.org/officeDocument/2006/relationships/image" Target="/ppt/media/image20.jpeg" Id="Rc24334dcf9e64877" /><Relationship Type="http://schemas.openxmlformats.org/officeDocument/2006/relationships/notesSlide" Target="/ppt/notesSlides/notesSlide20.xml" Id="Rd4725b51944b4a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d9fb52e03d94a91" /><Relationship Type="http://schemas.openxmlformats.org/officeDocument/2006/relationships/image" Target="/ppt/media/image21.jpeg" Id="R38a121a8cb244fc9" /><Relationship Type="http://schemas.openxmlformats.org/officeDocument/2006/relationships/notesSlide" Target="/ppt/notesSlides/notesSlide21.xml" Id="R3a754efa927743f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083af27e11e4ce0" /><Relationship Type="http://schemas.openxmlformats.org/officeDocument/2006/relationships/image" Target="/ppt/media/image22.jpeg" Id="R1c94ed2173a44852" /><Relationship Type="http://schemas.openxmlformats.org/officeDocument/2006/relationships/notesSlide" Target="/ppt/notesSlides/notesSlide22.xml" Id="R3a45301f76514ac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c70473351b34c03" /><Relationship Type="http://schemas.openxmlformats.org/officeDocument/2006/relationships/image" Target="/ppt/media/image23.jpeg" Id="R827649c476b348df" /><Relationship Type="http://schemas.openxmlformats.org/officeDocument/2006/relationships/notesSlide" Target="/ppt/notesSlides/notesSlide23.xml" Id="R570920f0877a442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b568002ac434cb1" /><Relationship Type="http://schemas.openxmlformats.org/officeDocument/2006/relationships/image" Target="/ppt/media/image24.jpeg" Id="Rca29e84d393a4046" /><Relationship Type="http://schemas.openxmlformats.org/officeDocument/2006/relationships/notesSlide" Target="/ppt/notesSlides/notesSlide24.xml" Id="R6a042c10c36a4f7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c57c89902e943c4" /><Relationship Type="http://schemas.openxmlformats.org/officeDocument/2006/relationships/image" Target="/ppt/media/image25.jpeg" Id="R0b5bf9b5a51544e3" /><Relationship Type="http://schemas.openxmlformats.org/officeDocument/2006/relationships/notesSlide" Target="/ppt/notesSlides/notesSlide25.xml" Id="Ree78b4c67aa8415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7bdc93f816a4a00" /><Relationship Type="http://schemas.openxmlformats.org/officeDocument/2006/relationships/image" Target="/ppt/media/image26.jpeg" Id="R0fc7d24087bd4145" /><Relationship Type="http://schemas.openxmlformats.org/officeDocument/2006/relationships/notesSlide" Target="/ppt/notesSlides/notesSlide26.xml" Id="Rb844b99b40aa45f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0dbbe9b042041d6" /><Relationship Type="http://schemas.openxmlformats.org/officeDocument/2006/relationships/image" Target="/ppt/media/image27.jpeg" Id="R31210bf32d724201" /><Relationship Type="http://schemas.openxmlformats.org/officeDocument/2006/relationships/notesSlide" Target="/ppt/notesSlides/notesSlide27.xml" Id="Rab3a683ea96e46d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3205fd9e8444f33" /><Relationship Type="http://schemas.openxmlformats.org/officeDocument/2006/relationships/image" Target="/ppt/media/image28.jpeg" Id="Rc927d0c80b1e4257" /><Relationship Type="http://schemas.openxmlformats.org/officeDocument/2006/relationships/notesSlide" Target="/ppt/notesSlides/notesSlide28.xml" Id="Raf2c98fd8912475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4fbaa177dfd4012" /><Relationship Type="http://schemas.openxmlformats.org/officeDocument/2006/relationships/image" Target="/ppt/media/image29.jpeg" Id="R443eca1d00e64e39" /><Relationship Type="http://schemas.openxmlformats.org/officeDocument/2006/relationships/notesSlide" Target="/ppt/notesSlides/notesSlide29.xml" Id="R82163aab79db4d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08bb03ec0384fb6" /><Relationship Type="http://schemas.openxmlformats.org/officeDocument/2006/relationships/image" Target="/ppt/media/image30.jpeg" Id="R7a0a3edd0b264e27" /><Relationship Type="http://schemas.openxmlformats.org/officeDocument/2006/relationships/notesSlide" Target="/ppt/notesSlides/notesSlide30.xml" Id="R44ac304630eb455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9aaa46ca90e488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5BE1BD-1676-44E8-8C0B-0C659B0C95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E6BE18A2-48CC-4137-B51A-4820077400E8}"/>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E429DBA6-CC6E-40E9-93FC-AE6B99B2DFA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CAD60727-12B5-4E57-994B-43F265B9B100}"/>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7A9F7999-59D3-4C1F-83E1-E8152736F700}"/>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12CD36F6-325A-4D66-BC0C-7E9A025D940D}"/>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BED78AE7-F218-4307-B2C8-B7C263D5592D}"/>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4AE0E9DD-AA1D-47FE-B234-4535D2FE8FED}"/>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E3891894-4735-4385-9BC4-B7E0B4C9D040}"/>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8AF9AEF-BF79-444D-A30E-AB3A8F022C70}"/>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095F01C9-17C8-4A42-B118-4CF4DEF170B0}"/>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27CC63E3-F855-4DA5-9182-89A3002781A8}"/>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570672A0-DECA-47E3-9C24-1F1FFCB73E5C}"/>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0A490167-8C02-4CE7-886A-D5AEA3195E92}"/>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124A45D6-B79B-4F59-BF93-BE70E4C0CCB4}"/>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5B6BD4B7-C329-4BEB-9774-1AC619E33241}"/>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1BE96781-E042-4AD4-AEEB-CCAB3931169E}"/>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0216AD16-2C45-497C-9285-F0691C8B1B5D}"/>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68816946-66AF-44EE-B554-460F91712A9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B5E69FD-7B12-473C-A475-5EF6F2BDA066}"/>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36353D9-BA21-45D5-8DAC-57EC8A8BC3B3}"/>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07053F3-BA8E-4E66-B138-7094658D4457}"/>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81585D7B-50B4-4CD7-A718-8C66013E2AB4}"/>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6A188758-36E9-4F4A-8F7D-FB921E411B9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89593F7-7610-4F9F-B9DC-691D78693B9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B31B5EB-BB27-40E1-B9BA-C61450839D15}"/>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FB44C1F0-28EC-4D1D-B6ED-5B3C7DE79926}"/>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85D9B63C-D591-48B7-AD17-9559E58C71A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55524098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02ae246e39a4ba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CD2011-4DFF-43D8-A8CD-680B7EBD78F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680DDC-5400-4086-9F49-638EAC76BD1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2CECF8D7-60CD-4D8A-9F7A-B78DF8C4EE7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36BC673-01EC-4F6F-BD81-26B5030D2BD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1FC11CA0-7940-4AD6-815E-67E593B7E25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CD5717A-8530-451A-9241-204A429B5B5C}"/>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3CC61512-3E5C-4DD2-94B3-8A3634E24A3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76A0C70D-76FC-40C6-BAB5-809F802A5F65}"/>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ED7CB9B0-905F-436D-B9DA-0F6E56BC34C0}"/>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10253F3D-7BF8-4312-BA2A-54F0C6DD02CE}"/>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7BFCFABE-F874-4647-9B0D-6A9909C41DDE}"/>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6F753A3B-9A8F-46D5-AC5F-95D3EA617920}"/>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1315C342-8285-47CD-9566-DDA3F8F3523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1347D52E-1650-4B5A-B871-DA355D30687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6E546838-3563-4938-A00F-A87BA90DB8F5}"/>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B6490C79-A9E2-403D-9CAB-398BA10012BA}"/>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0D6C8F0C-DA46-47E3-BB75-CBAE6FCD4B79}"/>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405F4533-655B-4434-BDF8-CAF4807F4DEE}"/>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8E74EE11-61BD-4E0E-A8E4-82D79217BD02}"/>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234EC2F0-B752-4D47-867C-54B182D2F762}"/>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06DAF8C6-F7C4-4CF8-9CD2-24F2DFA555CA}"/>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E9338DAB-5813-48AB-9DE6-789C096482B9}"/>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53F85342-6254-4F53-B022-3B55AAD73053}"/>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8B04611C-C6EE-4E89-9621-05157FD4FE63}"/>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EE9FFE9C-B6C0-4481-A1AE-9B2F3ECE1A84}"/>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9F0E6BDF-EA6D-4E84-996C-0411BFAF6D9D}"/>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FBE73783-3E36-498D-BAB1-B4544B56E9AF}"/>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9A2484C2-6DBE-4D12-A13D-F05E43444723}"/>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A76F6161-455C-483E-AB05-83B42C60B65E}"/>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AAEC6993-B853-409F-B746-2751109661F0}"/>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9C66314D-63B9-4D15-8898-E8C340425C66}"/>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D1374F7B-ACF9-4A94-98EF-03A3C5CAA49B}"/>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3D7704BB-FCA0-4AF0-8C39-457B358CA69C}"/>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54BC4711-371B-4B59-BF3B-E157FFBD53DD}"/>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CEE5F871-AAFF-4B60-930E-E4A521E5557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53193123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eee8e48ecaf4bf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73CACC-8EFB-4160-BE5D-0D05E8CAB23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A8BDFD1-F889-45C0-B628-DC9A9B30A9E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F9BEDE85-2281-4317-806E-782E4A28F5A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79DE5B7-886E-4CB5-9ACD-FDEBCBB5162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C61740EF-AE1F-4532-B495-1FD8E92626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E2C881F-BB24-478A-8F12-9D4C602F29DF}"/>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DCC4B43C-504B-4633-9992-1062912A6579}"/>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8E7E5454-68D6-408C-8D23-5B29C7DCCBA6}"/>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E3F82AD5-8F0C-4803-B226-76ADE822E847}"/>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F5827883-D566-469D-AFDF-BF3CF15A5E9E}"/>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61749768-FE38-43D2-9B1A-9C0ABEF97E24}"/>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02E112EE-18F5-4E30-A8CC-E41E3EC5B0BE}"/>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7A60D134-394A-4FB9-B98E-937308E8C1BF}"/>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16F874AE-2358-4AB1-8C0A-C6841FB07493}"/>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F6D0AA7C-9F77-424A-A7A0-B2F3F48B4D90}"/>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E7E69E97-B7B3-49D6-B13C-1B7AEEA696BB}"/>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3D33A31F-91F6-4F4D-BCDD-002C945F3C58}"/>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302C7208-DA97-4CD5-A84E-47695E92D041}"/>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52F14566-D34F-4A4E-97E7-EF557ECC0088}"/>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8C79B29A-9754-44DC-A9CB-79CA2E3A02F7}"/>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3490EA76-31EF-42A3-8C8A-3AB2A734FDCE}"/>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41A6D1E1-695F-49DD-A8A9-86BCD9CA99EC}"/>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A0CF0024-94C2-420F-BBF4-944E8D1C1C95}"/>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2D9F5DF4-6951-4F04-8407-774FB4C1A818}"/>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9D70AE78-2D95-4D0A-B5CE-01942E1A5F2F}"/>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18C139C1-ABFF-4F70-9BBC-BBE13F1A847E}"/>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15418C72-D9FB-4E25-84B8-431CBF4E353B}"/>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5F6777FC-DCF1-4D02-8577-6BD6B63FFABD}"/>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15319077-0CBB-4F45-87BF-E8EAB462C7D0}"/>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D603D018-8C24-4657-A648-075CEF5D586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04304625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bedccce8b73402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A3614E-4263-4C17-9006-04D2FC64CC8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3C701AF-B79C-495E-B31B-0B5A987639B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7A4130C3-2DF9-4149-9E75-95405FD2E55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39AD1FA-AAD0-487A-8A0C-CBF830B0944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8E11E5F9-7F57-4162-B89F-377AB177A64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468E9AA-E9C8-4E1C-8C21-66328CB94F1E}"/>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0F24C4A1-F886-42DD-B0E7-C61723A9E958}"/>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85203919-6531-41DC-AD45-DDF8D61244D4}"/>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33DCEA60-2EEB-4198-A3FB-750766B829E4}"/>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8D39CD93-53D7-4D11-831C-521260DC67F6}"/>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B1FD1F2E-5C79-4E98-9840-658CC481329B}"/>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7270DA1A-06B2-47E5-AC37-E3ADCD17C06C}"/>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AF99E942-B8EE-4D14-A638-640A09CBE736}"/>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886FA7B9-2E1D-48D4-A07B-0B264FA3B121}"/>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4EE50C3-10B0-4396-B016-B83FECCB310E}"/>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7FC1033-F36B-4878-8DF0-97537F5DC993}"/>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CEE28CD1-8270-4DBE-909E-5BDA9D083534}"/>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CC820EA7-6457-442F-A5A0-0F44BD2AF330}"/>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8B50DF4E-456A-400D-8F52-47953D15F946}"/>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58290E75-C067-475F-BB6C-73482B3ADEA0}"/>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AC710E2E-C7AD-4F5D-ACE8-52F0217ADA1D}"/>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A58E6C49-B70B-4D71-BFF1-FDDB2F48799B}"/>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FB228CE0-D98D-4244-9E03-E0364346AD9B}"/>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00989C14-B540-4DD4-8F9C-8358AF4A36D6}"/>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65EE7327-1C07-46DE-9E49-0FDF24E1DEF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10489453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9c641203c86423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2C905A-57A8-47C2-B147-3247CFC6548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EF49C3E-C8AF-42EE-B4D9-41DE45BFBA4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F7D59F7D-6099-4BC2-B5CA-3B7AF0FEE5C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0A66907-D4CE-46C6-99AF-BB0A11380FF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1DB7E7AE-A7C8-4171-8DFB-4C691A8D216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59E548F-800C-4164-8C6E-387CA726CD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9D77C9BC-7A5A-4F11-8B74-C3F5C39449C0}"/>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B7EA9527-CC2A-471F-A88B-FFBE872E3DCA}"/>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D70CB066-381C-4C5F-B438-EE9A8092EECA}"/>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65534AD6-E249-4E2C-91EC-04203C4539E2}"/>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29EB0BF-FAF9-4B65-8FCA-444940A43192}"/>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15434E9A-40C9-45FD-B517-BC0737ACEA70}"/>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08B4BED5-B59C-43F2-8A8F-027EBC97143F}"/>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9240FDAA-5CF9-4663-8802-82EF6ED71FB4}"/>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F1B0FBA-1793-4C07-9558-CA8FDF07F0B8}"/>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7BAC4DA1-6D74-4814-9B34-6406D5FE95A8}"/>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B8A088D0-1FB1-4E5D-BB7C-FBDAEE735736}"/>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AFDE13E4-8310-4251-BBF3-F02341780645}"/>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613FF9B4-16CC-46C7-81CA-4623406E0F0C}"/>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439863AF-73A2-44F4-B379-D92CED138E3A}"/>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A3CA10F4-8AFB-417B-9F4B-189C4F969685}"/>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73B9148B-1BC9-411C-B44B-353633872B48}"/>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6236D59B-3EFD-4E89-A2D8-A33498E2AD6A}"/>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DBC8B58D-28D1-4743-929E-A287761C2DA2}"/>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3201DEA2-A346-4625-B295-0EE20CBCAC6B}"/>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B8083AE0-D06F-45EB-8003-3DD3023FEBD1}"/>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3C91428D-F47A-45B8-AAFA-CFD996F446A9}"/>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15199E0A-E9E3-42B7-9F76-C659FFD79FB0}"/>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55977C7A-B052-4749-999C-84880A255339}"/>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53794227-AE37-46FA-8C72-3640EA72D101}"/>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DBF6BCCF-2075-4C7C-9628-E08932548A8D}"/>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80A2D5C2-806F-4AFA-A5A4-ABDB7B9ECA4B}"/>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9B67AD13-3A4A-486A-8E4B-D56C1BC8ABDB}"/>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990E5E45-9268-4D64-BC4D-BFF5FB110961}"/>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E4E4CEE6-F91F-4363-BF15-9DFFEDA7B3F4}"/>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CF12DFAC-6EFE-4684-AA58-E582921013B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76787204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3f479ef3d0e4a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26DCA4B-485A-4447-A654-6236C66A97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64697C9-E923-401F-8CE7-1A63A2F3714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41D755EA-40E1-4A35-BE02-6DBBE20BD37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94CAA04-6B93-4741-8715-87749E731B1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72ED2BE4-77C3-4F33-BB58-233B1FBB6CF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B58167D-D2C2-4760-80FD-41F2EE87D1D0}"/>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04430B64-8E79-487A-8DB9-944024725FCC}"/>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5B45306D-AFD5-4F21-9EBF-ADD9078EBEC5}"/>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F3085DE9-1A6D-41A7-84ED-9C795193DAF5}"/>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F6DDEADB-FF58-462D-BB5D-815BE080FF8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FEEF6156-0DC2-4D09-B1C9-E4326DD0038A}"/>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8E26BF98-AEF3-45B4-BB98-43F0DBEF046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54656186-F07B-48F9-96E7-962A28648DE9}"/>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8EB265C9-605A-4458-882F-E3379873BEB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50231984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e6d93039492471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2141489-F572-4D6F-8E2F-A386C02DF8A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4EF1102-9F91-4C68-8F10-2AEF4DE158D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72FCB513-F874-45DC-9011-C63E713AA15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20BCD11-5E80-40B2-AEAE-DA7D3611C14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0CF8B0E7-4A1D-4785-B14C-2A9C1843997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CB184C-48E5-4EBA-8409-C78FF297003A}"/>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8AFAEA90-02DB-4DEF-8C56-9144D1835D34}"/>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A7517F05-3640-4118-9C52-0FD41651F023}"/>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ED6D6466-A755-4963-AC12-40D3B1D0AC7A}"/>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6A49CA35-67B4-42FA-B066-3CA507361594}"/>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81829212-A588-4E59-9236-17A5BB3E966C}"/>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75F5771C-A405-4B21-87B7-BA2BF65D3F77}"/>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6608E307-5EAE-4A69-B27C-0C80E2D09C0D}"/>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06124F0B-9429-413E-AB68-4D6C3F34D08C}"/>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9A780397-D936-431A-88B1-020D83ECBFD4}"/>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B32C152A-C492-4221-86F3-DBEA2DEFAE1F}"/>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C698E635-C881-4441-B9FB-BF740E33B198}"/>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8D0A7E4B-0BA3-4AB6-88F5-437D1AA4C3E8}"/>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288F570C-3958-4A1D-8F3B-AECB4B110113}"/>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D1291B08-4CE7-4BBE-9754-0DFD04AC6D1A}"/>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B3B3C565-628B-4E92-948E-F0C609E570CE}"/>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3547AFBE-5DC7-45EA-A01B-C7AB29F0C3C0}"/>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33F5A804-FACC-4F45-BCC0-7DC8EF28AF04}"/>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2CD8AB2A-3F68-434C-BE09-17DCA6AB32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38182778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937e71bcc6b45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AF56B2-CA9A-4C44-8A32-27B970528EC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649CAA9-B259-4399-8863-592E2153DC0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33A25B1E-C2AC-44EE-8B06-0640F6882B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853422C-0F2E-481E-A4A1-B359E8E40C5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5C156208-2E7C-4BF2-A3AB-8FA13DE16C0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2EA9CE-2438-4256-BA3D-6A9BE8E40B33}"/>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BF8A6EF7-155B-4A6C-8428-97E490CF2C1E}"/>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C1FF0AC-5680-45BF-8397-93A686D3605B}"/>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5656BBE2-F5FB-4233-94B3-5BCCE3538024}"/>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1AAEDF0-D374-4714-9EF3-EF6606DBBD53}"/>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732B2188-EEFE-47AD-ADEE-9912B8F40DA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222534E-B412-43E3-B968-19EAD28FA5F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DDC8367E-736E-4431-8C93-315E01152DED}"/>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55D0BD8F-DB57-4FE3-B01F-EBA02F95E14F}"/>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B419077F-3930-4B6C-AEB3-116DEDB8190E}"/>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35F7B858-C0C2-4F05-B013-577CA67CA623}"/>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94A5454A-4CA0-45F0-BB90-CC6E321DEC36}"/>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247665FA-21F3-41A9-8926-3A39A043DA37}"/>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8FC7D3CA-7606-4763-A5C5-F438C4413C89}"/>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D092E414-17E4-4C6F-8ED4-E63425DE7E02}"/>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034C5D35-A45F-401F-B55E-DDD41BEF0E15}"/>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E700A5CC-24E2-4456-9F07-C9B14B9D8B62}"/>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0068B2D1-6082-459F-8C7B-A7AFB89117BF}"/>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A134828D-68B8-4330-B0AE-C57755E61AAC}"/>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38CFA821-C426-40A1-92B2-072CEB1EF71C}"/>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4F30F500-2FD7-4093-A240-A444CE68CD68}"/>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C770E377-BB10-4067-80EE-A9F985DAD2C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70829871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f708f83239974da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0B2EE19-D13D-4562-99A2-DFEBA2BEAC6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79B3DE-475C-4F2D-A465-785D0FBFAC49}"/>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EEB5D744-A877-406A-B52D-E99A9797BEE2}"/>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53F84AD4-4DE8-4B32-B9DE-49B12CEE93CB}"/>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A299784B-6308-45D4-A284-77F119622387}"/>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1C80632C-56C4-498F-A54E-AF445157616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9803965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e630931ba6b548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3BE58DA-E109-4C37-AB23-F6DBED1946F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07A1D9-AA8B-48B2-8278-BD4F259742C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543553D6-7C92-4696-94B5-5492514254E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FF72A0D-BC21-420A-9C83-520AE99F579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039032D0-8FBE-4AD8-A649-5CD832D0B0B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6FD1994-A2D1-431B-B884-E02471AC4F8C}"/>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05259FDE-3D2D-4163-A8BC-955797DD3ADA}"/>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64C3A3D8-BC37-419A-B213-084A9D1552F5}"/>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A2CC1923-34D4-4394-86F2-DA3D5FCB4A8A}"/>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F3189AE-F0B1-4E98-93AB-29CBFCF0C65C}"/>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3AC5851C-BE08-4C0A-BC58-3F06378B25B4}"/>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CB15D00B-6E09-48DD-A15F-0FCA0FC34302}"/>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7294791-47D4-4FA2-B5E6-6B9E588019E2}"/>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F49D3D2E-24F2-4C39-85DE-4D7897E720EE}"/>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57863825-A39E-4A8F-A053-D59273220A35}"/>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C84FFFF9-7886-41C5-84CA-C9BD315E183D}"/>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F25D34C-3A37-4241-B002-36BA34E8E760}"/>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1730D9D-381F-49C5-8CD9-9B82B9882C50}"/>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612BF26-0F27-4EB2-B5F0-FA2041EFF4C5}"/>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8D641DDA-8F83-4ACB-8F0A-FBE995144081}"/>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F41D41A-7D7D-4FC1-A2FD-26A2C676FFA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BCEEEBA-41EA-48B2-BECA-FC2ABF2B27C2}"/>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A0EF1F87-A962-45B4-8550-D0027097508B}"/>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A56AD35F-482A-429D-A587-CCE26B6890C7}"/>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83CA59C9-FC8E-4289-AAD4-D1F1D85D857E}"/>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4C4DA0E0-1DA7-415D-BF0B-16B49BC07728}"/>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EF8DCA9D-E00E-435E-985A-05173908CC5A}"/>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8B48349D-5617-4A9F-BC56-E3503A933382}"/>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CC2FF0F3-83C4-49B9-99AA-274BB4543FEE}"/>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7D89F3E2-36DE-475A-8B07-E3B0A6BBEB8B}"/>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16266908-635E-4A62-9DC0-95C869E59C77}"/>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600EA95C-CB9A-4E26-86FF-45CC245A988E}"/>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00DA89F3-1AD9-4D08-BE3B-1BCF6C057365}"/>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BF914215-D430-4DC4-A649-E7C2EF99FC3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E844CC56-65AC-4236-96A9-3565373A60C6}"/>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E5F4DFFA-F111-4616-82D4-59F832D7935D}"/>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E14B8563-2681-4AA5-AE47-7FE93EAE5B0A}"/>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EEAE0DDB-E409-4460-B210-05579B5FD50E}"/>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527BC23C-D30E-4202-88FB-D5A906BE2E32}"/>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5E11D755-B56C-460A-928C-575257A35E04}"/>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BFFA7BAC-122A-43E1-8446-EA7B606B354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FB3FD856-3551-483A-B87A-541A22D2D418}"/>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FF393CD5-C153-4E1B-AB51-4B4CAD17FFC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4F1762B6-BD00-495F-8877-BA505E1571C4}"/>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C28EA609-E5FB-4AEE-B50D-90B25E011D03}"/>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90C18E2B-CD35-4A81-8493-D200DD491DD5}"/>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373F3473-9F3C-496D-8FC3-B98B72D8A1BF}"/>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1B7AB6EC-93D2-4A65-90B7-5037450FD15D}"/>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34024F0D-3ECE-44F7-8C1B-473B3A62E5B8}"/>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5DE20E18-F548-4335-8053-354DE5BAF338}"/>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480513FA-D071-4E8A-BB0D-D3FB8E2EF82C}"/>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EDFC420C-2638-469F-8574-793D53799A41}"/>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423D8958-0227-47BC-BDC9-05229060BAC1}"/>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4FD9F68-EB6C-44E5-B1AB-28DC6A6BF9C1}"/>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014EC5E-9417-4C73-BFD9-DE4418F9523E}"/>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65C35306-DE87-4703-8591-4A0C6911B479}"/>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721935B-78AF-4AF4-80F7-2D8DA33AB5F7}"/>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64C657C2-00F6-48E9-9035-63D29BCD7618}"/>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48B46FC4-C50C-4397-8628-94AEE99E5872}"/>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4C6A92FF-01D9-4084-A7FA-DCE121FFA759}"/>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5F85EC4D-31E5-4A5E-8802-A8C72EEBDA8E}"/>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EEB83383-CE8D-4682-856C-CE7083805727}"/>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DDC41A6-D618-44D7-A551-ED1A85598865}"/>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DFF66A61-A64F-4DFB-8B58-2DFAE75C0617}"/>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D52DDE5-42CC-4720-8DC6-05516E5FCE72}"/>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C969A11A-9D33-447E-B9D8-4A2C15FFF785}"/>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2A24DA0D-1A60-47B8-92F8-E2C4EED4D69A}"/>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2E2B58DD-DE11-4092-8650-2B40DC132F6D}"/>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50227ED3-DC85-4F3C-94B1-4409CF8D8B1F}"/>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15820BCE-04AB-4FD5-A03D-7C5561A78B5A}"/>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F023E591-46FD-416F-9F69-46A63CDBEDF6}"/>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7DD802EA-87D9-45E2-BD85-4CFCA9BA0086}"/>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43D463BB-A793-4A3C-84B2-1C35C0A7E64A}"/>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CDDA9B80-8872-486F-AFF0-BDF0B7904BF2}"/>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D01D441A-D494-494B-BEF4-568A7A8D42C5}"/>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C9FD21C-CCB4-4D05-84E1-04812AE01C20}"/>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1E61CB5C-3293-4C06-91CF-7E1170058312}"/>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79C7D08C-7B99-46BB-B339-B6F4A33978DD}"/>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4A7252CF-2D67-47AB-B403-1DC4073D545A}"/>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09A05545-76BF-4ADB-9DD1-F6D672E42877}"/>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7454B5C9-1A64-464D-BCD7-4AAEDFB62FAA}"/>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B6B93938-E14B-431C-A317-981CA3E7306F}"/>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9F4BEA25-38FE-455B-96CB-33364B550CCE}"/>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E245CBB4-3EF3-4EC9-97D2-D6777C4300D7}"/>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85AA7C84-BE9B-4F6F-96EF-D8A03A838CEB}"/>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C5284D60-FBD9-46D0-A456-A06D95024BB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96018871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397d5b9fc75402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32CB29-B2EB-4DDF-993E-E836C64DC73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774079-70C1-447E-B80F-D7DE070DA42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96CB0E-3E45-4F7F-9821-3078C386BF0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EB68402-77B3-4A83-B8B4-C09E79A441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F7D2CA97-44B2-473A-877F-2BF2954241A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FEE3E48-DF69-42C7-98A7-D002830BEC4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09CF9A7F-2ED7-4869-9C57-2D9AB411F9B9}"/>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64C4470D-CF1D-48B1-9441-E7703F916B3C}"/>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6693AD-90A0-4F0C-8FF4-86380B39DB3D}"/>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4DBF84D-83D3-42D6-9F87-1ACB49AC5256}"/>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E50C51CC-2A4C-4C10-B5ED-91AB7DF1910F}"/>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9A0F610-7028-4384-B76E-404A70696738}"/>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2E30D4B2-A0FD-433F-833A-84346C9DCF78}"/>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D6CCBB89-FA2A-4CE4-AFD3-2FADB6941412}"/>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02779CE-6CD0-4133-A6EC-D33A333C901B}"/>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DACEBF1C-649B-478A-98E1-1EAED6196C7F}"/>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41C702BC-0D0D-42FF-8011-E84C56E82028}"/>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1B98F3E-98D1-40BE-95E6-5248404EAACD}"/>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C9466EA2-0295-4ACA-B3C6-F7FF72DBBACB}"/>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1065CA56-45F4-4212-BA07-982020E0DCF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70695928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bd4469675c84a6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774B2E-8F53-431A-8172-FB5BA5214A5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E31FD85-4ACA-4D03-8D64-6CEEFBE5636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F6E4FC5E-DC9B-467A-90E2-CEF327FDA8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9FBB8EC-77C5-4EAB-8820-0C53A5B6BE2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80C57519-9E15-4EE9-B937-52E5BE0E9DA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685D862-0832-492F-895E-E45285750B30}"/>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69DBBF8C-954F-4599-A2B6-8870C2C2D0BE}"/>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76744F80-50AC-4636-A8CD-271BC3566F3C}"/>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4BBC6B0F-B83F-489C-AE54-7030451BB11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E464D63B-1B88-45D5-9E8B-44CDEAEA9388}"/>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89D7C26D-94B6-4D25-B6DC-492B9A55E356}"/>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5E7CB9C1-6476-4CF5-82C3-CEC8FA902DCD}"/>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0F4172FD-20F0-41A3-8D62-0703D76B8A82}"/>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ECC48C5E-D13E-478C-ABA8-BAD0FBDD7009}"/>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2D70EE8C-5479-4B00-9D28-2492267EF205}"/>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C25EA263-257E-4A7C-95E9-2C825FF6CF0A}"/>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413FCBEA-F61C-4756-B8F2-1B47409CF855}"/>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1C182C9-5671-4153-A9FE-F74FF3C70C4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B8710516-F10D-4C16-A6C6-EE337BD488C0}"/>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A9B0539A-2985-4B0F-BE47-6A2488215C1E}"/>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98F7716-EFC9-4EF3-8A3A-B9E6053C5C16}"/>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0F2D3F5F-D4A4-4F6A-8230-E2B6D4001C11}"/>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4CD52EC9-9E79-4C00-A5E4-536BC87921F8}"/>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641D91B-5FEE-4E4A-8394-C5DE86410043}"/>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7C119B47-9E12-4CCF-B26B-6BB003BB1A42}"/>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619625D9-3195-4F5A-8611-5A2A886B8A38}"/>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8C682E7-DE58-436F-8F5D-FBA13F1FDF18}"/>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F7BF6835-0507-4BD1-87E6-9945276A04E9}"/>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829D03DF-F8A1-46E4-8498-95EDEE4BA9ED}"/>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5377B36B-2BD3-40B1-8483-44EB7887A24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39340905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da4823d1a65b41d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C0ABCF-0CA5-4671-95FB-C2B3D89C6DF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EE59EF9-0590-4D5C-A343-C8DF868A46F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4BAAA13A-317F-480C-8D21-10E8C92CFAF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24B05F5-7703-471D-B8AC-E617F55FF9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3A049F7A-57F5-4A7D-8C87-7EB36A8163E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74F969D-83D6-442F-967C-45102598034B}"/>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9A7B220F-8CE3-42EA-9D4D-2088ED0A8B0A}"/>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7E51AF71-5781-4586-8F54-AF19CB2BEE7E}"/>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A15327E3-8B49-4903-B0CD-02DB3A9C4907}"/>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DEC26901-9779-4C86-8D37-F8EF3DB0433E}"/>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DE34362-D51E-43C7-BF0C-4CB6CC75247F}"/>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B4885B6E-3F1C-4809-8723-D3343BA0D242}"/>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FF93B97F-CAA2-43E4-B33F-0744614BE66B}"/>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58F40EC2-0FC0-46E7-AF13-27ABEA286547}"/>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25B61AB5-52E8-470E-BB05-B5CD2BACB3C9}"/>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EC7DEA29-1C53-4BB1-B690-8F4DEA3D6A36}"/>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C24B4358-5960-4A8F-BF3A-52C244B8E6EA}"/>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1082410B-E974-4D32-8057-E51786546C5D}"/>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9A48F54C-B075-484B-B05F-9FBD95AC553C}"/>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BEBA2088-C28F-48D1-93BC-531D9AAACC2E}"/>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B18B5B53-22E1-4354-B66A-7D509F98D2F9}"/>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8B8DDA94-263F-457B-B8FA-0434743E5791}"/>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8E334B1F-FFAD-4CB5-94C4-47F3A883EC3F}"/>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DD8DE473-BD76-4D32-A03D-2A3892590D5B}"/>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040A7CF7-C65B-4D16-BD15-6A91711783F7}"/>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28D992E5-E52A-4650-997E-A1F8695F80E2}"/>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C7ADAC93-884E-40DD-9F16-5C35C64E9EFD}"/>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C00ED12A-695A-48A8-8AD7-F4432E386638}"/>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C5EA7DD7-5295-4794-892D-4CAB9E61E87F}"/>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9049976C-593B-48CB-9E59-B4A92A53DE9E}"/>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3252602B-4058-47B3-AF54-D601F7F95A89}"/>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25F31ED6-E8F7-4329-9043-7407149BFB48}"/>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361465AB-D039-471E-8879-AC342F6673F4}"/>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33287096-4E4A-4732-AF87-45417185BA27}"/>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34F2A96E-55D9-4E70-ADDB-9D1764676FE2}"/>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DF6997F1-144C-4E2F-8247-48716F663A2B}"/>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332D05CF-A40D-4F75-9DAA-6D4BC114F467}"/>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4D2FDAC9-D9E4-435C-94E7-7D0DA5AB7EC4}"/>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ED70A0A9-0D99-445B-A470-646A7350E161}"/>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C9A614E1-78CF-45F6-BC63-54D9C514C31A}"/>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24DD26A7-7617-4004-B37F-0815BE61293B}"/>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3708929A-D993-41DE-862C-107714273D0F}"/>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40BDBFB6-CC67-4D42-9F12-7FB633D91BA3}"/>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4359E870-0DFA-40EF-9C5C-1E754403C60A}"/>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1841C23F-1A7E-497A-AAD2-7951C55BBA2D}"/>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798F88DB-21B1-43D7-A450-E763369EF070}"/>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63ABC396-0239-47F1-A125-7F2A83A3685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62521951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133beae8adb4f7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9A873AA-9896-4FE0-995D-DD29FA80151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E8D318E-B21C-4D4C-8F5F-21E3275FFD5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C5C5CB06-EF08-4C58-9ED8-106FC758546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ADC3AF0-7C12-49A6-BBFD-4F2D7F275AE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6AC63ACF-3283-4560-925E-42D000749EE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92B1EEF-FAA3-4223-BC1D-BC1629BD050D}"/>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D0CC61AC-7875-4B08-98A2-505DF3883885}"/>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3FA9090B-4EF4-4EB4-9F44-CEB6B35E76C4}"/>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6FB90F83-499B-4791-ACFB-1218606DF591}"/>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92E9E8BA-E3EA-4A46-A1C5-E44CD1CBFD2D}"/>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B81F10D2-5577-46CC-88D7-5A9E3EED9152}"/>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379DABC5-36B4-4D2F-BE33-540363F8A55B}"/>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44A13E3D-9476-470B-8B43-063AF63FC79F}"/>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67C48C9D-1A43-4BD2-9607-28B3BB8A850E}"/>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D30B5456-04CE-48D6-9028-2EB6B66FB616}"/>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C37A7A24-16E9-4025-84C6-4DE743EE117C}"/>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7FF3776A-4E01-4613-A576-17C53A55843C}"/>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5D189F7C-41D3-4E7D-90A2-A43F007F8AC8}"/>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06B7E682-E8EE-41C5-BA32-79A3EB0C3B7B}"/>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CE752FF5-84A8-453B-AAE2-FC1D57BBCE6D}"/>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D8150362-1637-4AFB-A74D-7E1E3A4356F3}"/>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E0CCD3D6-AF93-46F9-AB03-275CEE7C026F}"/>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79ECBB14-9AC9-4F7B-B412-19370936E6E3}"/>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971A6531-575B-4F70-B47C-4C1F82D914B4}"/>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00D2CAE6-7DDF-4DDD-98F4-51293B9433CF}"/>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81007059-7402-40F7-A5C0-CBC0C82C19B2}"/>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E5E789FE-70BE-412D-AB18-C82816EE445D}"/>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EC9E38D2-8FA4-4D3D-A02F-ABA2D101EF6C}"/>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440069DE-442B-478B-A664-B1013A11DBC7}"/>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542ABBD4-C647-405E-8D7E-476506B6905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7426904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93f96c05be44ed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2DEC4F2-2EF9-4DA4-B8CD-39D81163E2C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BAE8056-3D0A-4646-A205-E0560AAE6CB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3E908E1B-1469-43FB-A26A-CD6A69DA881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E6323C6-B3B2-4363-A962-DF0FD58697C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8A426309-19F7-47DE-93B6-57B6BA3CA2D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B055BD2-D2F2-4295-8B8E-325E6A49DAC5}"/>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4A03C31-D97A-4B5A-874F-F9715F7B7F85}"/>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2210EE0D-3343-4270-8274-C741EE078509}"/>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0E258807-0E82-46AE-8B8F-C0C2667C85E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7D3FFBF9-F457-4C5B-8949-AA352A98AFB3}"/>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6E607DBD-FDC4-4039-A530-0E1D10C51CAD}"/>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A0CAA91-65C9-49A7-AC68-E60312E2100E}"/>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EBF01527-E6D2-49EF-8B2E-A40A4081789C}"/>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D8FCFB04-FA7F-4690-9B7D-701079D02A65}"/>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D04A6DA0-04D7-45A5-8CD4-24236AB9B0EC}"/>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6A8CEE2F-94A1-4CD9-AD6C-4E0124106A28}"/>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04EFD062-A4E9-4138-9840-9747EE06110C}"/>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01D074D7-0186-4C28-B9B9-42CAA87B8494}"/>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F92957FB-EF7D-42F3-B321-4E41B51E1B6F}"/>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41A05ACE-1F26-491B-B78B-171DC4F7F307}"/>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8C299252-9A18-4113-A74D-2012ABC28335}"/>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49FE2E2-84DF-4D13-81DD-CA9828AC1089}"/>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1F8769EC-C7A8-4ADA-910B-C7F53475830A}"/>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7B4AA7C2-5EC4-4025-8D08-0BFA582A2D2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9581032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faa094de54064ef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3EF5BDB-2468-4597-89EF-632E5AB40F1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77AD8B9-1B23-471D-A3DC-0D75BEB8606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BAAE2D-6717-4E71-887D-21B1B7A01E6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FF9834-719D-4816-8865-2B0A252859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0AB26E5D-6A55-41D1-92B9-1C69F42919D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6975CCE-CF48-43D5-A8A7-262870B914CE}"/>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5184DF9D-4CE2-4484-8A76-E45DD475C16E}"/>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15EA38FE-80F4-4591-B1F3-037A81413BA2}"/>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B9B04284-978A-4185-A268-646CFCD718E6}"/>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D965ABA-ADE5-4758-83A2-C3F847EC3BD6}"/>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4EA83C4A-FD00-49D7-ABC1-A4435C771798}"/>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E43EC92B-771E-45D0-8E07-2735BDD97463}"/>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D0E1763F-116D-427D-832B-D5CA7E456480}"/>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E2740957-CC2C-4E42-B7BA-2A949990C864}"/>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2047A573-A69B-4D6A-A4F2-B6FFE17C5D6E}"/>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96911B53-7424-4D47-9DA2-2A9E611A6683}"/>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E9937FAD-39D6-4145-B06F-C3F595959BC0}"/>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2ED6EBC7-1ADC-494A-AF89-01E0BB81F4ED}"/>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51A0AB32-FE03-4475-9D3A-4E04DEB2CFAE}"/>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BBD47305-8656-4814-98AF-4338DB21C6CC}"/>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0A7617FE-8631-4253-8677-7CBB2BCD3F9B}"/>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3990F0D1-5DB9-4E8D-B242-3E14B15FDBE3}"/>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A35D911-B01C-4398-93B5-5108B6296B5D}"/>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2ACF32AC-AC44-4185-B74C-1EF34E082E06}"/>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85626ED5-1FC1-4551-B48A-633142F7F2D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30702312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615a0ec3ee9476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87A6536-B86B-47E9-8841-57AE8A0300E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B9BAE70-A16E-4AF7-B755-B84163AD51D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214990C1-2AF8-427E-9586-356FE5CFDD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210D184-11A9-4BA6-AA7E-B93020404E6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67BDAB3C-C55A-46A5-B339-5426ED0441F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E822BD9-6CD4-4D8D-85DA-B9CFB0EAB1CB}"/>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E75E5597-28AC-476A-A1A5-F954B28F178E}"/>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5826AEA-B967-4EBB-932C-41169E555911}"/>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52283208-F681-47D1-8B26-44EA9F449725}"/>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1D9C6D35-627A-440A-9FD3-D949DD2ADE5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EADC1751-849F-4D3E-971E-F0F676C446C4}"/>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BC05E3FA-6094-4850-AA37-2F16697FB279}"/>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8B80201B-4565-44BC-8BF3-A88783C68A94}"/>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00889B4C-A444-4725-9852-98440A163B26}"/>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F8D2AC4F-CDF9-4EA1-9246-211A7C67E489}"/>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8A6D99D2-C932-460C-97A3-C43E3DBE42B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150441965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790a33ad9a64f6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DF0F4E-BC9F-4A61-8E22-22D9C982135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B47CA57-B8F5-4ABA-BAED-27A159C0894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C132604F-78C6-4AD5-ADEA-26D836D88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340221B-11F1-4C86-A177-602934728C1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3FF67175-A6C1-4AE9-995C-0877231B143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A0EFC1B-DB66-4316-B071-F8280A50048C}"/>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03A8327-F904-4A9B-80A0-AD688AFD53CD}"/>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25131974-FF57-4703-9F92-0DAC3C1BF683}"/>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85DDD08E-D8F4-4EAB-B9CB-62B6D3DE197D}"/>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0FF4C9E-11F6-49C3-BBF5-F1EE4957611B}"/>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4BBB960-0167-44F6-A4BA-429E782FD2EA}"/>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2FCED570-7215-448C-9D12-4F6E0C34ADBC}"/>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6BDF61E4-B530-4B34-92FC-7CE9FBB649A3}"/>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90ABF3B8-5334-47EA-9B32-BFDAD8A23308}"/>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CB2CD6A3-2CA4-45AC-AD30-B83230E0310A}"/>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5DD3093E-0CA1-41DC-BFC8-F51D9DFC4597}"/>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12C9CEC2-7118-423A-A4BF-19FEE12A7EFF}"/>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E088C150-5052-45B9-B4CE-BA1F620ED928}"/>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72205CC3-D5C2-4372-B95E-DBDB692A7076}"/>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9912D10A-7CAA-4420-A4C2-E24FC723B7D3}"/>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5B8898E9-9DDC-413C-A342-F58EBC127524}"/>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AB06788D-C5EF-49C2-9688-100230BA014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61484719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37563c6fdde426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9318628-6421-4BF9-AD92-37286A83AB4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8161B9B-C9E1-46F6-BFCB-56BCF87B908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A3217181-7492-4D2C-BE00-9FD449F4E00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06B729F-7DB7-467B-BF15-DA69A4D035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47F1D0BF-60B0-4274-8226-71C467AD763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375770B-987C-4C9C-8D02-D377442D23C3}"/>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414F90EB-B131-45BA-A028-109602F7DD6C}"/>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AB872149-EF00-47F9-BEFB-602B4724B49E}"/>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DFF71E72-7FE0-4954-B699-454DD6A9417C}"/>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6D533734-3CC5-49A9-ABD2-D43E0CBBFB2B}"/>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A691A660-054C-4691-8425-2310978AC129}"/>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4AD156D9-09C5-46FC-B7DC-A1738475055F}"/>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31D7C448-97C0-49A1-BCAE-ABEB0BC78808}"/>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EA208F1A-C56F-4295-B707-68C7D5AAA20A}"/>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FF77C6D2-40AD-471A-8DF4-5C95A27759C5}"/>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CDA2A83B-4B4C-43D1-A4F9-B5E0C708A4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64398072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c24334dcf9e6487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07665D8-D284-4D22-B581-681C22F1061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003F9D1-4EEE-44A7-90FC-17B2876FE83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EB964FB9-A06F-482A-833A-6DCC38F2B3E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5FDFFC0-BF47-43FC-B785-EB615E7A2C0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8238B47F-4759-4F82-8021-3628838887F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D89E7A1-398F-4932-A6FD-3EFB768EABC9}"/>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546BC4-E449-4239-87C5-6A078A0CF5AE}"/>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FC7A68B3-7AA0-4C5E-A1AC-38A2B55BF2FD}"/>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AE5389F4-2D98-4153-9A88-DB69C93635A0}"/>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AF0C21D6-46DE-44D7-8955-66C10895B987}"/>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7710CEA5-0FE5-41DD-894D-411A7118F1C8}"/>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448D5D6E-F70D-4C03-887D-7B72E9ADDC84}"/>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8BB14AF4-2B72-446E-B2FD-5A986FA89DC7}"/>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AC0C6458-2A51-4480-8606-5D2683718B23}"/>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DAF6D82B-11B0-4184-B29A-B07C2384FE6C}"/>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7A8898E6-7FB0-4FB0-B8EE-4563D75997ED}"/>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280F16F6-A0F4-4E0E-86B3-A2A93CC8588C}"/>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C2CC1092-F215-469F-AB0B-71501FCE04CE}"/>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073D9DCC-8623-46BA-A127-8044B10CF8B9}"/>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9ACD710-4DCC-45C7-9402-E5BCDE6139D5}"/>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5487B5AD-7A2D-4E9F-816C-EA040E450314}"/>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73C9BD53-7E2A-4A7D-9F8A-120FD8C42B9D}"/>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878C4190-A245-41CD-8432-FC0440830BE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C8CE34F8-4807-4C3D-8ED8-8842603094C6}"/>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24498A20-BEF2-4012-907A-4B5350A7B77F}"/>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938E775F-505D-44CA-A4F9-6865F12F1BA2}"/>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609A11A9-972E-49E9-9004-BF7ED780A773}"/>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AFF09A17-CE3D-4E01-935B-D57B15C8C31C}"/>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6506C904-1069-4F81-8BB6-CA7CB7453934}"/>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4E5B90AE-B99E-4D2D-809F-D596A7D76185}"/>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59EE57F-4624-4EA4-8D04-0338A6E3C310}"/>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20C3A593-A09F-4774-8BC2-C3BB21D6E3B6}"/>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70FF1B5B-82E6-4110-A0D9-B66D62FFB87E}"/>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5942D886-DD81-4915-9021-1B4FB3D52F1B}"/>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F50BDC81-FCFC-4BA5-8FA5-5705F879AD22}"/>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863F874B-1EF7-49C0-8DDB-62A647089F26}"/>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445F6578-83A8-42EE-BB6D-19F300D82EFC}"/>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2BB0225C-679F-4884-9134-060F8AF27F7A}"/>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EF67AFFA-AA5E-46F0-BD22-4860ED17EBF2}"/>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D0D3D0EC-18B4-4DC0-B3EE-111A5153DC2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210877209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38a121a8cb244fc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33340B-02F6-4308-BC3E-8E970C7B8C0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D607708-A5DC-4D7E-9849-F8D52622F92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5C5580A3-8F71-48E3-9F67-F8DCB3ABDC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7333701-36BF-469E-9AF3-79069B35225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9778C49F-AF1B-445C-B9F6-7AA8C0EE67F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8F6C07C-1C22-4C39-9CC0-72D822085A8A}"/>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0713AF10-A0B5-4809-B25C-B2E1F6574193}"/>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D8EEBE9E-5688-4823-BDF3-0449C4328D43}"/>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2108B637-DA46-4D45-85CA-8D57E0E96FBA}"/>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EBBD8832-5EAC-4F5B-A488-5943DA210787}"/>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F1E1E895-6F26-4D01-9C2C-E8E0CA9604C9}"/>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1033BE0F-893B-4C0F-B792-033EEC012570}"/>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868D41AB-97CA-48FA-B4C2-AEFB29589E88}"/>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95F9BC1F-2B32-4044-AE9F-3375A3517783}"/>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867A88D-CDA8-474B-A23A-57A62230F31E}"/>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89A56133-25D2-4E3F-867D-01FD86423516}"/>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7633BDF6-94F4-49F1-8089-2117A19A168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112EDFC2-0964-4005-9B28-D012F93E8949}"/>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14A3F94-A135-41E3-B9B6-238D785F3678}"/>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645EDEF3-B086-4D4F-8963-4FB783E0B873}"/>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DE67A1C9-2F7B-4D7D-8747-352F9BE765D5}"/>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E9468E8C-57F9-4DED-A198-AA3FFD470EE9}"/>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7FA348CD-C2A8-4F5D-9777-5D59E018D26F}"/>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BAAB83D-CBC7-40D1-986A-EA32331F3FBC}"/>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E30A5249-A796-427E-A023-65E257618503}"/>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5EB8456-7CE9-47E2-B9CE-EA06A507E61A}"/>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90B5D07A-C22D-4092-AA9F-C5543C6E6DEB}"/>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51DB852-2DC7-437A-A3B0-177CF72074CA}"/>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096BBF65-84B8-4443-B23A-96488B999ACA}"/>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5B427DD-4A1A-40F3-BDC8-972420C0C938}"/>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C39A4958-DABD-4832-8235-486D8C1550D2}"/>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28BD458-A6BB-4C6D-87A4-16755357ECE5}"/>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22CE056B-A166-467A-9A5D-0FF08DE81DB5}"/>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5AD1AE9C-1BBF-4F37-945B-3107F4E760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52544884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c94ed2173a4485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6958D8-A47A-474F-B8B1-ED7D8F53B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6BE06E4-6E4B-4DEA-8C7F-C5981D7C1E7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7D99A911-820F-4CCB-9498-9E590AE2C1C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CEE821-C268-4F2E-AB09-8444D0691F4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3023C156-DB39-42D9-8F4F-42134460D05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8CDFC9A-4C25-44E1-950C-D5063B1FA2E4}"/>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14E60A67-9378-4C51-9F67-8474D23E7016}"/>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3495270-05DF-4424-81DF-DEE2134C3540}"/>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006AA40E-FE64-4A5D-9E5E-53CC8CEB565D}"/>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CAF55EF6-B4BA-4C26-9BBA-5D3CFB093056}"/>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782CF807-FB63-4A0F-9CCA-1545CDB28452}"/>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88A9AAA-6F94-4FBC-94AE-0E93CAEB6EB4}"/>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C2C2BC0E-91D1-4D7D-A327-EB55A2F44E9A}"/>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7FA71E25-6C4B-45D4-987D-11B76B11E83F}"/>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2E1F1CFE-9A79-46D3-A6CD-0FC1B8E87FEB}"/>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DBC13AB-B6AD-4963-8E62-730F3B3281E8}"/>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4A7ED948-5DE2-4C56-ADEA-7B104EAE9E8C}"/>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23E5238-35DE-4AE8-A197-FC480B4582A6}"/>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DE51684D-2261-4890-AA17-35685E46E65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69065447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27649c476b348d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A2327C6-5ADE-4931-93D2-CC3F38B82BA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FA48240-91CB-4065-9770-07A1E276750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D926EF81-2088-471F-9861-7954C3B8685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42A0EB8-5B71-43D7-BFF8-04C38110DB4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2C73D3AF-702D-46C1-B2DD-1FDC4C7FAEB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EA128A0-7FB7-4C0C-8904-E8ACB497D3A4}"/>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88599106-0F77-4544-80B1-53454092DAB5}"/>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513E08F0-D577-4F5E-860B-5125BE13BB20}"/>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3428E131-F463-4C02-BB8D-FED947E8C00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CD4AA44-BCFD-4A45-8412-41390664F596}"/>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430F4A7C-F449-4B01-8C04-4C8905AE27E5}"/>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68E136B2-530E-48E9-B59C-3BA8FB5AF65A}"/>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E22FCB6A-622B-4B40-B7FA-D48ABCEC5A23}"/>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517F89E1-19C9-4D8E-B847-0E0035F8AB4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63AE2C0F-569E-43F0-BD18-19335481EE2B}"/>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099C932D-918A-4164-A93C-D505A2242B8E}"/>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AF81BFCF-AD86-441E-82C9-0CA2378DADED}"/>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BBEF29FE-3751-4F23-9E64-19AEF5F96319}"/>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99FBB797-49EC-475B-BE91-78F24E6A4E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214085351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a29e84d393a404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7117E6-AAF1-445B-A9E4-CF1D8E7BDB5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FEBD66-5B27-4A36-86F3-6F2E0298741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1AF61279-B8B0-4FEA-936E-8F29DC311AE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3187E80-6919-4273-897F-954CD7C64A0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F58A4604-C069-4B08-80CB-E1BEA7D8732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1F03E34-27D2-4719-96B7-E4FB2BD52C4D}"/>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A1BBEA31-4138-467B-88AE-8AA7C71629C2}"/>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76F20B37-099B-4513-84DF-2EF98C95C1A2}"/>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7316D2FF-7443-495E-A828-E6833272318C}"/>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E65BF1E1-0A78-46BC-915F-12774454F217}"/>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37AF16BC-A8C3-4CB3-ABEA-CBB83F08F23F}"/>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15A2AC61-E96D-4A33-B7E1-75B7DD9A6DAB}"/>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FAE6FF1C-9FA2-4497-910D-0FDF96A8B6AA}"/>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84BC533C-11CE-4738-951A-3ED6366F21D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90821820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b5bf9b5a51544e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C488003-96A3-48F8-AD0A-964B60C31F9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6BCC767-63B6-42FC-8E5F-80588001E0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4C3430D7-098A-4538-9338-C5FAE6DF612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58E6480-B54A-4B3B-B00C-5680096CB22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CDE7FED1-8B2B-4240-8398-1641830F9F9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4C493F9-40E0-4F80-83DC-A5D628CE595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14692DC-6E5D-44AF-A208-2C4FAC4C4481}"/>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4D4A56CC-3B45-4DF5-9668-5C0E30323AAC}"/>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B09F4111-7DD5-43DA-9A1E-722CB2D21969}"/>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D52B07E-C8C0-49EC-B360-C1B003F1E688}"/>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991FF097-96D9-443D-A067-D47B71600F5A}"/>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79B28CAF-966A-4BDD-A4E9-8F19CA5C855E}"/>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A0A506-6FAC-46C6-8D98-ACBBB1031601}"/>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66ED7F3A-95E7-43E6-AABB-0229B8CAD911}"/>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97418E84-5399-45A7-8514-80E1F726EA6F}"/>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2CAE29B-000C-4F44-9AFA-AEA8B419152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29534D33-89D7-45C8-B112-9D55CA6750C6}"/>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6E135923-036F-458C-A22F-2F42A08DD74C}"/>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60388DC-C448-4F0F-85DB-4209009B2D8B}"/>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4D77D12E-8732-4A53-AAFF-853FB2CB87A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87601F1C-D65E-4071-B110-956459990F6F}"/>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3C3D31C-DE4C-4419-9D9E-F37E57AFD251}"/>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C7D1DC54-4062-4CA9-9111-3835E34ABBD7}"/>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2DE82A09-8DF2-4D57-9C60-650AFD8A9A64}"/>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EC37CEA-4890-4132-A6F1-0BEC2A2ECC0A}"/>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88C7EE44-A17A-4246-86D8-08C02840891A}"/>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2E8C4E30-31DD-4B01-8505-C8361CFB4DA4}"/>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774EC70-8662-45AA-BD1D-93BCBC2636C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34AC8C32-C1BE-4DEE-956F-4CA170726DB7}"/>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234F8D46-E3ED-421F-9411-0F6067BF6FBA}"/>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7E084E2-FE88-46FA-8DE7-1E7E984826FC}"/>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A971717C-30E9-4934-8103-7FD714CF9FAF}"/>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6A32D13E-CD09-4937-9573-BDC7FDB30E67}"/>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A43D86EB-8432-4673-9670-4C42516F077F}"/>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B074DCAE-32FD-4AF5-ADD4-A3CA2DAEBCFE}"/>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9B798ABC-49B2-4DD6-9BEC-412A7CED875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13713922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fc7d24087bd414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544777B-ECFA-4D62-9E8C-0B8A2747F2D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344074F-53D1-4EFD-9518-B5A41C86248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F322EEF1-4150-4EFF-837E-BB7540C61BC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5B70264-A9E4-4F12-9CAF-F2183E3FF44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E43B4557-701D-4793-BB06-F2858F0BC70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1B022E8-198E-432E-816A-C7E82E546E74}"/>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65C086C-3ED6-4C1E-B191-E2172F2F517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A5FE84EF-EA88-433F-842A-E88A0A270F34}"/>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3C4EBF36-37BF-4997-A4DD-AAD979A4C55F}"/>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D84C228-62F3-4845-B198-1BD3D1EFB10A}"/>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4CFB4ACA-0678-4D2B-A2B0-9C5699C88FCC}"/>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34B281AC-DF66-4DCF-BFBD-2071C2D394A3}"/>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FA7C318B-B91D-498A-93B0-4E5EBD08B528}"/>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EAC9E8E1-1BE3-4E06-A7B4-994CB83753B3}"/>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B3514AF7-E56D-4FA3-9631-075273D7EE92}"/>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C3E2D268-431C-4318-B423-21D3DFA11C0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191600513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31210bf32d72420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34A8418-935C-4E03-B20D-080266D1888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00292BAC-1806-44C6-8BAF-3FB099B8B8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37F9AB0-FAF5-401F-86B5-B14FF32DF5A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35A028C-D087-4EFF-A812-9388665C616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3E92EBE6-255B-4E95-AA05-C57FEAC8C83F}"/>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47F9D8B3-B83D-4BB3-86E5-67B94CB30BDC}"/>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53A3824D-91E8-401F-99A4-798673249FAF}"/>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72235633-1146-4F58-9B6E-8E1F2BD9289E}"/>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C08D4C9-071F-4FB8-B3E1-38E5B66BF1B9}"/>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7B499DA3-562B-4290-A0F0-0B685D42D595}"/>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8B8DC076-C4A0-4BBF-8D9B-2A6E9C376C92}"/>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DA715937-8392-4A7B-B77B-55FCE34DDB9A}"/>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06109B56-EE4A-4D62-9C87-5BB2C2228B14}"/>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CB31B375-6E10-41BD-8D44-CE913723F541}"/>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F5DCAF46-778D-4882-A107-590355B2F84E}"/>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DC3B1145-9E76-40D7-A2C1-4C3F87CB197A}"/>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FED85F0E-C84E-4DBF-A9AD-27BDF36E5F98}"/>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3A0403B7-0F98-4CB1-A6C0-096F76D6A55E}"/>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EF9F948C-0235-4A6C-895C-3DF4878AE00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408E6274-7C68-4B9C-B3A1-3A0861B312D5}"/>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9071CC2-9535-4C28-96C6-7BD69F5B88D2}"/>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9F8C7366-FFE1-4AC2-B588-028D30A74A30}"/>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4A84117-DF17-4583-A41A-224F06420BFF}"/>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B533AA4A-A66C-4D3D-A9B2-8D990FBBEA62}"/>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A06EE9D-6E39-4E80-9E3C-B9FC5F1B708C}"/>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4DE96384-8F2B-4054-A277-EE413F343794}"/>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3B232616-C047-4F8A-A3BE-57A1F86ACA0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A4C61EC1-8F2F-4FAD-88BB-A635C4B7504D}"/>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43FBF8ED-B6DE-4938-B4FE-E03766D96140}"/>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A156A26-A0C1-4B8F-A46A-5DF0FC888A0E}"/>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E8BFCC0B-E7B4-4F31-B558-61D3F13A727C}"/>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45A45906-B82D-47ED-8400-A3011FE9F385}"/>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E33682A5-EE6C-439C-B104-DFF549F02BC6}"/>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77352E1B-94B8-4974-A5AB-3BAE26ED66C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42212704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927d0c80b1e425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45AF4D8-B88E-4EBE-84E6-F8F05CE4B3C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74ED821-0118-479E-8736-22C06BC14B7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6A92546D-D8C6-428F-BEE1-6852B74CB52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F0863FA-B547-434D-B7FE-5969BECF4F1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1FA8DC2C-1960-4DB1-A50C-9F87CDED119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BB1377-A806-45ED-B965-1ECE18347439}"/>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1F80CE11-4FD5-4089-989C-30F10C54024A}"/>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3BF46C1E-EA28-4CF7-835D-F042B017C13A}"/>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DC019423-B8CD-49B2-86E1-26FE47AA81B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B57FC9DF-246F-4977-9F8E-606B49CF168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EFA0F9D9-0CDF-4C5A-ACAD-7AEADA25777E}"/>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47C80024-4633-4219-A999-0F74BC1A0784}"/>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8D56EE49-0553-43CD-8010-C0F095025E9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E4D173F1-1987-4E99-BE3E-3ECD34D0ABD4}"/>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BC8CFA8-2A3A-4DCD-900B-BDA6E806550E}"/>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73493EF-8352-4E99-A7EA-EAFB1050146D}"/>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DAB3B87F-1E6B-4973-A288-36293E51EE77}"/>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BC034183-367B-404F-B450-B457B6072801}"/>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7C7B6AF2-9EB9-4ECF-8827-9028ACFF0FBA}"/>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9C1C6507-250D-457F-9C33-799154C1A1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53053669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43eca1d00e64e3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FC70DDC-BED9-464E-ABD2-C95C3AF19FB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7656E59-5E5D-4B39-9ED6-875D6065A1D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D9C535ED-4B86-4A72-8E4B-DD0B49B77B8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7E6F258-94BB-44B1-AF5E-E4A846530D2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C6AC5ED1-B641-42AF-85DA-0D8059B32E0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98B2B80-F76A-4A72-9D09-D7E8115170F3}"/>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038D8987-B0D5-4E26-870D-A1239EFF3A2F}"/>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3C828EC0-3FF8-4B2B-9573-30C334290DB4}"/>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FDCAF3B8-F770-4E69-B9AE-6FA2AB16B49E}"/>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28B68DC4-66F5-464A-9348-027C15DE5560}"/>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38F866B7-DAD5-49F0-9544-577D08ACFF47}"/>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184B0AD2-DFDB-433A-B4A9-105E0D06E58E}"/>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B0F0268F-84AD-442F-B5FE-523D86C09473}"/>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C0276580-B1EC-47FB-A72E-92FC0F23DA3B}"/>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3EBB0A7B-C8F5-4600-B3F0-647BACA67BC1}"/>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7BDA4A34-99CE-4240-ABBE-CB21E313C091}"/>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D306DEEF-3163-4C90-BB5A-25E2EC5C7967}"/>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BFC48608-CED1-4F46-81E9-19874065145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66FEA678-203B-4928-9B1C-FD45D03A8D94}"/>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37B94E2B-C814-4ED5-9AC9-FDD9AA8322E8}"/>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3DCE647-72DD-4F74-9565-4266E059F818}"/>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4128CA81-F13C-444E-8839-577068A1F641}"/>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1F62ECC-897B-4A02-AC70-ECA40DBB6CE0}"/>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5234C93E-B2C2-43B2-9E76-D15B8D65041D}"/>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2F2E4A41-6C96-4B1C-A5A8-C0A49C875F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385CF637-2A10-4772-AC75-1C3F0BCD2CCE}"/>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B836204A-13BB-4EED-8A81-F1373450248F}"/>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BDD4A9EC-4C66-45CB-8553-15A85D6B0BFB}"/>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DEB9D45A-32AA-4D7A-BCD0-EA554D3656B2}"/>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4CF7E3D8-D271-4EFC-8CBC-A1AA1F87061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9726747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a0a3edd0b264e2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5C2238-1449-4D2D-8A1D-71F795BA5D9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AFD226B-C2FE-489A-8C20-9BD7B2DDB41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9DEDDEA8-AB32-4A85-8F61-19F701EA1D0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0071255-0478-4F32-8595-21D0BF68FB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8449E8AA-B968-4B45-90E6-4DCFEE69C19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BEEE9FC-32B1-43D0-9F68-0133A59A65D2}"/>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6D025201-E9CE-4CDB-AFE8-A4829124B9EB}"/>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F3DDD432-4C1A-4F2D-AA5B-9ABF03B3E0BF}"/>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5C243285-FC4E-4294-91DE-030B44592BA9}"/>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CA456315-D239-4489-9D54-8D53B57F8F18}"/>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F8BE2D60-55A2-4C29-8611-247334D27FFF}"/>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F13B5B0C-CC7C-4A1A-B9E9-F2410C5DA6F7}"/>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2A7AD62B-D7AD-4216-8DB0-F30B11C245C7}"/>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83D83A37-4C5E-48AE-BE10-7BA8A89C276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11FAB161-3439-406E-9778-596CE1EDD6CD}"/>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41D05ACC-E848-42CE-A9A1-D4BBBAD0209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4137417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2026-08-25T03:38:33.3890000Z</dcterms:created>
  <dcterms:modified xsi:type="dcterms:W3CDTF">2026-08-25T03:38:33.3890000Z</dcterms:modified>
</coreProperties>
</file>