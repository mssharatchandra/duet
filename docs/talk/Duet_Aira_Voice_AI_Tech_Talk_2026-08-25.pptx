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e5d06abdf634cf5" /><Relationship Type="http://schemas.openxmlformats.org/officeDocument/2006/relationships/extended-properties" Target="/docProps/app.xml" Id="Rc255ff56336548dd" /><Relationship Type="http://schemas.openxmlformats.org/officeDocument/2006/relationships/officeDocument" Target="/ppt/presentation.xml" Id="Re7abccb577d84d68" /></Relationships>
</file>

<file path=ppt/presentation.xml><?xml version="1.0" encoding="utf-8"?>
<p:presentation xmlns:p="http://schemas.openxmlformats.org/presentationml/2006/main">
  <p:sldMasterIdLst>
    <p:sldMasterId xmlns:r="http://schemas.openxmlformats.org/officeDocument/2006/relationships" id="2147483648" r:id="R8e3da7043e7d4fc2"/>
  </p:sldMasterIdLst>
  <p:notesMasterIdLst>
    <p:notesMasterId xmlns:r="http://schemas.openxmlformats.org/officeDocument/2006/relationships" r:id="Rce437ff345324e2a"/>
  </p:notesMasterIdLst>
  <p:sldIdLst>
    <p:sldId xmlns:r="http://schemas.openxmlformats.org/officeDocument/2006/relationships" id="256" r:id="Rc3cda82a309b4f3d"/>
    <p:sldId xmlns:r="http://schemas.openxmlformats.org/officeDocument/2006/relationships" id="257" r:id="Rd788dc3a4e5546d8"/>
    <p:sldId xmlns:r="http://schemas.openxmlformats.org/officeDocument/2006/relationships" id="258" r:id="Rd84e5a5a17b44553"/>
    <p:sldId xmlns:r="http://schemas.openxmlformats.org/officeDocument/2006/relationships" id="259" r:id="Ref7301b8bced4d35"/>
    <p:sldId xmlns:r="http://schemas.openxmlformats.org/officeDocument/2006/relationships" id="260" r:id="R4d2f1d307b9c40f4"/>
    <p:sldId xmlns:r="http://schemas.openxmlformats.org/officeDocument/2006/relationships" id="261" r:id="R936eaac47dc444f6"/>
    <p:sldId xmlns:r="http://schemas.openxmlformats.org/officeDocument/2006/relationships" id="262" r:id="R5354d7c71b7f4d61"/>
    <p:sldId xmlns:r="http://schemas.openxmlformats.org/officeDocument/2006/relationships" id="263" r:id="R865757f958444f01"/>
    <p:sldId xmlns:r="http://schemas.openxmlformats.org/officeDocument/2006/relationships" id="264" r:id="R4a606f868bbc46eb"/>
    <p:sldId xmlns:r="http://schemas.openxmlformats.org/officeDocument/2006/relationships" id="265" r:id="Re6b5e7b412c94392"/>
    <p:sldId xmlns:r="http://schemas.openxmlformats.org/officeDocument/2006/relationships" id="266" r:id="Rd3b1c687b15b472b"/>
    <p:sldId xmlns:r="http://schemas.openxmlformats.org/officeDocument/2006/relationships" id="267" r:id="R3920d46a8aa84972"/>
    <p:sldId xmlns:r="http://schemas.openxmlformats.org/officeDocument/2006/relationships" id="268" r:id="R5258c1da82134042"/>
    <p:sldId xmlns:r="http://schemas.openxmlformats.org/officeDocument/2006/relationships" id="269" r:id="R78373df0e13b4792"/>
    <p:sldId xmlns:r="http://schemas.openxmlformats.org/officeDocument/2006/relationships" id="270" r:id="Ra88f9dbdf8174be7"/>
    <p:sldId xmlns:r="http://schemas.openxmlformats.org/officeDocument/2006/relationships" id="271" r:id="Rf4196ab7f0fe4d6b"/>
    <p:sldId xmlns:r="http://schemas.openxmlformats.org/officeDocument/2006/relationships" id="272" r:id="R61014232c63349a1"/>
    <p:sldId xmlns:r="http://schemas.openxmlformats.org/officeDocument/2006/relationships" id="273" r:id="R47bbfdf5f834451f"/>
    <p:sldId xmlns:r="http://schemas.openxmlformats.org/officeDocument/2006/relationships" id="274" r:id="R5c60d025870b4b6b"/>
    <p:sldId xmlns:r="http://schemas.openxmlformats.org/officeDocument/2006/relationships" id="275" r:id="R84fae5c201554294"/>
    <p:sldId xmlns:r="http://schemas.openxmlformats.org/officeDocument/2006/relationships" id="276" r:id="R81cc73ec9f504c87"/>
    <p:sldId xmlns:r="http://schemas.openxmlformats.org/officeDocument/2006/relationships" id="277" r:id="R0289f6d7ec724136"/>
    <p:sldId xmlns:r="http://schemas.openxmlformats.org/officeDocument/2006/relationships" id="278" r:id="R7649e8669d884dfa"/>
    <p:sldId xmlns:r="http://schemas.openxmlformats.org/officeDocument/2006/relationships" id="279" r:id="R541e057d8dc34e11"/>
    <p:sldId xmlns:r="http://schemas.openxmlformats.org/officeDocument/2006/relationships" id="280" r:id="Rb0b1d5988feb4d08"/>
    <p:sldId xmlns:r="http://schemas.openxmlformats.org/officeDocument/2006/relationships" id="281" r:id="R5652093987b6472d"/>
    <p:sldId xmlns:r="http://schemas.openxmlformats.org/officeDocument/2006/relationships" id="282" r:id="Rd99fc1e785064987"/>
    <p:sldId xmlns:r="http://schemas.openxmlformats.org/officeDocument/2006/relationships" id="283" r:id="R93f0c7e7ef3e4f22"/>
    <p:sldId xmlns:r="http://schemas.openxmlformats.org/officeDocument/2006/relationships" id="284" r:id="R0927b79fa32542e1"/>
    <p:sldId xmlns:r="http://schemas.openxmlformats.org/officeDocument/2006/relationships" id="285" r:id="Rc79044310c214d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5bac74334244ef" /><Relationship Type="http://schemas.openxmlformats.org/officeDocument/2006/relationships/slideMaster" Target="/ppt/slideMasters/slideMaster1.xml" Id="R8e3da7043e7d4fc2" /><Relationship Type="http://schemas.openxmlformats.org/officeDocument/2006/relationships/notesMaster" Target="/ppt/notesMasters/notesMaster1.xml" Id="Rce437ff345324e2a" /><Relationship Type="http://schemas.openxmlformats.org/officeDocument/2006/relationships/presProps" Target="/ppt/presProps.xml" Id="R88d4e0b971b44817" /><Relationship Type="http://schemas.openxmlformats.org/officeDocument/2006/relationships/tableStyles" Target="/ppt/tableStyles.xml" Id="R6696dd26839647eb" /><Relationship Type="http://schemas.openxmlformats.org/officeDocument/2006/relationships/slide" Target="/ppt/slides/slide1.xml" Id="Rc3cda82a309b4f3d" /><Relationship Type="http://schemas.openxmlformats.org/officeDocument/2006/relationships/slide" Target="/ppt/slides/slide2.xml" Id="Rd788dc3a4e5546d8" /><Relationship Type="http://schemas.openxmlformats.org/officeDocument/2006/relationships/slide" Target="/ppt/slides/slide3.xml" Id="Rd84e5a5a17b44553" /><Relationship Type="http://schemas.openxmlformats.org/officeDocument/2006/relationships/slide" Target="/ppt/slides/slide4.xml" Id="Ref7301b8bced4d35" /><Relationship Type="http://schemas.openxmlformats.org/officeDocument/2006/relationships/slide" Target="/ppt/slides/slide5.xml" Id="R4d2f1d307b9c40f4" /><Relationship Type="http://schemas.openxmlformats.org/officeDocument/2006/relationships/slide" Target="/ppt/slides/slide6.xml" Id="R936eaac47dc444f6" /><Relationship Type="http://schemas.openxmlformats.org/officeDocument/2006/relationships/slide" Target="/ppt/slides/slide7.xml" Id="R5354d7c71b7f4d61" /><Relationship Type="http://schemas.openxmlformats.org/officeDocument/2006/relationships/slide" Target="/ppt/slides/slide8.xml" Id="R865757f958444f01" /><Relationship Type="http://schemas.openxmlformats.org/officeDocument/2006/relationships/slide" Target="/ppt/slides/slide9.xml" Id="R4a606f868bbc46eb" /><Relationship Type="http://schemas.openxmlformats.org/officeDocument/2006/relationships/slide" Target="/ppt/slides/slide10.xml" Id="Re6b5e7b412c94392" /><Relationship Type="http://schemas.openxmlformats.org/officeDocument/2006/relationships/slide" Target="/ppt/slides/slide11.xml" Id="Rd3b1c687b15b472b" /><Relationship Type="http://schemas.openxmlformats.org/officeDocument/2006/relationships/slide" Target="/ppt/slides/slide12.xml" Id="R3920d46a8aa84972" /><Relationship Type="http://schemas.openxmlformats.org/officeDocument/2006/relationships/slide" Target="/ppt/slides/slide13.xml" Id="R5258c1da82134042" /><Relationship Type="http://schemas.openxmlformats.org/officeDocument/2006/relationships/slide" Target="/ppt/slides/slide14.xml" Id="R78373df0e13b4792" /><Relationship Type="http://schemas.openxmlformats.org/officeDocument/2006/relationships/slide" Target="/ppt/slides/slide15.xml" Id="Ra88f9dbdf8174be7" /><Relationship Type="http://schemas.openxmlformats.org/officeDocument/2006/relationships/slide" Target="/ppt/slides/slide16.xml" Id="Rf4196ab7f0fe4d6b" /><Relationship Type="http://schemas.openxmlformats.org/officeDocument/2006/relationships/slide" Target="/ppt/slides/slide17.xml" Id="R61014232c63349a1" /><Relationship Type="http://schemas.openxmlformats.org/officeDocument/2006/relationships/slide" Target="/ppt/slides/slide18.xml" Id="R47bbfdf5f834451f" /><Relationship Type="http://schemas.openxmlformats.org/officeDocument/2006/relationships/slide" Target="/ppt/slides/slide19.xml" Id="R5c60d025870b4b6b" /><Relationship Type="http://schemas.openxmlformats.org/officeDocument/2006/relationships/slide" Target="/ppt/slides/slide20.xml" Id="R84fae5c201554294" /><Relationship Type="http://schemas.openxmlformats.org/officeDocument/2006/relationships/slide" Target="/ppt/slides/slide21.xml" Id="R81cc73ec9f504c87" /><Relationship Type="http://schemas.openxmlformats.org/officeDocument/2006/relationships/slide" Target="/ppt/slides/slide22.xml" Id="R0289f6d7ec724136" /><Relationship Type="http://schemas.openxmlformats.org/officeDocument/2006/relationships/slide" Target="/ppt/slides/slide23.xml" Id="R7649e8669d884dfa" /><Relationship Type="http://schemas.openxmlformats.org/officeDocument/2006/relationships/slide" Target="/ppt/slides/slide24.xml" Id="R541e057d8dc34e11" /><Relationship Type="http://schemas.openxmlformats.org/officeDocument/2006/relationships/slide" Target="/ppt/slides/slide25.xml" Id="Rb0b1d5988feb4d08" /><Relationship Type="http://schemas.openxmlformats.org/officeDocument/2006/relationships/slide" Target="/ppt/slides/slide26.xml" Id="R5652093987b6472d" /><Relationship Type="http://schemas.openxmlformats.org/officeDocument/2006/relationships/slide" Target="/ppt/slides/slide27.xml" Id="Rd99fc1e785064987" /><Relationship Type="http://schemas.openxmlformats.org/officeDocument/2006/relationships/slide" Target="/ppt/slides/slide28.xml" Id="R93f0c7e7ef3e4f22" /><Relationship Type="http://schemas.openxmlformats.org/officeDocument/2006/relationships/slide" Target="/ppt/slides/slide29.xml" Id="R0927b79fa32542e1" /><Relationship Type="http://schemas.openxmlformats.org/officeDocument/2006/relationships/slide" Target="/ppt/slides/slide30.xml" Id="Rc79044310c214dd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d135701b994c3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c9b0fba43a943bc" /><Relationship Type="http://schemas.openxmlformats.org/officeDocument/2006/relationships/notesMaster" Target="/ppt/notesMasters/notesMaster1.xml" Id="R0b0feb4230b34696"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d850b75e964e59" /><Relationship Type="http://schemas.openxmlformats.org/officeDocument/2006/relationships/notesMaster" Target="/ppt/notesMasters/notesMaster1.xml" Id="Rf5b0ccb98287402f"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c7a2a699ac42f8" /><Relationship Type="http://schemas.openxmlformats.org/officeDocument/2006/relationships/notesMaster" Target="/ppt/notesMasters/notesMaster1.xml" Id="Rfd429299eb1149c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5aea2dabc0c40b7" /><Relationship Type="http://schemas.openxmlformats.org/officeDocument/2006/relationships/notesMaster" Target="/ppt/notesMasters/notesMaster1.xml" Id="R2e309964ab8041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08c43e60a194723" /><Relationship Type="http://schemas.openxmlformats.org/officeDocument/2006/relationships/notesMaster" Target="/ppt/notesMasters/notesMaster1.xml" Id="R744dfcdff37943d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d244c7e0c04f21" /><Relationship Type="http://schemas.openxmlformats.org/officeDocument/2006/relationships/notesMaster" Target="/ppt/notesMasters/notesMaster1.xml" Id="R867c303d3aae4d88" /></Relationships>
</file>

<file path=ppt/notesSlides/_rels/notesSlide7.xml.rels>&#65279;<?xml version="1.0" encoding="utf-8"?><Relationships xmlns="http://schemas.openxmlformats.org/package/2006/relationships"><Relationship Type="http://schemas.openxmlformats.org/officeDocument/2006/relationships/slide" Target="/ppt/slides/slide7.xml" Id="R9786d268aa104b57" /><Relationship Type="http://schemas.openxmlformats.org/officeDocument/2006/relationships/notesMaster" Target="/ppt/notesMasters/notesMaster1.xml" Id="R53ae038c9892410c" /></Relationships>
</file>

<file path=ppt/notesSlides/_rels/notesSlide8.xml.rels>&#65279;<?xml version="1.0" encoding="utf-8"?><Relationships xmlns="http://schemas.openxmlformats.org/package/2006/relationships"><Relationship Type="http://schemas.openxmlformats.org/officeDocument/2006/relationships/slide" Target="/ppt/slides/slide8.xml" Id="Rdc524c045cdb4498" /><Relationship Type="http://schemas.openxmlformats.org/officeDocument/2006/relationships/notesMaster" Target="/ppt/notesMasters/notesMaster1.xml" Id="R012fae53263444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bcd71847d63f4dfd" /><Relationship Type="http://schemas.openxmlformats.org/officeDocument/2006/relationships/notesMaster" Target="/ppt/notesMasters/notesMaster1.xml" Id="R3fadc4ff313f46a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65fb6b544944ee" /><Relationship Type="http://schemas.openxmlformats.org/officeDocument/2006/relationships/notesMaster" Target="/ppt/notesMasters/notesMaster1.xml" Id="R8797e93b84b24f7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b0e683f9844384" /><Relationship Type="http://schemas.openxmlformats.org/officeDocument/2006/relationships/notesMaster" Target="/ppt/notesMasters/notesMaster1.xml" Id="R67d41af06093461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ec1a448986647ee" /><Relationship Type="http://schemas.openxmlformats.org/officeDocument/2006/relationships/notesMaster" Target="/ppt/notesMasters/notesMaster1.xml" Id="R07533b70f2ce481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3d493112eb540c9" /><Relationship Type="http://schemas.openxmlformats.org/officeDocument/2006/relationships/notesMaster" Target="/ppt/notesMasters/notesMaster1.xml" Id="R2fbe6448ae29415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4ae75736a774a88" /><Relationship Type="http://schemas.openxmlformats.org/officeDocument/2006/relationships/notesMaster" Target="/ppt/notesMasters/notesMaster1.xml" Id="R9088cd3855ba420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d9edc325f33483c" /><Relationship Type="http://schemas.openxmlformats.org/officeDocument/2006/relationships/notesMaster" Target="/ppt/notesMasters/notesMaster1.xml" Id="Rd0ec8bce0baa42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b656c70fea5416b" /><Relationship Type="http://schemas.openxmlformats.org/officeDocument/2006/relationships/notesMaster" Target="/ppt/notesMasters/notesMaster1.xml" Id="Rd415893b9ad0483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0d11e2af917478b" /><Relationship Type="http://schemas.openxmlformats.org/officeDocument/2006/relationships/notesMaster" Target="/ppt/notesMasters/notesMaster1.xml" Id="Rff5ede25cfe846f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cb38497aff347c0" /><Relationship Type="http://schemas.openxmlformats.org/officeDocument/2006/relationships/notesMaster" Target="/ppt/notesMasters/notesMaster1.xml" Id="Rde41f55ddfd6436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f06028d90534c90" /><Relationship Type="http://schemas.openxmlformats.org/officeDocument/2006/relationships/notesMaster" Target="/ppt/notesMasters/notesMaster1.xml" Id="Ra1b52dfb8b204b6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5a86bc36864412c" /><Relationship Type="http://schemas.openxmlformats.org/officeDocument/2006/relationships/notesMaster" Target="/ppt/notesMasters/notesMaster1.xml" Id="Rf5290bc08bd044e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9194a4404074287" /><Relationship Type="http://schemas.openxmlformats.org/officeDocument/2006/relationships/notesMaster" Target="/ppt/notesMasters/notesMaster1.xml" Id="R64041ba976cd47d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00780fd29ec47da" /><Relationship Type="http://schemas.openxmlformats.org/officeDocument/2006/relationships/notesMaster" Target="/ppt/notesMasters/notesMaster1.xml" Id="Ra3caf7c4e71b462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1ac90eed54b4684" /><Relationship Type="http://schemas.openxmlformats.org/officeDocument/2006/relationships/notesMaster" Target="/ppt/notesMasters/notesMaster1.xml" Id="R6fe532b9d0a944c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e78f0718f4f4b49" /><Relationship Type="http://schemas.openxmlformats.org/officeDocument/2006/relationships/notesMaster" Target="/ppt/notesMasters/notesMaster1.xml" Id="R2b0f666ed572437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3c5602e2adf4ab4" /><Relationship Type="http://schemas.openxmlformats.org/officeDocument/2006/relationships/notesMaster" Target="/ppt/notesMasters/notesMaster1.xml" Id="Rf062b42aa3ad482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b09b1232da146bf" /><Relationship Type="http://schemas.openxmlformats.org/officeDocument/2006/relationships/notesMaster" Target="/ppt/notesMasters/notesMaster1.xml" Id="Re55117bc4222491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1ed6ed32347439e" /><Relationship Type="http://schemas.openxmlformats.org/officeDocument/2006/relationships/notesMaster" Target="/ppt/notesMasters/notesMaster1.xml" Id="R232cfd29bb1b445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1a4b6ee18cb4447" /><Relationship Type="http://schemas.openxmlformats.org/officeDocument/2006/relationships/notesMaster" Target="/ppt/notesMasters/notesMaster1.xml" Id="R74b091d24f314d0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745cd687b994076" /><Relationship Type="http://schemas.openxmlformats.org/officeDocument/2006/relationships/notesMaster" Target="/ppt/notesMasters/notesMaster1.xml" Id="Rf74c3c60c9be4fb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325507c750d48a3" /><Relationship Type="http://schemas.openxmlformats.org/officeDocument/2006/relationships/notesMaster" Target="/ppt/notesMasters/notesMaster1.xml" Id="R20c1b07909104c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 If the workflow scales to millions of historical inquiries, the agent creates coverage and triage—not a replacement for the human conversation where trust and negotiation matter.</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“Do Not Call (DNC)” is the persisted suppression list that prevents prohibited or opted-out contacts from being called. The current app is single-session and browser-first; these are the production capabilities still needed before outbound use.</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ASBL’s hundreds of hours of historical sales calls are a differentiated learning asset only when they are used with appropriate consent, retention, access controls and legal review. They can reveal real objections, silence patterns, accents, turn-taking and qualification signals that generic benchmarks miss. The opportunity is not to declare multilingual voice solved: Telugu, Hindi, English and code-mixed calls still need their own ASR, TTS, factuality, turn-taking and trust evaluations before deployment.</a:t>
            </a:r>
          </a:p>
          <a:p xmlns:a="http://schemas.openxmlformats.org/drawingml/2006/main">
            <a:r>
              <a:t/>
            </a:r>
          </a:p>
          <a:p xmlns:a="http://schemas.openxmlformats.org/drawingml/2006/main">
            <a:r>
              <a:t>SOURCES</a:t>
            </a:r>
          </a:p>
          <a:p xmlns:a="http://schemas.openxmlformats.org/drawingml/2006/main">
            <a:r>
              <a:t>- ASBL call-recording asset ·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985e3ac25740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f47405dff94354" /><Relationship Type="http://schemas.openxmlformats.org/officeDocument/2006/relationships/slideLayout" Target="/ppt/slideLayouts/slideLayout1.xml" Id="Raf9b7ad0f4d3406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9b7ad0f4d3406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45617ff1d3f4682" /><Relationship Type="http://schemas.openxmlformats.org/officeDocument/2006/relationships/image" Target="/ppt/media/image.jpeg" Id="Ra127d72091c247f7" /><Relationship Type="http://schemas.openxmlformats.org/officeDocument/2006/relationships/notesSlide" Target="/ppt/notesSlides/notesSlide1.xml" Id="Rd985c7a806754a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b6b8af0b6fd432b" /><Relationship Type="http://schemas.openxmlformats.org/officeDocument/2006/relationships/image" Target="/ppt/media/image2.jpeg" Id="R238e973359024500" /><Relationship Type="http://schemas.openxmlformats.org/officeDocument/2006/relationships/notesSlide" Target="/ppt/notesSlides/notesSlide2.xml" Id="R7a5ffdf9b1ee484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64b7b059b8445b" /><Relationship Type="http://schemas.openxmlformats.org/officeDocument/2006/relationships/image" Target="/ppt/media/image3.jpeg" Id="Rb7b58706ab44418f" /><Relationship Type="http://schemas.openxmlformats.org/officeDocument/2006/relationships/notesSlide" Target="/ppt/notesSlides/notesSlide3.xml" Id="R8b4ddf6f6fb34bd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65c70260dfb404c" /><Relationship Type="http://schemas.openxmlformats.org/officeDocument/2006/relationships/image" Target="/ppt/media/image4.jpeg" Id="Rb4d78d7eb45845f1" /><Relationship Type="http://schemas.openxmlformats.org/officeDocument/2006/relationships/notesSlide" Target="/ppt/notesSlides/notesSlide4.xml" Id="R2c03a043d09342f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1e4c3413b034e71" /><Relationship Type="http://schemas.openxmlformats.org/officeDocument/2006/relationships/image" Target="/ppt/media/image5.jpeg" Id="R0efa2e2c2f1a4e92" /><Relationship Type="http://schemas.openxmlformats.org/officeDocument/2006/relationships/notesSlide" Target="/ppt/notesSlides/notesSlide5.xml" Id="Ra9cfdbaae58142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f9c4d6ef7e241f3" /><Relationship Type="http://schemas.openxmlformats.org/officeDocument/2006/relationships/image" Target="/ppt/media/image6.jpeg" Id="R0810b5defe65447c" /><Relationship Type="http://schemas.openxmlformats.org/officeDocument/2006/relationships/notesSlide" Target="/ppt/notesSlides/notesSlide6.xml" Id="R989577efe8cb44b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d7f6023b5de4504" /><Relationship Type="http://schemas.openxmlformats.org/officeDocument/2006/relationships/image" Target="/ppt/media/image7.jpeg" Id="Ra994d2b363674238" /><Relationship Type="http://schemas.openxmlformats.org/officeDocument/2006/relationships/notesSlide" Target="/ppt/notesSlides/notesSlide7.xml" Id="R64a07af6e6de4e5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eb36be944d44b78" /><Relationship Type="http://schemas.openxmlformats.org/officeDocument/2006/relationships/image" Target="/ppt/media/image8.jpeg" Id="R8a1ccff605df4c9e" /><Relationship Type="http://schemas.openxmlformats.org/officeDocument/2006/relationships/notesSlide" Target="/ppt/notesSlides/notesSlide8.xml" Id="R27b117c2cfba4e8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1dfb7937d164f22" /><Relationship Type="http://schemas.openxmlformats.org/officeDocument/2006/relationships/image" Target="/ppt/media/image9.jpeg" Id="R35ee60e4ffc2440d" /><Relationship Type="http://schemas.openxmlformats.org/officeDocument/2006/relationships/notesSlide" Target="/ppt/notesSlides/notesSlide9.xml" Id="R2eced2ac9b0c4ea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cef6b6076524a1f" /><Relationship Type="http://schemas.openxmlformats.org/officeDocument/2006/relationships/image" Target="/ppt/media/image10.jpeg" Id="Rc8ad9254ef824a2a" /><Relationship Type="http://schemas.openxmlformats.org/officeDocument/2006/relationships/notesSlide" Target="/ppt/notesSlides/notesSlide10.xml" Id="Rb7cddcc54c9b40c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2cf0d341ebe4f82" /><Relationship Type="http://schemas.openxmlformats.org/officeDocument/2006/relationships/image" Target="/ppt/media/image11.jpeg" Id="Rdcb4105090034423" /><Relationship Type="http://schemas.openxmlformats.org/officeDocument/2006/relationships/notesSlide" Target="/ppt/notesSlides/notesSlide11.xml" Id="R82a0395779ed44e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373527fd3474e63" /><Relationship Type="http://schemas.openxmlformats.org/officeDocument/2006/relationships/image" Target="/ppt/media/image12.jpeg" Id="Ra85628c9d9fe401c" /><Relationship Type="http://schemas.openxmlformats.org/officeDocument/2006/relationships/notesSlide" Target="/ppt/notesSlides/notesSlide12.xml" Id="Re6222ba24994481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88f279def7f47f4" /><Relationship Type="http://schemas.openxmlformats.org/officeDocument/2006/relationships/image" Target="/ppt/media/image13.jpeg" Id="Ra81c9e048eac408a" /><Relationship Type="http://schemas.openxmlformats.org/officeDocument/2006/relationships/notesSlide" Target="/ppt/notesSlides/notesSlide13.xml" Id="R744beccad1e14f5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e409db57c944af3" /><Relationship Type="http://schemas.openxmlformats.org/officeDocument/2006/relationships/image" Target="/ppt/media/image14.jpeg" Id="R72fe08ea92594614" /><Relationship Type="http://schemas.openxmlformats.org/officeDocument/2006/relationships/notesSlide" Target="/ppt/notesSlides/notesSlide14.xml" Id="Rf2f40f2cf5fd4bf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00c1d65b119411d" /><Relationship Type="http://schemas.openxmlformats.org/officeDocument/2006/relationships/image" Target="/ppt/media/image15.jpeg" Id="R1e3bcf77962c4c4e" /><Relationship Type="http://schemas.openxmlformats.org/officeDocument/2006/relationships/notesSlide" Target="/ppt/notesSlides/notesSlide15.xml" Id="R7bdc0d58f3034b9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6ae89f1a4b64a1c" /><Relationship Type="http://schemas.openxmlformats.org/officeDocument/2006/relationships/image" Target="/ppt/media/image16.jpeg" Id="R4598ca7eeeeb480b" /><Relationship Type="http://schemas.openxmlformats.org/officeDocument/2006/relationships/notesSlide" Target="/ppt/notesSlides/notesSlide16.xml" Id="R18c9100ce9e94fe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eddeb8c3c494936" /><Relationship Type="http://schemas.openxmlformats.org/officeDocument/2006/relationships/image" Target="/ppt/media/image17.jpeg" Id="Re68a233a05c14fa4" /><Relationship Type="http://schemas.openxmlformats.org/officeDocument/2006/relationships/notesSlide" Target="/ppt/notesSlides/notesSlide17.xml" Id="R249f3b9c00bc423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aa75f9010b64d50" /><Relationship Type="http://schemas.openxmlformats.org/officeDocument/2006/relationships/image" Target="/ppt/media/image18.jpeg" Id="Rd7762e4adc2a43d8" /><Relationship Type="http://schemas.openxmlformats.org/officeDocument/2006/relationships/notesSlide" Target="/ppt/notesSlides/notesSlide18.xml" Id="R98520b77e97d44d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b277c305b424ff7" /><Relationship Type="http://schemas.openxmlformats.org/officeDocument/2006/relationships/image" Target="/ppt/media/image19.jpeg" Id="Rf8150223c3184a54" /><Relationship Type="http://schemas.openxmlformats.org/officeDocument/2006/relationships/notesSlide" Target="/ppt/notesSlides/notesSlide19.xml" Id="Rdb3d9f3d70c949a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7f6dec72a214b3b" /><Relationship Type="http://schemas.openxmlformats.org/officeDocument/2006/relationships/image" Target="/ppt/media/image20.jpeg" Id="R9100ecaa419841f6" /><Relationship Type="http://schemas.openxmlformats.org/officeDocument/2006/relationships/notesSlide" Target="/ppt/notesSlides/notesSlide20.xml" Id="R893ab14cbd7948c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2c43725ac824a32" /><Relationship Type="http://schemas.openxmlformats.org/officeDocument/2006/relationships/image" Target="/ppt/media/image21.jpeg" Id="R81ae9633614847ba" /><Relationship Type="http://schemas.openxmlformats.org/officeDocument/2006/relationships/notesSlide" Target="/ppt/notesSlides/notesSlide21.xml" Id="R0c31720540c34ce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61106181172469d" /><Relationship Type="http://schemas.openxmlformats.org/officeDocument/2006/relationships/image" Target="/ppt/media/image22.jpeg" Id="R220dcb8cb68d44f7" /><Relationship Type="http://schemas.openxmlformats.org/officeDocument/2006/relationships/notesSlide" Target="/ppt/notesSlides/notesSlide22.xml" Id="Ra34323519c1641b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f12cfe22eeb4270" /><Relationship Type="http://schemas.openxmlformats.org/officeDocument/2006/relationships/image" Target="/ppt/media/image23.jpeg" Id="Rf8e740d586ab476b" /><Relationship Type="http://schemas.openxmlformats.org/officeDocument/2006/relationships/notesSlide" Target="/ppt/notesSlides/notesSlide23.xml" Id="R3c41e253d58f466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29893b408794065" /><Relationship Type="http://schemas.openxmlformats.org/officeDocument/2006/relationships/image" Target="/ppt/media/image24.jpeg" Id="Rdd032026ba804f16" /><Relationship Type="http://schemas.openxmlformats.org/officeDocument/2006/relationships/notesSlide" Target="/ppt/notesSlides/notesSlide24.xml" Id="Rc25889e7966142c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6c1fffc2ca54e60" /><Relationship Type="http://schemas.openxmlformats.org/officeDocument/2006/relationships/image" Target="/ppt/media/image25.jpeg" Id="R2cc17ff7f051461c" /><Relationship Type="http://schemas.openxmlformats.org/officeDocument/2006/relationships/notesSlide" Target="/ppt/notesSlides/notesSlide25.xml" Id="R0fb4dc22d04a41b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5c917daf9114130" /><Relationship Type="http://schemas.openxmlformats.org/officeDocument/2006/relationships/image" Target="/ppt/media/image26.jpeg" Id="R9772c608402e4a08" /><Relationship Type="http://schemas.openxmlformats.org/officeDocument/2006/relationships/notesSlide" Target="/ppt/notesSlides/notesSlide26.xml" Id="Rc5e266dd69ff424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6cc108684244164" /><Relationship Type="http://schemas.openxmlformats.org/officeDocument/2006/relationships/image" Target="/ppt/media/image27.jpeg" Id="Rd8303d91eda14ec3" /><Relationship Type="http://schemas.openxmlformats.org/officeDocument/2006/relationships/notesSlide" Target="/ppt/notesSlides/notesSlide27.xml" Id="R01bba3d2e7e544c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1dfa941793f475d" /><Relationship Type="http://schemas.openxmlformats.org/officeDocument/2006/relationships/image" Target="/ppt/media/image28.jpeg" Id="Ra13ec29a97d04b70" /><Relationship Type="http://schemas.openxmlformats.org/officeDocument/2006/relationships/notesSlide" Target="/ppt/notesSlides/notesSlide28.xml" Id="R8963a8633f31416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1895fd542874290" /><Relationship Type="http://schemas.openxmlformats.org/officeDocument/2006/relationships/image" Target="/ppt/media/image29.jpeg" Id="Rfe888b67f81645b8" /><Relationship Type="http://schemas.openxmlformats.org/officeDocument/2006/relationships/notesSlide" Target="/ppt/notesSlides/notesSlide29.xml" Id="Re6a0168cd13d49e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cde90a5c1154542" /><Relationship Type="http://schemas.openxmlformats.org/officeDocument/2006/relationships/image" Target="/ppt/media/image30.jpeg" Id="R76e19cd4914b4211" /><Relationship Type="http://schemas.openxmlformats.org/officeDocument/2006/relationships/notesSlide" Target="/ppt/notesSlides/notesSlide30.xml" Id="R36888a4718ae46c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a127d72091c247f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032EF12-E716-48A7-A14E-FD70A16274E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E042F819-7550-43FF-83C9-464BDA717993}"/>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007555C-1304-4A6B-B49A-60D0220592A0}"/>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BFE7CE6B-4E2B-4EEB-9AEE-1219E1C75469}"/>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E475CEF0-7732-4D42-9E61-A912E55261B7}"/>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EA412A86-5BA4-485F-8114-E0840730EA65}"/>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41D91A53-18B4-42BB-9AE4-83B26918AB2C}"/>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F524FA12-A19D-40B0-9263-BB31D3085B23}"/>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3B290F2-3045-458D-9681-D0FDDFE8543C}"/>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1FA4532E-A3A1-488D-BBDA-6321DBF9B593}"/>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971E91AD-7D5E-40FF-A3F5-17F400CB5961}"/>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6857C97E-3FFB-4426-9A70-41AEE6CD3D5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95B75055-D43E-40C4-9E05-97763851F1DC}"/>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2C149600-AEB7-4A85-8AAE-842D2C5767FF}"/>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0EE61B8F-8C43-48DB-B361-A6C9498D46CC}"/>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44C2E0A4-CBC9-4EEE-8CD6-2B269A5F88EC}"/>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4C0A71F6-9737-4E38-A16B-815518B915F4}"/>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0388C627-BB61-4C58-A806-F9BE756E5C30}"/>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EEE6A5CC-0E2F-43BC-8169-7A694CFC9F99}"/>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205E36A5-0F4B-4F68-A425-4F2AF7F99E5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73ED9CAD-717A-423C-842A-38D2C7A64605}"/>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88FDF47-2ADE-49BC-8A71-EB09F9136C61}"/>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D0A06E8C-B55A-48A7-A5F9-422D5FD30F73}"/>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194103AC-9078-49D6-AC7E-CB22417593B1}"/>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62F2AF23-7452-47C9-96ED-CB40F354B41C}"/>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EBAF6EAA-DE84-4AF6-991C-485C908EDA20}"/>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1598DF99-977B-4CE2-9332-7017B508E2EC}"/>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B7AF38F2-632D-4E00-AE80-6EABD0A59A4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245478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238e97335902450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F7660A0-9A44-43E3-B426-638D246CEA9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F4AA86C-8962-49E0-9EB6-D1727510266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221B217E-C5BF-4BCB-9EC6-73F0C8EF031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A024AF1-8CD8-4519-B207-B4AC421BB80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70BF1727-6A46-430F-9A34-9C216F17E67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28295-431B-4328-AF86-398C5A325E5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1275C55E-091B-4DA1-AF99-1A528913A12A}"/>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9147D465-AD96-4FDE-A1FF-FDE9C28BCD06}"/>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C04AC77F-EBEF-4206-9510-C7E9B07BB7EA}"/>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F68ECDEA-6926-48D2-B0A1-E64D575EB378}"/>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4E0C85A0-2643-43FA-A8B1-44B20192FCEC}"/>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EB8E4478-700A-4F7D-8BD4-8D2944A7D23E}"/>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C03C5948-2EB7-4AC0-B73B-8E9B492CA36B}"/>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AB2A9B54-1123-4CC5-A042-6301AA8FF017}"/>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3FC91CE9-E60F-4C13-90EA-9689E1C950A1}"/>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0347414F-0BE7-44D3-BC5A-0D6FCE963D61}"/>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5CCC4F46-B9E3-4647-98B3-72887884DCC5}"/>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5E74F39D-7F7E-4AB8-AE5A-2A7B28DBB451}"/>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9A842877-C7F8-4251-9AB4-5BCD5EB75D56}"/>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D5121779-E32F-454C-8F36-6FBCA7D9B6D8}"/>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94A3DB2B-0738-45DB-B9D3-754FF1138CF6}"/>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357F1600-59C2-480C-9633-95EF7BD6E55C}"/>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496ACC78-FCB7-4224-899C-4ED3BB6A73DB}"/>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BF15B5A8-1194-49A1-A6FB-3B3B4B0AC200}"/>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9E209EF8-713B-4AD0-AA13-977BA2EB670B}"/>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875A064C-FC58-4E1E-B5A5-C928FB1C51F0}"/>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26992046-15F7-40D0-871F-002F64430F65}"/>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2EDD67B7-DFBE-41DD-B13F-E471B51B3742}"/>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0AEEA63E-7598-411A-8B3B-E2657C877E47}"/>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A9A51AF4-9E6B-4A7F-A899-D5558CB2A33A}"/>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67A2A631-E618-4B45-AA42-B57934D45339}"/>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85A29A98-1C0D-4D67-ABE4-8173C3687665}"/>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A63303CF-2259-42F4-BD17-0E177A54314E}"/>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FEA3E0FF-CF4E-41F4-BD21-1DB01C0AF524}"/>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D212E1BF-0EA0-4D95-8039-5437B03D128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64176811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7b58706ab44418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544246-124D-4FE5-B992-A0C692DAEB8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2737444-D660-404E-B718-E86B39701FD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BCE18AFC-E603-4BF8-9759-3671A2A9C8A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92953AE-A20A-4C7F-94D6-643E218A518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F670AB7C-2FFC-48D3-B602-1DF3EF8363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C335955-0C49-46C3-97A6-0B319BD5526A}"/>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A92187C7-4B51-4B5C-9939-31CE70941A46}"/>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C9433DC6-46AE-4899-AD80-7E3756C4EA82}"/>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26C88126-436C-4C71-8235-8D6146A76CE7}"/>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94CA1548-DF4B-40CA-B4B9-A48C7B4B038A}"/>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A57B471D-35DA-43DD-AE56-4CBE005A1BC1}"/>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D19F6DD3-0DFA-41F5-B99D-3E74AC5AEDAB}"/>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0CC9F0FA-2851-4C53-B18B-F44403A02860}"/>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ED4033AC-787D-4E53-9993-423ECAE8450F}"/>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C903EB40-2F75-40BB-B876-6BD9F1A83068}"/>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432873E7-1138-46F2-AB25-EF427F22E100}"/>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12A5872F-9131-4821-A2FD-6A0F4411CF22}"/>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3671EEC1-C402-4560-B629-8E2C5793A49F}"/>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ECFCDB24-EF14-4271-BA88-4C5781FE9EDC}"/>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D04071B3-ABBA-4BA4-BCC2-47707D35A43F}"/>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BEB8DCC7-FAA6-4A2B-85E7-5E15EBCF2637}"/>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EB1DA8F6-B627-4289-9B57-B9F126997BCD}"/>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63876D61-AAB4-471B-A0D0-7043B18BC1A4}"/>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6CABBF7B-7113-4BC7-ACBE-BF40266B4F60}"/>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FD694A8A-20BD-4ECD-9761-520201E15343}"/>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CA6FDDFF-A5E0-4EEA-8405-4AD89B8A2E06}"/>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23F6F9A0-B796-4C5B-8761-137AA6EA9403}"/>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209ECC57-ADD7-44D4-8AA5-B9F85B60E762}"/>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8356D182-8130-43D5-8874-AFD82A59FE0D}"/>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DCBF3ADE-92DB-456B-B6C2-B4C4B67DA36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84187001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b4d78d7eb45845f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3D3BF38-90C8-44D7-BA53-447658C61A5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AB0D0EB-498C-47F2-9FC8-480110528BD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FCACEF87-1B03-47CF-AC9E-30BFAAB1CAF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1846F53-9771-45E7-8885-820EA145155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059AE8A5-A416-4B99-BCCD-CA1AC11EAB5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48CEC82-9FDF-424B-B9C5-17DEA867A409}"/>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6EAB506A-BDCC-40D3-BC55-D58B99205678}"/>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D4667943-6CC9-47E5-811C-B6A29C41E906}"/>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99DB349-7F40-4ECA-BBED-A7B5BC5AEEC4}"/>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59642D2C-9FCD-4278-B2BC-191A395C2F63}"/>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AFAC29FB-7EAE-4260-A296-064B46B2AF7D}"/>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2E95168A-2A5E-4904-B07F-2C5FC80ECCE0}"/>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A9558687-3B57-424D-95F6-005870C056BD}"/>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7ECA0781-F356-44C0-8E39-4CA87FA72D18}"/>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532DAA45-5D0F-44EF-890D-210F9A1B563C}"/>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B89973C3-9520-402B-B4AF-C67B6BFFFEDD}"/>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26A87E29-936A-4958-9F7E-BB4B75CDD387}"/>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4358A0A0-5D7F-45D8-8BCB-46FAC8E3DD3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8E8124BD-767A-42D8-B7AF-159637401CD5}"/>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34A6884B-62BB-4CE3-8B63-EF63B781EE9E}"/>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D11FEFF6-6A43-4126-9653-0BF0650DC2E8}"/>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958AAF95-7338-4358-AE7E-14D8EF07298A}"/>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FFC54361-8323-40D2-85A2-A021D3D0B7B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DA06B6FD-65BF-4217-8E34-EA19E25ACE50}"/>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E2061444-94F0-455F-93D9-5DEEA879860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210269923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0efa2e2c2f1a4e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2C2A29F-B75A-4CDB-9C30-1891A7CDE85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97F21F6-3285-4CA0-B575-77C4A350714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6607F63F-2282-4232-B108-EB150D2087A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CD24AEC-A9FB-4875-9915-051F45FBB6E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0BFB76E4-D4E8-4EDF-9680-D3E5433714D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8C42BEB-43DC-455F-BAB9-1C7B00C8C0EB}"/>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7E09F3C6-ACEC-4C58-8E99-BFD4AA365E7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468F8D1B-453B-4119-B297-1E210CB2058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103036B2-3A58-4517-89D7-2D6CF18862BE}"/>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7043BFCE-F7EE-4567-9320-A3927697C70B}"/>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908E5AAD-A821-4FAD-A8E4-AADF8E6585AD}"/>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0E7BC753-19CA-4A66-8E5A-2E1F1B9AB8CD}"/>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CD29254-8EB7-4BCE-8272-20F3B52324A0}"/>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FAC9D604-5069-4315-B82F-6CDA4F57BC8D}"/>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B631ED5-0C3B-44B5-971C-4A14E6571ADB}"/>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C90EAE73-E390-4EAA-9D55-D5A301ACB286}"/>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AC0AE3-E56E-4B8D-BF28-3F8EB7774312}"/>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B52F496B-1634-492B-8BE8-8DE2EA71C7BE}"/>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C2835FE2-77F1-4C29-A836-17FA5E2DD36B}"/>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FDFA1BDD-D7C7-4AFF-A693-38A9C97E76B0}"/>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1214C9EC-8AC6-4C18-BFCF-818649BEA079}"/>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9F3507A5-227F-4603-85E0-5865D70FBDC0}"/>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93B48162-6508-47AA-AA43-362204D74BB5}"/>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E6F23601-C723-44D7-930C-64D1B9974848}"/>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DF02DF9C-7284-4A74-B8CA-0D76F4831980}"/>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AE074B65-017E-42AB-A9D4-CF19298B0AD6}"/>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AEFC1F32-C998-4375-A34B-6E45745D2662}"/>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12C72469-03DA-468E-8562-47B95DF4BF67}"/>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D65C66B5-D89B-4B3D-8D3F-889E177D68D7}"/>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3296A208-E7C1-4E0B-A2D4-FB85A7ABDEC8}"/>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2444FD94-69D1-414A-998A-8525ED4FE86E}"/>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F2E2BF5B-7A6A-46D0-A895-DCAC5950D2B8}"/>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27058567-A9A4-4143-AFC9-4E265E4DC97B}"/>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97E5EEAC-520A-4AA4-9F9D-41F1EC534A9D}"/>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ADF68D9D-E354-4CD7-83F9-D583CEA14815}"/>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EA96E344-EF9C-4F2E-B312-9B40AA295CE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96883860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0810b5defe65447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2FA9464-7C28-4679-83A4-8B21AA1347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A4C4AE-F8C0-4D1F-AA99-CF8CCCE5387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D586C62E-7A54-440D-A195-3509D245CDD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1C541BC-0592-450F-B23F-82CE0109F3D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87A4FF2D-EE2F-4F65-9699-542790E5FFC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796D5A6-B4EF-4FC7-820A-CA4F9942E666}"/>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27F4FF1A-0FB1-4C27-B7F1-DB5D4013DE06}"/>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2002B0A1-6729-430A-BC39-FB288E06C93F}"/>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6B39DC61-06FE-4479-A080-9CA911C4D6A5}"/>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1122837F-5658-4F9A-90A7-E5C03D10BD32}"/>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2461158B-8660-4FA5-93DB-536B2F9877D2}"/>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67E7F6B6-B3F9-482E-8A7B-3DE7B1F6F21D}"/>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F4E4966D-673E-4C31-8C18-67E7660DE520}"/>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CA2530ED-ABE3-4839-9A4A-C4C9531218F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32170091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a994d2b36367423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C8E7F37-CEC7-410C-B27F-D971ADA6748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C54570D-AFAA-42A4-9D81-5CC54F7EAD8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E5C03EE0-0164-47A6-A17E-E2274F7010A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65E33B3-3104-401F-A4AD-90E16896252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E3C10312-A844-4F7C-9E5A-A5C2391AFD1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A5A5FD6-1816-455B-A911-C8754D91B9DD}"/>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E8C4D2C3-C824-463D-A897-9DB0E9D9E75C}"/>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BF76411E-9F39-4D31-B4DF-4B7D24BFF66F}"/>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A2DA4A7D-3D48-43E6-9007-5C21C516EDC7}"/>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AE0E2DF6-3525-4F72-BB45-BD67800FED4E}"/>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A64932E9-A2D2-4A0E-B354-D14323C6C72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121C3713-592D-401D-9CAD-F6B3240EEFDC}"/>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F875D8FA-D796-4131-9556-5F106A35BA30}"/>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5AF3F3B4-14F6-4A0D-93EA-995DB35535D6}"/>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17D8D400-79EA-43C5-AC36-EC1AF597FC40}"/>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0D1551B8-09AF-40C9-8A77-2B1363FD614A}"/>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A47A89BD-4680-4D4E-8CE5-0F62461F12F5}"/>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CA696497-4541-4FF0-89E7-3201C7856C94}"/>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370F535B-E93A-440E-AB9C-50152B88E208}"/>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71B5465E-C6B8-4BC9-AB2A-D56C6980938E}"/>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3D1D03BB-300E-4C7F-9F8B-4D3A84B84669}"/>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97424ED6-41C1-4474-8F13-ECB66C56042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A7783F7B-14BD-415C-8F7B-0F69FD2DF50A}"/>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F64EDB9D-5C20-4747-87BA-74E5F3ACF89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40965181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8a1ccff605df4c9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B765CD6-AE34-4430-AB69-DF81E8C9913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A0432AF-1F8A-4770-A93E-2CC2A39D212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9B1A716B-3417-48E2-B32E-816057A3891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834E6EC-BBB8-4226-806A-F1CC75AD16F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E724EDDC-D91F-4539-8241-C64044BF7F4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36FCA78-EAEE-4185-A519-77D599D8D677}"/>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FDBD659A-4C30-4C53-A7BD-C3D91AB4B92E}"/>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0CA49CCC-A718-40AF-ACBD-69991E5BA387}"/>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5D134178-C96F-436E-970B-394D21608D94}"/>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6F373C97-955C-4C5B-A186-8F22017065FB}"/>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FC96FD81-EA66-41DE-B638-9188000C53FD}"/>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34543569-4D63-4678-A4C4-BA94133DD1D5}"/>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5488FD10-AAF7-4D3C-933C-4829986958A4}"/>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F198675C-68B3-40B6-899F-0045879E4364}"/>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DDDB8996-4EFA-4B31-B3B6-AD5F762A18E6}"/>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751B3A8D-D25B-467B-8B45-52B835E957D9}"/>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44C79CB5-2D87-40A0-89E2-3FAE599683B7}"/>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EE8C9C93-3A4C-4A31-8072-A16199BFBBDF}"/>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C0EE7404-6E89-4A4B-8A42-709BB6741DE4}"/>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6AA5384-7895-4AFE-9B13-5220D6BA9B5A}"/>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807C4F6C-92EF-493F-94D9-0D2EBB3FC164}"/>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A06F3396-C9BE-42DE-879E-D61727D71325}"/>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616C8990-252B-4AA3-A070-42E39696D71E}"/>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C8C1E9CF-5BCF-4C50-AF40-0709C866B58B}"/>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55CA22A4-FDCF-4B44-B18F-90910EDE9651}"/>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A86D6173-CED5-4CBA-A152-B9B9F5321500}"/>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C877F67C-5A5A-457C-8F45-B6C002B6CB0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5155246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35ee60e4ffc2440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670C1F9-78E3-407B-A589-13616B65216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72AF6BC-FA9A-4B9C-99CB-5590BE80BDE0}"/>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7906AB1F-1441-4F15-8B2C-C1BA315E6104}"/>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0822421A-AC43-4BAE-B351-C05E9C3721C8}"/>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AD6B0C2C-4C64-4B09-BDD2-027BC545C752}"/>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C3FD0F20-588D-4BFF-97FC-17115A49C26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59314543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c8ad9254ef824a2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D9695B-98E7-4B77-B203-8EAE8118EB8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46C5976-1AAA-4A2F-8374-0CFF4C8F11F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786FDE46-ECF1-4662-BBA5-6F7221601C7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3B74289-5A08-485E-978D-3D9227F84B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EAB2CFE7-447C-491A-8237-EFF33516122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DA03C6E-F889-4F11-AA75-94C1343E241F}"/>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EF86E879-41A0-4508-A4BC-75F2DEDEF0F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5EDDFC12-FCD9-47A0-B0C6-20316AD8492A}"/>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69FC25F2-201F-46B2-8447-6B132777291B}"/>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414A1BE-08FD-458B-8286-C40D017B850D}"/>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E6489A6D-F43A-4B31-B7F2-1AF9AD57A946}"/>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65B9E0CF-21CC-4EEB-B371-87100F8941AB}"/>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8011BD49-82D3-436D-8C58-CF1969F801D5}"/>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DC3AD250-2075-4DC5-A208-CE183B198294}"/>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6D55B45A-8A90-4A6C-B4A1-3A8813AE7206}"/>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1F530A3A-2353-484A-B6CD-206C517CE3BD}"/>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B93BF37-5794-4E76-93B0-CD7911DF0D9A}"/>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CEF928AB-DED2-4F82-8F03-2D1508876386}"/>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8634CD3-7AAF-4AE3-8D9D-FC73DB713049}"/>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F430545-EF49-44B2-AD7E-B7073AC63D8C}"/>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74D64F67-F69D-4BAB-8E4A-047B05E9F80C}"/>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112AFF80-0BC3-469B-9CE1-C8878A863F3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1FA472A8-4394-41FA-B31C-EBC86E6019D0}"/>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AAC69F08-4E74-4BB3-89CC-880168D8A93F}"/>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133912FD-17C7-49FD-998D-D9E05B89152A}"/>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F127242-DCA3-4DEC-A404-52B1D946D174}"/>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DE84240C-D1AD-4608-8486-26FB0CB75508}"/>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290E5758-1F71-45AC-B75A-7CCB5BDFE82F}"/>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54CC2119-C05D-4600-B8AD-15ABE31C7258}"/>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B7A0B7A6-FD5D-433B-8332-1B9B854648F6}"/>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E68355A4-432F-465A-BB4B-3EB23CD8E21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E5184D03-92FA-4356-B994-868F89811C4C}"/>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ECB85E78-6FD3-4B1B-A487-E0C3AD55DEB3}"/>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650C34D2-0FC1-4DD5-8002-AA5DFF7434CD}"/>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FCB510E9-CE5D-4E8A-9DB7-C7B6B6FCF8D9}"/>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F9575913-F428-4438-8E06-F8FF320D0339}"/>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1D585803-8A31-4E94-8BC0-CE480F42D830}"/>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ABA5CBEB-41CE-496A-B162-502CDDF44DEB}"/>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CE8BD424-8DCB-49E7-9C48-BAB15771232E}"/>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8B0A64FB-C9AE-4561-BD91-9A8A91192993}"/>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7C43A876-BCE8-4C6D-A05D-16B03C6E4DCD}"/>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4689C71D-C39E-422F-8313-D01BACBFDA4A}"/>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366A1006-676C-4FE8-B1DC-8C991010FAA4}"/>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E8186953-F8B7-4EF3-9451-38F9EB311E9A}"/>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7058CA56-7143-4B0F-80F6-74C05B5ADDDA}"/>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862E8919-FB40-4EF8-BA54-E45FE22B17CA}"/>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018DA43B-F075-4225-AFDE-8A0BB765332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2BEFEC4-F59D-4E5E-897D-05EE28D0A34F}"/>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450B61CD-08B4-43A7-8B73-EF282368CB87}"/>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2338A62E-A9F5-45B3-9444-FB7F496C6916}"/>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2CA66FB1-5918-4BAE-84D6-B1AF7420864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E3DE082D-AEAE-4192-9A9D-28E3AD77AA16}"/>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9EF80A1A-DFF4-4449-8FEE-FAF514809931}"/>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70292A35-310A-4BBA-A7AD-1E5317F2BAF9}"/>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CC756EE3-560D-4958-B7EF-214B78A2E2AB}"/>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791D45C5-4D09-4432-A4C6-845B28EF0A54}"/>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25B313DB-8809-4BEA-A65D-79854C7D4FDC}"/>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482BE9ED-0CB9-4965-AA60-1CC1200A31E6}"/>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C11DEA80-56B0-4E92-9101-DE0251B5EDC7}"/>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F14B0FDF-EF45-4099-A68E-2D0973C0D520}"/>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21992B82-8074-4772-B7C7-E8D4603A7D9D}"/>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03D45D3E-1FE7-4ECF-9763-A1680C86B652}"/>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CFB51928-3A65-4061-B0CE-A5243355764A}"/>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7AEC3D1C-E7C0-4950-BF5F-F32CFD321789}"/>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ABEA47E6-5C34-4675-9ACF-FF4BB54981B1}"/>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FC5A519C-F04C-40D5-94E5-DE77CD779A0A}"/>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7B9EC4DD-B314-47BA-9CD4-DAF04183836A}"/>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8A32AB75-FE2D-4466-8E0B-C6AF7691E951}"/>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011DDFB0-84B4-4EDC-A553-78385830ACBA}"/>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92C80729-8496-4CE3-9B13-DCE3C688AF19}"/>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3B5C942-1661-43E2-94E2-925162E55289}"/>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68CEA9C4-44A6-4688-9BCE-F7140A83519A}"/>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7CA02225-6665-4F48-8E68-67A930B4AB88}"/>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B4C08C13-9526-4FFB-BDD3-17F2577CA7DB}"/>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9C5FBCE2-F5D7-4D49-8972-69274176643B}"/>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F8F06322-505D-41A0-B586-F9CA13A622AB}"/>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85B15CF9-4570-42F3-8DDB-0CE57475ACA6}"/>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6EE15459-7791-4DAE-8A86-9FE8E99EC406}"/>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A7316728-275E-47ED-B4B9-75DBDCA99E5E}"/>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B5FCAB2C-8F80-4039-887B-A995BC407633}"/>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DAFB7864-C943-4F3F-9D99-21EA42C7A098}"/>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5CF320F2-E202-4BEB-8CEC-4C2C98C7AC21}"/>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985DDD0B-EAB3-4CB6-B8BE-7941065D0CD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B17F5702-1AAC-492B-AE31-7FB531D0343F}"/>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2D80F00F-FCBE-44EC-B650-55F56AFB6543}"/>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E1A1EA49-2358-48CF-B321-1A1A2B59BC1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210587648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cb410509003442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D8F5278-76B4-4E05-AC8B-FA452E2E5C7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C22BB5-85FC-4FC5-AB0B-9753E20168B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A0DE3E02-1558-4004-A485-D6BC447CA93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B468AF9-4E57-4625-BF58-61F635C94E1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E9C14F48-CD6E-471D-8E11-241ABFC44D5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E7C6BDF-BEF3-4D02-986E-D66D529CB5E1}"/>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0ED4FE2A-B1DE-4A7E-B48A-4044D2CED673}"/>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B10705D0-CF67-4119-BE61-70345035592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B3C8AAD-2A9F-41F8-9B9D-E6DEE1804743}"/>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E5BC1904-887D-466A-A672-1E5E0139D844}"/>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91178014-EA67-462D-80C9-4D735198B01F}"/>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92F5985-84EF-4B1A-A14C-61DD18959417}"/>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2A4656E-14A2-4C02-834D-DE42D8EAF1E7}"/>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126C20EB-C02E-451C-BEBF-C3F3008AC6EF}"/>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A663F62-6EE1-4D31-BCAB-6AE2DAC65B44}"/>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22A3B76C-5841-4651-B7A6-AAB9C2FEED99}"/>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EF8CFD41-2DC4-4E16-9B66-D6E3DA9345E8}"/>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E263243-FEAA-4BEF-9E29-FD34AF21953F}"/>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541907F0-2D59-4CA5-B7A2-2CF26E253073}"/>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31F7DFF2-B6F2-4F0D-906E-096F9A7B782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46944872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85628c9d9fe401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341FD9-6402-4F38-901B-2EE4226F17E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A096B97-ED74-4767-B833-7F8BAF3A51E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DFEA7222-8845-4B1F-A595-779F6FC3828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BA9355C-59DB-4BF8-BD6A-8BCB151809D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F2E4EC-0F40-4DC4-A0B7-FC9724E9BF8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A28D87-DBFB-4698-A6D9-C39AA92212FE}"/>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726B7244-278A-41CA-9EC4-5D99571A675C}"/>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CC933E81-152F-40BC-8C16-F6D1E4769960}"/>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87C634DD-EDED-4412-BB3E-B3135F86AC3E}"/>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7F83E4F4-107D-41B7-B087-4D4144BE858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7E4ACA54-ED9D-4614-BD4D-1BCCBE3758FE}"/>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365E4BC1-F937-46CD-A2BE-62A1DA797B04}"/>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1A111DF1-2DC6-42CC-9A49-3D00B2BB9A8F}"/>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178407B3-2C0B-40B3-89A0-8053987CE17F}"/>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04FDA8D4-5444-4753-89DB-059B1E697DF9}"/>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50D2ABA7-EFF3-449D-B2D3-355D7A4E0A8B}"/>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1F0F61B-66FC-489E-9A0B-DFB4278B0196}"/>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9FAE4FE6-C4C3-4C04-8657-5BD651A77333}"/>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CA73BA6E-3BDD-4958-AD64-FABC585EE336}"/>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72FD1FD6-6343-425F-B74F-E5838CF1DE00}"/>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284C096-56E5-4878-87B6-225FB985B360}"/>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F8C23AA4-18BD-42A1-85B8-FCB276F6D720}"/>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5813FBFC-A52E-4906-B905-7D571EF0C049}"/>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57547B8-D7CE-4C9A-B2B1-3C82C6EB5E74}"/>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46A277ED-8458-44F1-989D-207424B6B6B1}"/>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346A71C0-E5A1-4055-87CB-F8AFA383A75A}"/>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CC6A55D-2E73-4312-897A-509E435598B3}"/>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60B56332-671E-4602-9EB1-F8121AC60477}"/>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6E1DECE-55C2-4FF5-9D77-C6BFE4CC9964}"/>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102269C6-8AC1-407D-A327-2790277E865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47191383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a81c9e048eac408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68C4144-3498-449F-93CD-D08F85C04D8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B7FCFA-D12D-4D7F-A49B-3035FFC6FEB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AD0BBB01-DBB8-4E38-9F31-757C75DA92D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17B9F04-C763-4933-8FB2-0465347BBBD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89BDAF06-260A-4648-9B33-30C330F981C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88BEE39-6EA7-42D0-AF35-B5FD03FCA755}"/>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B4CD3669-CFCA-483C-9CD6-7C58B6C0C535}"/>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46B59552-8D41-478B-A682-9BCD2C981BA2}"/>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BB7EBFAD-38F7-48AF-9D09-00258E5B5944}"/>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4E5B7323-7523-4FC0-B6E7-F52AED662BF4}"/>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1D36B874-BF9B-43E3-BE34-D5532AAE40E3}"/>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8E89B8D8-6B43-4D5C-9DB6-AF0EFE6F2454}"/>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94593D45-BAA6-46B5-9884-7A3C33E8C72C}"/>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38AA2C90-7793-4779-AEFB-944EC7562257}"/>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E4ED2A1-801E-43E1-853B-4EC457E83659}"/>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A4613310-8103-4CCE-B2EF-DF72E63472D5}"/>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5A1E214F-F8BA-4630-BB9F-3F75CD90DA9A}"/>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8E269CAD-5F03-4209-889A-1F2CBC854FF9}"/>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1E4CECF4-2188-4A7B-8E16-C70EC3C27BDA}"/>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409A37A3-FB03-4E4E-AA1C-269B64675307}"/>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BE589EFE-4D0E-4060-8EC0-62D7C81A6F0A}"/>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C47D19ED-493E-48D4-B8FF-C98000A777B3}"/>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6D60D008-4B21-40F3-9D99-DF55FFC2F5EF}"/>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3A7812C4-396D-4567-B00A-F248E385DB87}"/>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63F2E08E-6885-4784-A660-C14C5AEC390B}"/>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4FE724A4-8A77-425F-8A97-7E68F52011D0}"/>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27F4FF59-5CD4-47C2-A873-16693CF4796B}"/>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D28E4DF3-3244-409D-AC1F-FDBAADB6D414}"/>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4D02C378-0BC2-40B0-89C4-63F31C7D650A}"/>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41B95DA0-394E-4918-B97F-F8949F43BA70}"/>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1A26585A-ADB3-4988-8D18-03F9EBF51749}"/>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D2E6E37D-99D2-4036-91AD-BF1FC00A9B47}"/>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A1902E3B-1DE7-47F1-815F-38B30770FD08}"/>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CCB52748-4B76-46D2-A7CA-26A343C0AA88}"/>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A78B4D9D-F7B3-4D7B-9E6F-176C6F29A3D9}"/>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07B3F4D3-BE09-4865-B6E1-734C8BF0DE24}"/>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B8E7C7C9-DC09-47A1-966D-D23F5F9B418E}"/>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A7F61506-52BF-4D60-B924-BDADE3984359}"/>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801CB63D-074E-437F-B5A3-27939A1C3520}"/>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D396C900-B5BF-4A5D-A461-7784299F3819}"/>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A2735A7C-3AD1-46AA-9D63-48F5E0295101}"/>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5021A4ED-DC0D-4F51-A1F4-73798D8A8667}"/>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F17F7F49-6E0A-44D5-AB9F-BB137A6BF65D}"/>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B4BD876B-5F62-49C5-92FF-91FDA30B5D28}"/>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28A77E94-B67D-4F2D-8C58-F833D6766150}"/>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059D758E-81D2-428E-A8CA-F4F5E2374071}"/>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AD5C4F76-3D7F-499D-B00F-3C3624A10B5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83574834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2fe08ea9259461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F2F27C-A567-4DBE-80F0-989B4AE6E95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F39A9A0-CF37-45BF-AD7A-D3CB3C7B0D1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2E6F1605-F2C5-4980-BB6B-1ECAA060FE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BF2FAFA-EDA7-40FD-B689-B4438E542D8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4CDDF93C-FC58-4327-B11C-D1564855623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22737AE-CCD2-40F7-B6AE-7A8D24FFBBBE}"/>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516DB2DB-5F48-4D98-84F1-40ACADB394E8}"/>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B8333F29-4562-4CEE-A35B-9570F4B85B96}"/>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58F9AC6E-DB98-4991-843E-BD301FFFCFA4}"/>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D87F1A86-2752-40B6-AED3-6CC086AA0FB0}"/>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D9D5B983-ACBA-45BD-AA83-C793790EFFBF}"/>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CD595DBA-2240-4C17-9041-77DE052C15BE}"/>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0515A29B-2BCD-4E49-BFB6-EB1B449BAC59}"/>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5605E0E1-45A5-4C13-8A61-47735FAC2021}"/>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CFC5792D-7987-49AD-B632-F992979BABB6}"/>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7F95DCC1-7968-4AA0-A253-FA0DCC95382A}"/>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9E02D950-42B4-47F9-A109-14CDADB2CCF5}"/>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C8ED144B-E83F-4C1E-8822-5CA542587A27}"/>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5D69316D-C72A-46AB-AEF5-A916FCDC27A8}"/>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C497F757-A520-4ABD-98C6-F77011BE2E17}"/>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3E100AE5-5A37-45F5-9E48-51CC02664A40}"/>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E0757F94-775E-4AF4-9210-BEA579192D34}"/>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07A5F928-BBBC-4647-BB06-E449B8ED4CCC}"/>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BC987FF1-1675-401B-AD11-7061D0216095}"/>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86BD17AB-F6E7-4A73-95F1-F1DC2AD81F7A}"/>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9FBB0578-ACCF-428D-BE55-F9070EEA5F6C}"/>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494CCDFD-E9B1-4F5D-9C75-0D40027106BB}"/>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8F163DBB-BD74-473A-AB46-C68A2DFEEC3F}"/>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2086701A-8D26-4F9E-A2F7-2CA4EB584B9D}"/>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DE2E588A-412C-4A51-854D-82FDDD218AD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9951444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1e3bcf77962c4c4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3E598BA-6CBE-4F58-AC45-7EDDEDA3AD9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63CB5DC-39C3-43FD-8C3E-63BB3C3A69A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833DB401-E891-4D5F-81EC-27A90A1A61D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580E3E1-9B51-4D15-AB16-F4381A2220F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9296309E-18E8-40C7-9DAE-2D8EEBF2C2C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6DE6FD2-5771-4B6B-BB72-EB82E7968EC4}"/>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7BAE4558-B7A6-4C64-A69B-DC1DD0F782F6}"/>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C5F6BD63-9D12-4AEE-A304-6EF5F75C73A3}"/>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BC932ED8-2B67-4A4B-AE11-09EE092E043E}"/>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DCF9EB9B-A45D-4C5A-BEA5-EA74C61E96FD}"/>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D445E964-2C6C-4437-9AC7-37878C6C0E97}"/>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07446514-CA78-414D-852A-443D6FCE17CD}"/>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30F4E5E3-C769-43AD-8B55-0E1C9A38FEA5}"/>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8FF0E34D-3C21-41E7-A720-8C2FC7BFCFC8}"/>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AB7C3FAD-94A7-4D73-9B90-32887F870F72}"/>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E1CE2978-4CDE-47AD-8FF5-92C77128677F}"/>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11262EE2-31C5-4BF5-8F1A-770DCFD6837F}"/>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CA1C64D8-7D54-4BD4-8751-C0C5B6D13435}"/>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B28867D8-6F33-41B6-9F8C-3BE9A9C032CC}"/>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63B59A4E-62C8-493B-AB50-7C05ADE26E3F}"/>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9B731D50-B3C7-4CED-9113-EBC9FB0EC6C3}"/>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EDB87FE-9B83-4692-94B0-56285E53835A}"/>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419B98D-419B-46EA-8CC7-CE4B3F628D87}"/>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5FF29C5B-38E0-4D17-A1A6-DDDAEE660AC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0694128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598ca7eeeeb480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8ADD3E1-EF85-4D8F-BCDB-F2043582DBB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2C0E129-A741-43FB-9477-37B965063DA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124EC04F-C210-4F92-8253-B2BD21B8127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792359A-9AE3-4695-A9EC-034BEAFE48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5DAD5CD2-814A-49F0-A57C-F3E37E10075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0B4DFEB-1667-4280-8CFC-5FA6A48F225A}"/>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30596AF0-CA8F-42FD-BF53-235FCC3F7FE6}"/>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35B5F979-51BD-4E8D-B932-4F9E25C4D3AD}"/>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55F99042-DA2E-4AAB-897B-4A3E242B0E5B}"/>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018648A8-C748-45D9-AE7C-D03E41E1A1AF}"/>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2F9950DE-D413-460A-988E-91CAA1057A77}"/>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BEB2C77C-7648-4594-9FFE-51019DB7C9F1}"/>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DBDC6641-F106-481A-9324-67D0787DC759}"/>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050096D2-C3A5-4966-9FD2-AB57BBE474B6}"/>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2691BF81-28AB-4294-800B-68D29CF8B45E}"/>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9E569975-C45C-4111-B617-AE5D2E1E9F54}"/>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D0DF535A-938E-400C-A084-15E807098A10}"/>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AEC056FF-B1C8-4802-91D4-4FC7A884E9C2}"/>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90D9E152-BA29-4899-9990-2BE0407A7056}"/>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6E373E0F-3B95-4E97-B59C-8F3F0373B5B9}"/>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0B5C95A2-1588-4942-B3EE-560D00F1131E}"/>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9D8DBBBC-DB8E-41C8-90FF-8C25AC6A8DA1}"/>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828EF83-C8B9-49A6-9F9F-2BD0E1D5EC32}"/>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49006FAC-EE0E-4624-8882-78A791D6A71E}"/>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A21B82E1-60FD-42F5-8D63-2FA0B26CCE9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131751633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68a233a05c14fa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D0E13A-500F-4172-8832-63642A629A4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757D11B-8E2B-4C1F-96C1-AE9BBD390FA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CE5FEF59-E4AB-4444-936D-ECA4ADB5822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481FB50-EFF4-4F3E-8262-2311F6D78BF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2DABAC7-E343-48B8-9A76-AE78DB75B49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D81CE1C-D9AE-4599-9924-A8526706DA66}"/>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C53142E4-ED89-4889-A22B-9B0FE1F29CD9}"/>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DC4E29AD-93ED-4D77-86D2-2A0AB00484F0}"/>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96B77B17-1364-490C-BC64-CB8305761425}"/>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3589140B-CD8C-4ECA-B497-EF8FB3DFD6A0}"/>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71E7059-0971-4AE8-9409-F45328DCE562}"/>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9494D3E-3F3A-4914-BF0F-D50FB3B012CB}"/>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05148B13-AD4A-43A3-9A99-D6F9C88413DA}"/>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5ED705C8-AFAC-4E94-9365-D85BC2812174}"/>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8B6B8954-52FF-489C-B8F7-0483F6EAD452}"/>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929C60BE-9A83-4BB1-9DC9-469F28AE53E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45158981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7762e4adc2a43d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3505376-44C2-4BBD-8BD6-C8F1C2B7AF0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8C640DB-6A0D-4330-9361-9AD721495ED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9AD4BCD8-7CF4-4B80-9571-C828926578D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C676A07-8D98-4154-B7D0-F50FBDF2B82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55BCF6C-4B20-4479-8BC3-D9633B284EE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EBD5B73-41EA-4898-BCE5-4CE6478766A9}"/>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2AE5678E-9131-42AF-9443-5B793AF23A2C}"/>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F2ABF7ED-82DB-48E5-820F-407EE8ACEAEF}"/>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1C3F5D2E-E1A1-4659-8998-37A4FA4E5DF3}"/>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6511BDD2-D701-4BFC-8BC9-65BCAFA991E0}"/>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B18ADC1-7069-40C8-832A-DF9D618F74CD}"/>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41023305-132C-48E2-83EA-54D7274268EF}"/>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21B98961-4CFC-4F0A-9D50-C7D1C9634A13}"/>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73F8D5FE-A64D-4CA3-A980-5208B83507C4}"/>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307E5D-D38A-4940-9847-F7FA5E5C3745}"/>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1F05928D-0FA8-4CA2-98A7-612D61E82DDD}"/>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C4C50A65-9F8E-4703-A076-E44B1EDB90E7}"/>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5C02D603-9655-485D-B833-406A36BBB1F0}"/>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5A83D06-2674-43EF-A5FB-C1097EAE4738}"/>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4D78C352-CF35-47A9-94A8-094860109121}"/>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6DBDB309-DF43-47D9-A0FB-F1381862538E}"/>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B2065624-3A39-48A1-9A56-30AB03E389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4350302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8150223c3184a5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40FE661-6F5F-4B51-A57D-7EC491D7D59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7F47464-CC5B-4461-A6B7-102BD879F47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FC5D61B7-6BAF-41B5-ABD7-46086A7B216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1227C85-2055-4B93-B2E3-F385226A183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B530E94B-1E44-447B-833C-15FE5DF539A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E3FD87-49F7-4C94-8FCC-EB84CEEF15F9}"/>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5D3DEDE8-528C-4929-969F-768E558D6CA6}"/>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8BFB3369-99CE-4F56-92DF-958078B1AF11}"/>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26BBC05B-526D-45E9-A9ED-9763CD50F376}"/>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7584C99A-6A2E-4607-99C8-FE4ED6963815}"/>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3FB8606-5C22-409C-9018-7F9EA6FB3A63}"/>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AEA2D34A-7645-4426-A4D6-BE5BCF0E1EE2}"/>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ED02945B-01A4-403F-BDAF-737C336677E5}"/>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74CBC23-8290-43F9-A687-D20884DB6183}"/>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01B952F4-44D6-4E43-BC06-C3E17F45401D}"/>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E79706F1-F8B1-4FF1-B897-433C7C654AD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43576013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9100ecaa419841f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E684A7-DDA3-4A05-B4F3-87C5BC4DCB5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6CDCD5-3EC1-4D84-8A29-7E1B33D5A4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C1645795-C34B-4B10-A961-121619CF157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2D6A285-B370-4685-AD19-EEEA2352A6D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C3BF6660-BD81-4A5A-BDD6-18765011DE8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AEE47CE-FEB1-427C-9336-8C11E25CA224}"/>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826C2AB-E662-442A-900B-60459741F1DD}"/>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CDE84DA2-94A1-44B9-A566-51B796D67955}"/>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BED1B977-1ED1-4872-8FD3-037DAC666FD9}"/>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EF06D3F4-F51E-423E-B176-BA0FE5CBE9AE}"/>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80D1E739-130F-4575-B946-794845FFADE1}"/>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A9546B26-BDFE-4E61-819B-049928AA3AEB}"/>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70A6E856-D268-4BD0-824E-7EABA4E0D21E}"/>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5ABD7750-A4DA-4C46-A657-606C0D3758A4}"/>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40E16313-9F8F-46A2-8C92-D650513BD0CE}"/>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A0855429-6701-4269-AFE1-E208F7114D1F}"/>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3640A149-0777-4EB0-953D-A7781AF32243}"/>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B6DFDE42-648C-41DE-89E2-479FAD53CFB6}"/>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3E574A2E-D8EA-44D4-94EC-9AC0EE94C0B4}"/>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6D68FED5-3EBF-4A63-A6CE-8431A68304C9}"/>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C2F911A8-0467-4B15-B0C6-EF56742341D5}"/>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A011A6F6-9CF3-4D34-B42F-EF6991F0130A}"/>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6D247F04-33C4-4670-9A42-5339DBDD148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08793579-12E0-4556-93D7-936A75619598}"/>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D737158C-A318-4B7F-A239-728BF4B86DF4}"/>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CEC0712B-A00B-48C3-AC03-62D225D1314B}"/>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4F4A8529-1532-49FF-8B0E-332D12DD5E49}"/>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A9039052-EEB4-49DA-8A5E-0D7E822E9B2B}"/>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48593522-BF62-48F2-B6E2-380F6FF31640}"/>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AB6D17DE-C6FE-42C3-84D8-7D4E2449DAB1}"/>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5E6F6673-BA9A-4990-8BA3-53AFB4D9FEAC}"/>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A6FA0804-DCD3-4542-9B90-CD5A4169BB97}"/>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C1F782E4-DD15-4A0E-AD85-4ABC683E148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0B72060F-A0A4-4025-8AE2-18A3FE02119E}"/>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FDFA2398-7A69-421F-A9BE-63A554213C74}"/>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0A22FA89-2654-4D75-8BD1-6529B307E623}"/>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6E0F45D1-1EB7-4CCB-A6D4-7F6F6B1D2B79}"/>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132CBBEA-F0CA-4906-9E1D-24DD98E5FF7F}"/>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10EEC4C6-A606-4138-9648-B079D9D17A04}"/>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8A9CE4A6-8FF8-426B-80B3-EDAF2A1C102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7246857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81ae9633614847b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9D1CC9E-3AF9-432A-AB01-922B0D586C9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741F357-014C-4BC0-B9C9-BCE84513A53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C364554C-A5AB-4946-996A-6DB4BF48135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BEB38E2-54F4-48F5-8F1B-A9C5A4B9FD3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51D64877-887F-4271-BC87-E37EBFF3DBC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AC35510-8EEF-4C4A-A71B-60C6C0BEB62D}"/>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B545AF81-F71F-4AFC-810E-8036BE6DD9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DBFB2ECC-482A-4CC8-857C-8805A2323E63}"/>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FE018F48-0D58-4D99-8CA4-A6A21D08FA1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B9A8BA31-BA89-41A1-A537-BD759E3FC47B}"/>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810A02E0-2C32-428C-88DE-3928C2F3037B}"/>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700ABE9-5261-406F-BD8F-DB0A386FD903}"/>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D077C84E-DAF3-420F-B740-554D15FA594B}"/>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E9E8AAE5-F032-47FC-9FC6-B33CAE246AD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1621BDE2-1245-41AD-A6F7-1A836671F397}"/>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7429E52C-E5BA-448A-A798-AEF09CA81060}"/>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1DCDFB41-9DCE-4336-B898-B51E4C2369A1}"/>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D0DC658F-84B5-4938-9E7D-874BB0CAA2D2}"/>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EBF3A474-71A6-459B-A36C-CAA4FBA35C50}"/>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B9CC7776-27A5-404E-9F87-7C4795D8236E}"/>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73E1B0DC-5193-4348-AEA2-7A027F6DD82D}"/>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3E0A92E0-735D-4ECC-A9F1-304B6BA4643F}"/>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C8B817D-D7EF-4099-80D5-CCA618BD21E0}"/>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925825D-0ABD-40E7-892C-84643978AF9C}"/>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9F77DE61-CE96-494A-9A48-3074F06D490F}"/>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BA0D2D4-3A03-4A14-8160-70AF63F3051C}"/>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A633F04D-F047-4F1B-9CF4-8E62DEEC97CF}"/>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9246873-95DE-42E9-96EA-B1DAC8DCCEDE}"/>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16D4DFE8-D8C4-4480-957E-24F3D938E93D}"/>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A6B21A1-B2E1-48C8-8BA0-ABD9DE14B2D3}"/>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90B864B-0963-4E4E-889F-348EAD0FE32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189CE5A-845B-43EF-87EB-BF3E44E6566C}"/>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6635FF7A-3218-4102-8189-963D5DECF842}"/>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59DD3877-0034-456B-A559-B4DA088D247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32980653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20dcb8cb68d44f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DC87DE8-1B18-442C-9332-14FEA8192FF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47FB1E4-BDEA-4142-AA39-8A9526EE92B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FE8D8B81-33E3-4DDC-9F0B-77F9E5382D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9CC07E5-FD8F-4B8F-BD95-0B5B3B434F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B0B50640-50EC-4B92-9BF0-68C59869FD8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E36FA76-438E-46B7-983F-471C64187844}"/>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24337838-E6C4-4D5B-9577-76EF196A2304}"/>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45EF289-1BB8-414B-8448-1CF4CB3B352C}"/>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3FDB45F2-FA74-427F-8A58-1064FBAB956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8C1C7B86-3B43-40A5-8355-E5F39D3C8333}"/>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30221C1F-8ACE-4AB3-9C87-7FDDB9ACF655}"/>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B40388B-FD6B-46C0-B7BB-A0E109EC556C}"/>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37F52789-9490-445D-B4EF-735727A96A66}"/>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33546A45-F404-4494-B38D-5F5CC450B1EA}"/>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1289559D-6E4E-4F04-9CC5-51E9486A1527}"/>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3A95308-7C2C-4478-99DC-C9B86A37223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EEBEE143-C8B2-4611-BB56-03ED9F0DE65D}"/>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7E1F5B7E-B4F9-4E6E-8D72-848A694F75D1}"/>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5F427093-37B6-44AC-8CF3-9503C2496D7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9772006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8e740d586ab476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2E93B6E-A90F-47F8-AB65-9FE1FCC97DE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EB222AB-5710-4160-9EF9-B6D75335A8D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299BBA71-358B-4B14-8A1D-074E505C3BF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9B54AEB-8798-4B5E-AEAD-48D45D11DA0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3157A13B-F2B8-4CF8-BD46-35AE8A4E3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9DB891C-39F9-40CE-BFC7-DAFD7E909338}"/>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CAECCC21-A334-4F17-928D-440D34AB03F0}"/>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C5326425-DEF9-4B2A-AEA6-16379E0EDFE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3C26B7D6-278C-40BF-AB3C-9E875CCB1CB2}"/>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6845B4D0-C72A-4180-8D54-1CBD536286CA}"/>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237087A3-78AF-45FB-8F8F-F2E4608A4D0C}"/>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F6670A5C-133A-4C3A-9C47-40E7D28D3913}"/>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3DD8C0FD-7E3F-46F4-A6E9-B09E5A3BC99E}"/>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B639976C-2A96-42FC-8838-37BBD7A898E3}"/>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3FB372C1-92AA-45DA-B245-A8710216C2F0}"/>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356BD6D0-4960-4255-ACFB-1F23C053BADC}"/>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72BD5FE2-C74C-49B9-B07C-F13EADF11D55}"/>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F7B9251-4848-4FCF-A952-C394720B81BA}"/>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C3BB3F79-A8AC-4AD5-92A1-61E7D057D78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1741185113"/>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d032026ba804f1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1DEB096-FFC0-4503-9241-E385C70BA0B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EDF285A-F7B5-4696-8A25-82CEB704AB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91A4F684-0DBE-481F-AE10-631AD78D880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7C6291-7B94-4FF8-AE06-2A12A110EBD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ASBL inquiry reactivation and qualification</a:t>
            </a:r>
          </a:p>
        </p:txBody>
      </p:sp>
      <p:sp>
        <p:nvSpPr>
          <p:cNvPr id="6" name="">
            <a:extLst xmlns:a="http://schemas.openxmlformats.org/drawingml/2006/main">
              <a:ext uri="{FF2B5EF4-FFF2-40B4-BE49-F238E27FC236}">
                <a16:creationId xmlns:a16="http://schemas.microsoft.com/office/drawing/2014/main" id="{562DD40E-5FB8-4FE3-9728-1D00DA46D00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62BDE9C-581B-45A5-9776-8104CCB3AB62}"/>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8C43C9FD-C447-4773-9EAA-F50498D71F1C}"/>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8D5F0481-965E-4A07-A1F7-A17A06E6889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FD18CD6D-3C85-4B0A-88D9-F7205F6DB9DE}"/>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BC102BDC-1E95-4EB8-A03A-8DD8D7226F7F}"/>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BDAE19F1-2AF7-43C7-AD8A-B012B3EAEC52}"/>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reactivation · permission · intent · FAQs · qualification · follow-up</a:t>
            </a:r>
          </a:p>
        </p:txBody>
      </p:sp>
      <p:sp>
        <p:nvSpPr>
          <p:cNvPr id="13" name="">
            <a:extLst xmlns:a="http://schemas.openxmlformats.org/drawingml/2006/main">
              <a:ext uri="{FF2B5EF4-FFF2-40B4-BE49-F238E27FC236}">
                <a16:creationId xmlns:a16="http://schemas.microsoft.com/office/drawing/2014/main" id="{C45435CB-40D6-431C-9182-6CB17C0C3D7E}"/>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15EBBB07-2E71-4B0B-8F51-991898CB1309}"/>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009AF0BE-508D-49F0-9F90-6182B5A41EA7}"/>
              </a:ext>
            </a:extLst>
          </p:cNvPr>
          <p:cNvSpPr>
            <a:spLocks xmlns:a="http://schemas.openxmlformats.org/drawingml/2006/main" noGrp="1"/>
          </p:cNvSpPr>
          <p:nvPr/>
        </p:nvSpPr>
        <p:spPr>
          <a:xfrm xmlns:a="http://schemas.openxmlformats.org/drawingml/2006/main">
            <a:off x="1190625" y="5810250"/>
            <a:ext cx="9810750" cy="28575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At millions of leads, Aira can re-engage and screen every inquiry, routing only high-intent, consented opportunities to advisors.</a:t>
            </a:r>
          </a:p>
        </p:txBody>
      </p:sp>
      <p:sp>
        <p:nvSpPr>
          <p:cNvPr id="16" name="">
            <a:extLst xmlns:a="http://schemas.openxmlformats.org/drawingml/2006/main">
              <a:ext uri="{FF2B5EF4-FFF2-40B4-BE49-F238E27FC236}">
                <a16:creationId xmlns:a16="http://schemas.microsoft.com/office/drawing/2014/main" id="{CE6AE799-44E8-4555-A2B7-8FDE2C09BE8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97005151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2cc17ff7f051461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30C0BAA-4024-46BC-BAC7-30F08F8446F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A93BC40-55D4-4012-ACC0-10E39B219AB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DE9D815-24DB-4BAE-ABCD-C510A2C757C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1597D15-41BB-4FD7-BB76-C683CA9717F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572E8985-AE75-47D0-B033-B617E21871A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3F7108-560E-4885-A347-25C9EE9BC018}"/>
              </a:ext>
            </a:extLst>
          </p:cNvPr>
          <p:cNvSpPr>
            <a:spLocks xmlns:a="http://schemas.openxmlformats.org/drawingml/2006/main" noGrp="1"/>
          </p:cNvSpPr>
          <p:nvPr/>
        </p:nvSpPr>
        <p:spPr>
          <a:xfrm xmlns:a="http://schemas.openxmlformats.org/drawingml/2006/main">
            <a:off x="14287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8" name="">
            <a:extLst xmlns:a="http://schemas.openxmlformats.org/drawingml/2006/main">
              <a:ext uri="{FF2B5EF4-FFF2-40B4-BE49-F238E27FC236}">
                <a16:creationId xmlns:a16="http://schemas.microsoft.com/office/drawing/2014/main" id="{13DAA5A1-6539-47DE-A9C4-5B814DF0ED81}"/>
              </a:ext>
            </a:extLst>
          </p:cNvPr>
          <p:cNvSpPr>
            <a:spLocks xmlns:a="http://schemas.openxmlformats.org/drawingml/2006/main" noGrp="1"/>
          </p:cNvSpPr>
          <p:nvPr/>
        </p:nvSpPr>
        <p:spPr>
          <a:xfrm xmlns:a="http://schemas.openxmlformats.org/drawingml/2006/main">
            <a:off x="35433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9" name="">
            <a:extLst xmlns:a="http://schemas.openxmlformats.org/drawingml/2006/main">
              <a:ext uri="{FF2B5EF4-FFF2-40B4-BE49-F238E27FC236}">
                <a16:creationId xmlns:a16="http://schemas.microsoft.com/office/drawing/2014/main" id="{6CDC491C-8BCB-45EA-BE2C-3989EFD7A3FC}"/>
              </a:ext>
            </a:extLst>
          </p:cNvPr>
          <p:cNvSpPr>
            <a:spLocks xmlns:a="http://schemas.openxmlformats.org/drawingml/2006/main" noGrp="1"/>
          </p:cNvSpPr>
          <p:nvPr/>
        </p:nvSpPr>
        <p:spPr>
          <a:xfrm xmlns:a="http://schemas.openxmlformats.org/drawingml/2006/main">
            <a:off x="56578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5983190E-04D7-4295-8728-B18D82924717}"/>
              </a:ext>
            </a:extLst>
          </p:cNvPr>
          <p:cNvSpPr>
            <a:spLocks xmlns:a="http://schemas.openxmlformats.org/drawingml/2006/main" noGrp="1"/>
          </p:cNvSpPr>
          <p:nvPr/>
        </p:nvSpPr>
        <p:spPr>
          <a:xfrm xmlns:a="http://schemas.openxmlformats.org/drawingml/2006/main">
            <a:off x="77724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1" name="">
            <a:extLst xmlns:a="http://schemas.openxmlformats.org/drawingml/2006/main">
              <a:ext uri="{FF2B5EF4-FFF2-40B4-BE49-F238E27FC236}">
                <a16:creationId xmlns:a16="http://schemas.microsoft.com/office/drawing/2014/main" id="{B39CAFBA-B7D8-449B-BAAF-2165353D6E1A}"/>
              </a:ext>
            </a:extLst>
          </p:cNvPr>
          <p:cNvSpPr>
            <a:spLocks xmlns:a="http://schemas.openxmlformats.org/drawingml/2006/main" noGrp="1"/>
          </p:cNvSpPr>
          <p:nvPr/>
        </p:nvSpPr>
        <p:spPr>
          <a:xfrm xmlns:a="http://schemas.openxmlformats.org/drawingml/2006/main">
            <a:off x="14287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DA9DDC77-AAC9-46C8-BFBE-9E3F4FEED3A5}"/>
              </a:ext>
            </a:extLst>
          </p:cNvPr>
          <p:cNvSpPr>
            <a:spLocks xmlns:a="http://schemas.openxmlformats.org/drawingml/2006/main" noGrp="1"/>
          </p:cNvSpPr>
          <p:nvPr/>
        </p:nvSpPr>
        <p:spPr>
          <a:xfrm xmlns:a="http://schemas.openxmlformats.org/drawingml/2006/main">
            <a:off x="354330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26565032-4E27-49F8-903A-7416A4776460}"/>
              </a:ext>
            </a:extLst>
          </p:cNvPr>
          <p:cNvSpPr>
            <a:spLocks xmlns:a="http://schemas.openxmlformats.org/drawingml/2006/main" noGrp="1"/>
          </p:cNvSpPr>
          <p:nvPr/>
        </p:nvSpPr>
        <p:spPr>
          <a:xfrm xmlns:a="http://schemas.openxmlformats.org/drawingml/2006/main">
            <a:off x="56578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6165E4C5-B449-4074-8F7B-34CF202A6A14}"/>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849FB94-003D-4BF7-9439-FF365125EECF}"/>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16" name="">
            <a:extLst xmlns:a="http://schemas.openxmlformats.org/drawingml/2006/main">
              <a:ext uri="{FF2B5EF4-FFF2-40B4-BE49-F238E27FC236}">
                <a16:creationId xmlns:a16="http://schemas.microsoft.com/office/drawing/2014/main" id="{3013A7BF-CBBE-4125-B2C3-F26EDB93D3D3}"/>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7" name="">
            <a:extLst xmlns:a="http://schemas.openxmlformats.org/drawingml/2006/main">
              <a:ext uri="{FF2B5EF4-FFF2-40B4-BE49-F238E27FC236}">
                <a16:creationId xmlns:a16="http://schemas.microsoft.com/office/drawing/2014/main" id="{1F8CF4ED-783E-43ED-9C3B-2EDDA840C40B}"/>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65E3D15-453D-4132-BD74-7ACDB412275B}"/>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9" name="">
            <a:extLst xmlns:a="http://schemas.openxmlformats.org/drawingml/2006/main">
              <a:ext uri="{FF2B5EF4-FFF2-40B4-BE49-F238E27FC236}">
                <a16:creationId xmlns:a16="http://schemas.microsoft.com/office/drawing/2014/main" id="{E8D1C993-E030-442C-B879-0192C3080B45}"/>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20" name="">
            <a:extLst xmlns:a="http://schemas.openxmlformats.org/drawingml/2006/main">
              <a:ext uri="{FF2B5EF4-FFF2-40B4-BE49-F238E27FC236}">
                <a16:creationId xmlns:a16="http://schemas.microsoft.com/office/drawing/2014/main" id="{D0ED3C4F-FA60-4AC2-8475-8148CF90E3FB}"/>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02AE813-4DA2-4CEE-8853-EDA71F54426D}"/>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22" name="">
            <a:extLst xmlns:a="http://schemas.openxmlformats.org/drawingml/2006/main">
              <a:ext uri="{FF2B5EF4-FFF2-40B4-BE49-F238E27FC236}">
                <a16:creationId xmlns:a16="http://schemas.microsoft.com/office/drawing/2014/main" id="{1B87E15D-8C4B-4985-BD39-37B4989ED11A}"/>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Do Not Call</a:t>
            </a:r>
          </a:p>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23" name="">
            <a:extLst xmlns:a="http://schemas.openxmlformats.org/drawingml/2006/main">
              <a:ext uri="{FF2B5EF4-FFF2-40B4-BE49-F238E27FC236}">
                <a16:creationId xmlns:a16="http://schemas.microsoft.com/office/drawing/2014/main" id="{F87A620F-4680-4E83-8F0E-A4C1EE3FFAE6}"/>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B18CABE-FAE8-40BD-A515-A3C96CB8FC84}"/>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25" name="">
            <a:extLst xmlns:a="http://schemas.openxmlformats.org/drawingml/2006/main">
              <a:ext uri="{FF2B5EF4-FFF2-40B4-BE49-F238E27FC236}">
                <a16:creationId xmlns:a16="http://schemas.microsoft.com/office/drawing/2014/main" id="{FE601440-2D6D-4651-94CF-30C3CFDC606B}"/>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26" name="">
            <a:extLst xmlns:a="http://schemas.openxmlformats.org/drawingml/2006/main">
              <a:ext uri="{FF2B5EF4-FFF2-40B4-BE49-F238E27FC236}">
                <a16:creationId xmlns:a16="http://schemas.microsoft.com/office/drawing/2014/main" id="{EBB6720D-2EF3-4A12-B7DB-9663422E9CB0}"/>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4A76495-5F83-4497-8374-458B1F6C8F66}"/>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8" name="">
            <a:extLst xmlns:a="http://schemas.openxmlformats.org/drawingml/2006/main">
              <a:ext uri="{FF2B5EF4-FFF2-40B4-BE49-F238E27FC236}">
                <a16:creationId xmlns:a16="http://schemas.microsoft.com/office/drawing/2014/main" id="{428FD216-DC16-4FC8-A704-BFAD8A59BDFD}"/>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9" name="">
            <a:extLst xmlns:a="http://schemas.openxmlformats.org/drawingml/2006/main">
              <a:ext uri="{FF2B5EF4-FFF2-40B4-BE49-F238E27FC236}">
                <a16:creationId xmlns:a16="http://schemas.microsoft.com/office/drawing/2014/main" id="{158EA04F-5290-4106-A7DC-881591F783DB}"/>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641B19B4-9EF0-4D5C-B1A6-EF26CCFAE9AA}"/>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31" name="">
            <a:extLst xmlns:a="http://schemas.openxmlformats.org/drawingml/2006/main">
              <a:ext uri="{FF2B5EF4-FFF2-40B4-BE49-F238E27FC236}">
                <a16:creationId xmlns:a16="http://schemas.microsoft.com/office/drawing/2014/main" id="{BD677480-534B-4B03-B9BC-6F4081245CF4}"/>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32" name="">
            <a:extLst xmlns:a="http://schemas.openxmlformats.org/drawingml/2006/main">
              <a:ext uri="{FF2B5EF4-FFF2-40B4-BE49-F238E27FC236}">
                <a16:creationId xmlns:a16="http://schemas.microsoft.com/office/drawing/2014/main" id="{B4503527-EA47-4797-978B-A4878B3E3A32}"/>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461C798-8972-4B52-A186-431158674827}"/>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34" name="">
            <a:extLst xmlns:a="http://schemas.openxmlformats.org/drawingml/2006/main">
              <a:ext uri="{FF2B5EF4-FFF2-40B4-BE49-F238E27FC236}">
                <a16:creationId xmlns:a16="http://schemas.microsoft.com/office/drawing/2014/main" id="{615FB46C-2AD3-4428-897A-6D61A4B21EE1}"/>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35" name="">
            <a:extLst xmlns:a="http://schemas.openxmlformats.org/drawingml/2006/main">
              <a:ext uri="{FF2B5EF4-FFF2-40B4-BE49-F238E27FC236}">
                <a16:creationId xmlns:a16="http://schemas.microsoft.com/office/drawing/2014/main" id="{5EAE6EE2-1B52-4204-9A82-B9D8085AE22F}"/>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5120215C-3761-4973-A804-D5D98631D9F2}"/>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7" name="">
            <a:extLst xmlns:a="http://schemas.openxmlformats.org/drawingml/2006/main">
              <a:ext uri="{FF2B5EF4-FFF2-40B4-BE49-F238E27FC236}">
                <a16:creationId xmlns:a16="http://schemas.microsoft.com/office/drawing/2014/main" id="{ACA39A20-A48D-4254-B2CF-A43A39515E34}"/>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8" name="">
            <a:extLst xmlns:a="http://schemas.openxmlformats.org/drawingml/2006/main">
              <a:ext uri="{FF2B5EF4-FFF2-40B4-BE49-F238E27FC236}">
                <a16:creationId xmlns:a16="http://schemas.microsoft.com/office/drawing/2014/main" id="{1B8415EC-849F-4FA4-9566-F1BE591B411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84E154CC-A3B7-4AB1-AD5E-D261A975C97A}"/>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40" name="">
            <a:extLst xmlns:a="http://schemas.openxmlformats.org/drawingml/2006/main">
              <a:ext uri="{FF2B5EF4-FFF2-40B4-BE49-F238E27FC236}">
                <a16:creationId xmlns:a16="http://schemas.microsoft.com/office/drawing/2014/main" id="{F4D07C0C-3122-455C-B8B3-DFCB7940DE1D}"/>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41" name="">
            <a:extLst xmlns:a="http://schemas.openxmlformats.org/drawingml/2006/main">
              <a:ext uri="{FF2B5EF4-FFF2-40B4-BE49-F238E27FC236}">
                <a16:creationId xmlns:a16="http://schemas.microsoft.com/office/drawing/2014/main" id="{32D80529-DD1D-464D-B643-F1D27C2FCDA7}"/>
              </a:ext>
            </a:extLst>
          </p:cNvPr>
          <p:cNvSpPr>
            <a:spLocks xmlns:a="http://schemas.openxmlformats.org/drawingml/2006/main" noGrp="1"/>
          </p:cNvSpPr>
          <p:nvPr/>
        </p:nvSpPr>
        <p:spPr>
          <a:xfrm xmlns:a="http://schemas.openxmlformats.org/drawingml/2006/main">
            <a:off x="1428750" y="5667375"/>
            <a:ext cx="9334500" cy="361950"/>
          </a:xfrm>
          <a:prstGeom xmlns:a="http://schemas.openxmlformats.org/drawingml/2006/main" prst="roundRect">
            <a:avLst>
              <a:gd name="adj" fmla="val 42105"/>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 production agent is a reliable call system: every conversation must be safe, observable and recoverable at scale.</a:t>
            </a:r>
          </a:p>
        </p:txBody>
      </p:sp>
      <p:sp>
        <p:nvSpPr>
          <p:cNvPr id="42" name="">
            <a:extLst xmlns:a="http://schemas.openxmlformats.org/drawingml/2006/main">
              <a:ext uri="{FF2B5EF4-FFF2-40B4-BE49-F238E27FC236}">
                <a16:creationId xmlns:a16="http://schemas.microsoft.com/office/drawing/2014/main" id="{CC22A943-1434-486E-AAAB-B18D1240BE3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930112978"/>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9772c608402e4a0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282ADF2-09BD-4DD8-9CD7-E8432F9C20D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4739688-2D8E-4534-9CD7-5EFC3CD9828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C6AA524F-9F27-4437-BD41-57927DF24D2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2D62B2E-07AD-4D89-87B9-8B0A427060B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opening: owned call data + multilingual frontier</a:t>
            </a:r>
          </a:p>
        </p:txBody>
      </p:sp>
      <p:sp>
        <p:nvSpPr>
          <p:cNvPr id="6" name="">
            <a:extLst xmlns:a="http://schemas.openxmlformats.org/drawingml/2006/main">
              <a:ext uri="{FF2B5EF4-FFF2-40B4-BE49-F238E27FC236}">
                <a16:creationId xmlns:a16="http://schemas.microsoft.com/office/drawing/2014/main" id="{B778B681-2AFE-43C0-832F-5C386475222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AD9A17C-A6B1-4D9B-BAD7-F55F8C799B0F}"/>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96AE74E9-F871-4113-8E05-62B2E048C72E}"/>
              </a:ext>
            </a:extLst>
          </p:cNvPr>
          <p:cNvSpPr>
            <a:spLocks xmlns:a="http://schemas.openxmlformats.org/drawingml/2006/main" noGrp="1"/>
          </p:cNvSpPr>
          <p:nvPr/>
        </p:nvSpPr>
        <p:spPr>
          <a:xfrm xmlns:a="http://schemas.openxmlformats.org/drawingml/2006/main">
            <a:off x="1371600" y="4076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100s hrs</a:t>
            </a:r>
          </a:p>
        </p:txBody>
      </p:sp>
      <p:sp>
        <p:nvSpPr>
          <p:cNvPr id="9" name="">
            <a:extLst xmlns:a="http://schemas.openxmlformats.org/drawingml/2006/main">
              <a:ext uri="{FF2B5EF4-FFF2-40B4-BE49-F238E27FC236}">
                <a16:creationId xmlns:a16="http://schemas.microsoft.com/office/drawing/2014/main" id="{D569FCD6-7FC3-4409-B6AF-37E14D17F574}"/>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Recorded ASBL</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sales calls</a:t>
            </a:r>
          </a:p>
        </p:txBody>
      </p:sp>
      <p:sp>
        <p:nvSpPr>
          <p:cNvPr id="10" name="">
            <a:extLst xmlns:a="http://schemas.openxmlformats.org/drawingml/2006/main">
              <a:ext uri="{FF2B5EF4-FFF2-40B4-BE49-F238E27FC236}">
                <a16:creationId xmlns:a16="http://schemas.microsoft.com/office/drawing/2014/main" id="{A4BF43F0-98C2-4AB3-91D7-ECA7F371C503}"/>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7905A44-7C9B-4AB2-B220-EA8DB12B9027}"/>
              </a:ext>
            </a:extLst>
          </p:cNvPr>
          <p:cNvSpPr>
            <a:spLocks xmlns:a="http://schemas.openxmlformats.org/drawingml/2006/main" noGrp="1"/>
          </p:cNvSpPr>
          <p:nvPr/>
        </p:nvSpPr>
        <p:spPr>
          <a:xfrm xmlns:a="http://schemas.openxmlformats.org/drawingml/2006/main">
            <a:off x="4819650" y="32956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LEARN</a:t>
            </a:r>
          </a:p>
        </p:txBody>
      </p:sp>
      <p:sp>
        <p:nvSpPr>
          <p:cNvPr id="12" name="">
            <a:extLst xmlns:a="http://schemas.openxmlformats.org/drawingml/2006/main">
              <a:ext uri="{FF2B5EF4-FFF2-40B4-BE49-F238E27FC236}">
                <a16:creationId xmlns:a16="http://schemas.microsoft.com/office/drawing/2014/main" id="{584DD4C5-B423-42E3-B629-61C8C255462A}"/>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Consent-safe data</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 real-call evals</a:t>
            </a:r>
          </a:p>
        </p:txBody>
      </p:sp>
      <p:sp>
        <p:nvSpPr>
          <p:cNvPr id="13" name="">
            <a:extLst xmlns:a="http://schemas.openxmlformats.org/drawingml/2006/main">
              <a:ext uri="{FF2B5EF4-FFF2-40B4-BE49-F238E27FC236}">
                <a16:creationId xmlns:a16="http://schemas.microsoft.com/office/drawing/2014/main" id="{78049FD6-C2E2-48B0-BCFA-0785E36E6F86}"/>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66EEF8A-6903-4926-BE22-5B5A1DA5B7F4}"/>
              </a:ext>
            </a:extLst>
          </p:cNvPr>
          <p:cNvSpPr>
            <a:spLocks xmlns:a="http://schemas.openxmlformats.org/drawingml/2006/main" noGrp="1"/>
          </p:cNvSpPr>
          <p:nvPr/>
        </p:nvSpPr>
        <p:spPr>
          <a:xfrm xmlns:a="http://schemas.openxmlformats.org/drawingml/2006/main">
            <a:off x="8267700" y="25146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FFF8EA"/>
                </a:solidFill>
                <a:latin typeface="Aptos Mono"/>
                <a:ea typeface="Aptos Mono"/>
                <a:cs typeface="Aptos Mono"/>
              </a:defRPr>
            </a:pPr>
            <a:r>
              <a:rPr sz="1125" b="1">
                <a:solidFill>
                  <a:srgbClr val="FFF8EA"/>
                </a:solidFill>
                <a:latin typeface="Aptos Mono"/>
                <a:ea typeface="Aptos Mono"/>
                <a:cs typeface="Aptos Mono"/>
              </a:rPr>
              <a:t>OPEN</a:t>
            </a:r>
          </a:p>
        </p:txBody>
      </p:sp>
      <p:sp>
        <p:nvSpPr>
          <p:cNvPr id="15" name="">
            <a:extLst xmlns:a="http://schemas.openxmlformats.org/drawingml/2006/main">
              <a:ext uri="{FF2B5EF4-FFF2-40B4-BE49-F238E27FC236}">
                <a16:creationId xmlns:a16="http://schemas.microsoft.com/office/drawing/2014/main" id="{0F0E4CEB-3FF4-455B-A4FB-1E243AFE07D0}"/>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Multilingual + code-mixed</a:t>
            </a:r>
          </a:p>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reliability is still open</a:t>
            </a:r>
          </a:p>
        </p:txBody>
      </p:sp>
      <p:sp>
        <p:nvSpPr>
          <p:cNvPr id="16" name="">
            <a:extLst xmlns:a="http://schemas.openxmlformats.org/drawingml/2006/main">
              <a:ext uri="{FF2B5EF4-FFF2-40B4-BE49-F238E27FC236}">
                <a16:creationId xmlns:a16="http://schemas.microsoft.com/office/drawing/2014/main" id="{4A9CA31C-46B4-44C3-916A-5DA5DC9087C7}"/>
              </a:ext>
            </a:extLst>
          </p:cNvPr>
          <p:cNvSpPr>
            <a:spLocks xmlns:a="http://schemas.openxmlformats.org/drawingml/2006/main" noGrp="1"/>
          </p:cNvSpPr>
          <p:nvPr/>
        </p:nvSpPr>
        <p:spPr>
          <a:xfrm xmlns:a="http://schemas.openxmlformats.org/drawingml/2006/main">
            <a:off x="1428750" y="5619750"/>
            <a:ext cx="9334500" cy="342900"/>
          </a:xfrm>
          <a:prstGeom xmlns:a="http://schemas.openxmlformats.org/drawingml/2006/main" prst="roundRect">
            <a:avLst>
              <a:gd name="adj" fmla="val 4444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The advantage is the loop: data → evaluations → reliability—before anyone treats multilingual voice as solved.</a:t>
            </a:r>
          </a:p>
        </p:txBody>
      </p:sp>
      <p:sp>
        <p:nvSpPr>
          <p:cNvPr id="17" name="">
            <a:extLst xmlns:a="http://schemas.openxmlformats.org/drawingml/2006/main">
              <a:ext uri="{FF2B5EF4-FFF2-40B4-BE49-F238E27FC236}">
                <a16:creationId xmlns:a16="http://schemas.microsoft.com/office/drawing/2014/main" id="{4AFDC54B-CF94-49FD-89D0-A39814C980A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ASBL call-recording asset · Duet evaluation framework</a:t>
            </a:r>
          </a:p>
        </p:txBody>
      </p:sp>
    </p:spTree>
    <p:extLst>
      <p:ext uri="{BB962C8B-B14F-4D97-AF65-F5344CB8AC3E}">
        <p14:creationId xmlns:p14="http://schemas.microsoft.com/office/powerpoint/2010/main" val="1521124007"/>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d8303d91eda14ec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F51D94E-B969-46B8-8B49-0B1DD7AF6B7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DF862372-5A15-496D-A52D-9057AFBD00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90B3697-FABB-4B9C-9B82-03FA626E210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0935661F-CA87-4D57-B88E-B6D42D2EDFB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84DF3016-ADDC-4417-B914-CD56C6860701}"/>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58BBE95A-A8E6-40CB-9F1B-411A16807FA7}"/>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61CEC94D-EFE5-4DA0-BE9C-5B074A95E44B}"/>
              </a:ext>
            </a:extLst>
          </p:cNvPr>
          <p:cNvSpPr>
            <a:spLocks xmlns:a="http://schemas.openxmlformats.org/drawingml/2006/main" noGrp="1"/>
          </p:cNvSpPr>
          <p:nvPr/>
        </p:nvSpPr>
        <p:spPr>
          <a:xfrm xmlns:a="http://schemas.openxmlformats.org/drawingml/2006/main">
            <a:off x="1428750" y="451485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Buy the best primitives. Own interaction state, evidence and the evaluation loop. Keep the research lane alive.</a:t>
            </a:r>
          </a:p>
        </p:txBody>
      </p:sp>
      <p:sp>
        <p:nvSpPr>
          <p:cNvPr id="9" name="">
            <a:extLst xmlns:a="http://schemas.openxmlformats.org/drawingml/2006/main">
              <a:ext uri="{FF2B5EF4-FFF2-40B4-BE49-F238E27FC236}">
                <a16:creationId xmlns:a16="http://schemas.microsoft.com/office/drawing/2014/main" id="{CF284744-6E7B-46AB-A5CF-933DDCF27949}"/>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10" name="">
            <a:extLst xmlns:a="http://schemas.openxmlformats.org/drawingml/2006/main">
              <a:ext uri="{FF2B5EF4-FFF2-40B4-BE49-F238E27FC236}">
                <a16:creationId xmlns:a16="http://schemas.microsoft.com/office/drawing/2014/main" id="{EA93C4FF-1DFF-4A1A-B6AE-8F0BC4A29A0F}"/>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0BD3BF9-FDE9-492C-B769-8E4AE0E8EC8B}"/>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07829A65-237F-440C-AB3E-877555CF5770}"/>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DC6352AC-BEF3-43BE-B2EA-91B3E75DFCC8}"/>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EA96A422-3DBB-46CD-B7B5-1B88692152AE}"/>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568D030F-BC72-43EC-B5AB-907A8B3AFC7B}"/>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2DF9A49E-033E-417B-887E-8FACFD4C0512}"/>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40D2F91-4BCA-4B06-8D49-F32B42C65FDE}"/>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03F6658-C64E-48C9-8858-DA72328736F5}"/>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54C2237F-AF4E-4F55-9241-ADF45F297BA6}"/>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95DF313E-B873-4118-BCFD-4927C1985964}"/>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68940B15-AD9A-42E2-8FE3-0334C22E05C9}"/>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E7A04940-0962-4B04-A5DD-0EBD28F70349}"/>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81D32984-DCF3-4B4A-805A-8D98965558D5}"/>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6774C3BF-580E-4969-BD9C-B1E9FA80CB6B}"/>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5" name="">
            <a:extLst xmlns:a="http://schemas.openxmlformats.org/drawingml/2006/main">
              <a:ext uri="{FF2B5EF4-FFF2-40B4-BE49-F238E27FC236}">
                <a16:creationId xmlns:a16="http://schemas.microsoft.com/office/drawing/2014/main" id="{B51F714A-F31D-45A7-91D8-4E4BE5ACCB72}"/>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ACF0D83C-38DA-4A13-AF0C-886EED6AB3EE}"/>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8E7FC2C6-F008-4D66-B27E-8F72173303A9}"/>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F98A0B23-DA36-462A-9971-E45C84E63573}"/>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E3D2CEA9-9287-4333-9C95-1CCD7A9E8AB0}"/>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5FAAA570-81B8-4C6D-9F8A-FE3FEA06CE84}"/>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B9F30E8F-D5DF-4323-AF1E-AD1076A657E9}"/>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0872BB60-9DFC-4251-80C3-1B8683D1B176}"/>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66FDEA99-B459-4AC1-8016-9F7EA0376E36}"/>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C556C2C4-130E-42C1-8EF2-2DD63C487798}"/>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69D910B-B47A-4C18-AAF3-CF32C88269B8}"/>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5BE9F485-192E-458F-AAED-91F9AE77D3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0702674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13ec29a97d04b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E5D8C23-514B-4AED-AFA5-A3276B73CB3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A6611CB-74DD-47E1-AB9D-0B63E0CDEA7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656FD99B-E4F7-4318-BADE-7A33EB67A1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D599E7F-47DC-490E-BEFB-F95F877C00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F211CD42-73C3-4E4B-AE20-C6302D09D5D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EE7758A-F64A-4219-B425-46245927D6EE}"/>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8BAF350C-0BE9-4728-AF4B-BD2D60499A3D}"/>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0F363FA5-2FF0-4141-8AB8-C1642AFCD64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7FD4F447-53DA-4F84-8026-FECD81FF8BA9}"/>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AFA6F8E-6B49-490E-9977-A716A5C2AF2B}"/>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FBA7742D-8170-4EEA-841E-331E78E2D9BE}"/>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5DD371C5-E3E5-4F33-A82E-09FA1EC6B73B}"/>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BD8406D4-24F8-43EE-A6EF-9681F9A7DCAD}"/>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127ED8C7-3087-43A8-9303-092DF9E9FC06}"/>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7C0D9744-EA0A-4E9B-9BF9-629B652ADF28}"/>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32D6E28D-D060-4792-BC7B-BDF2A16BC84C}"/>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DF270800-8EA4-4F2A-8757-75F77746C456}"/>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753AA2EB-B0EB-41FF-A7E0-BB76AD677D8A}"/>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A225C80C-F81E-4A98-A238-365ABDB13441}"/>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78291360-639B-4568-B250-52586B1F9F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0877015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fe888b67f81645b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C81F577-20BF-4AB1-9E3E-2AEDFAACB03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70EC8E3-7AF3-4B40-AF14-244129EF7CA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16838A1A-9E07-48CA-950B-E9289D6C87F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8D52A4C-3195-4BFA-BA87-EB43CE78CA4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B3317114-6F61-4ED5-B18B-EC45CE7EC7C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2B5E4AB-3225-4527-B147-368206F0049F}"/>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5A5DAB83-F43D-4F41-B4AC-78077A941742}"/>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7FD234D5-21BB-4126-B870-C60F59E2D9D3}"/>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E61A6F4D-D3BC-4E76-8486-4B4E7A85978E}"/>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0A4C1649-EB63-4DAD-8F6D-01F4E3F4FD40}"/>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56A5CD55-84DB-442F-9C7A-ADCA19B82134}"/>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CAAC799A-6D20-4A2E-940F-19BD46F78549}"/>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48353A17-799C-4851-99B7-E6F9990AE201}"/>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1CF91C0B-BE48-42AF-ADAF-42438999C07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475F17B-4692-4F95-B5CB-91591C6B83B1}"/>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20D84567-A594-4508-B4B4-51054007C56B}"/>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AE26714D-C7E0-4CCD-BE48-8F02F7CC352A}"/>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C032B1B5-DB4D-4A74-B253-9F0880E075EC}"/>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93AE0814-591A-4444-9042-196D2F05C0C0}"/>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6CC2D92C-427B-464D-97CD-F3C79D2D51D2}"/>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1887F71-2BDB-4ECD-8B4D-7F8AFEAE0945}"/>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1C2BBB40-4540-41F3-A023-976CE326C3DA}"/>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1768D954-3D68-4997-9F54-94A9C61FEBB3}"/>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650D5871-7848-4CAE-A0E1-ABAB01974C49}"/>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13DF9A3E-636B-4C6A-9CB5-F0B99009909B}"/>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F225F432-E7BC-4750-B5F5-3EF85D02C1E6}"/>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38760C73-5C99-4509-BA24-D8ACB734C1AC}"/>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392B239A-0C7A-4791-AA81-C8B999ABC451}"/>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C3F98D20-38A2-41FF-9BA0-69BC442BFA20}"/>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348DE44A-A380-4160-990D-7FC8FC3B263A}"/>
              </a:ext>
            </a:extLst>
          </p:cNvPr>
          <p:cNvSpPr>
            <a:spLocks xmlns:a="http://schemas.openxmlformats.org/drawingml/2006/main" noGrp="1"/>
          </p:cNvSpPr>
          <p:nvPr/>
        </p:nvSpPr>
        <p:spPr>
          <a:xfrm xmlns:a="http://schemas.openxmlformats.org/drawingml/2006/main">
            <a:off x="1047750" y="5734050"/>
            <a:ext cx="10096500" cy="400050"/>
          </a:xfrm>
          <a:prstGeom xmlns:a="http://schemas.openxmlformats.org/drawingml/2006/main" prst="roundRect">
            <a:avLst>
              <a:gd name="adj" fmla="val 3571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98849"/>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A production voice eval is layered. Measure recognition by accent and noise, turn-taking by endpoint and overlap, reasoning by factuality and task success, speech by TTFB and preference, and the whole system by tail latency, cost and business outcomes.</a:t>
            </a:r>
          </a:p>
        </p:txBody>
      </p:sp>
      <p:sp>
        <p:nvSpPr>
          <p:cNvPr id="32" name="">
            <a:extLst xmlns:a="http://schemas.openxmlformats.org/drawingml/2006/main">
              <a:ext uri="{FF2B5EF4-FFF2-40B4-BE49-F238E27FC236}">
                <a16:creationId xmlns:a16="http://schemas.microsoft.com/office/drawing/2014/main" id="{F1C3116E-F547-43B4-A058-E0D0A283C0C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14226898"/>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6e19cd4914b421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D39644-FF6C-45D0-B92F-1E2CEFC76AA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5C4FB29-4ED9-450B-A97C-6802664B5EF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B89AAA18-47F3-4046-AC5D-7BD1149D053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E3BF6F3-CC65-4BB1-8695-5B5EE1592CE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Closing notes</a:t>
            </a:r>
          </a:p>
        </p:txBody>
      </p:sp>
      <p:sp>
        <p:nvSpPr>
          <p:cNvPr id="6" name="">
            <a:extLst xmlns:a="http://schemas.openxmlformats.org/drawingml/2006/main">
              <a:ext uri="{FF2B5EF4-FFF2-40B4-BE49-F238E27FC236}">
                <a16:creationId xmlns:a16="http://schemas.microsoft.com/office/drawing/2014/main" id="{106CE1A8-1221-4878-B7FE-EF410361CF3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91BB39C-EC39-486B-ABD7-07532024967F}"/>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635A36F0-D522-4941-B608-9CAA4034381D}"/>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CDB011CB-96F7-4FB8-B166-835CDD4D7756}"/>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04D6F698-3CA6-4D87-AC50-0FEA29FFE040}"/>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30E5E6EA-5C41-462F-B6F7-8C5B4DED0284}"/>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DD46A771-53AF-490D-8ED3-6E9DF1C5FF87}"/>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6E045859-CFC5-4219-A148-0C23C68C252C}"/>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22FA3EC2-1799-439E-AF88-83E43AA9C830}"/>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Do Not Call (DNC), isolation and transfer are P0.</a:t>
            </a:r>
          </a:p>
        </p:txBody>
      </p:sp>
      <p:sp>
        <p:nvSpPr>
          <p:cNvPr id="15" name="">
            <a:extLst xmlns:a="http://schemas.openxmlformats.org/drawingml/2006/main">
              <a:ext uri="{FF2B5EF4-FFF2-40B4-BE49-F238E27FC236}">
                <a16:creationId xmlns:a16="http://schemas.microsoft.com/office/drawing/2014/main" id="{12D0B42A-95F1-4707-A147-6E3D85B82CBC}"/>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BFE421CC-BE55-47E2-8281-7BBAC6624567}"/>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F8573747-B368-47A8-BAA1-9B00925FDA9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19366197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2026-08-25T04:01:18.6360000Z</dcterms:created>
  <dcterms:modified xsi:type="dcterms:W3CDTF">2026-08-25T04:01:18.6360000Z</dcterms:modified>
</coreProperties>
</file>