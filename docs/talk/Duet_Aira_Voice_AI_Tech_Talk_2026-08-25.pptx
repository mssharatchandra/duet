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69cce4c1654074" /><Relationship Type="http://schemas.openxmlformats.org/officeDocument/2006/relationships/extended-properties" Target="/docProps/app.xml" Id="R66e2acd64c8d4fc5" /><Relationship Type="http://schemas.openxmlformats.org/officeDocument/2006/relationships/officeDocument" Target="/ppt/presentation.xml" Id="R337666ed47044f9c" /></Relationships>
</file>

<file path=ppt/presentation.xml><?xml version="1.0" encoding="utf-8"?>
<p:presentation xmlns:p="http://schemas.openxmlformats.org/presentationml/2006/main">
  <p:sldMasterIdLst>
    <p:sldMasterId xmlns:r="http://schemas.openxmlformats.org/officeDocument/2006/relationships" id="2147483648" r:id="Ra120d6db77294efc"/>
  </p:sldMasterIdLst>
  <p:notesMasterIdLst>
    <p:notesMasterId xmlns:r="http://schemas.openxmlformats.org/officeDocument/2006/relationships" r:id="Ree653962e68d4428"/>
  </p:notesMasterIdLst>
  <p:sldIdLst>
    <p:sldId xmlns:r="http://schemas.openxmlformats.org/officeDocument/2006/relationships" id="256" r:id="Rcd7c16b8007c4d55"/>
    <p:sldId xmlns:r="http://schemas.openxmlformats.org/officeDocument/2006/relationships" id="257" r:id="R9fc31decf0fa4783"/>
    <p:sldId xmlns:r="http://schemas.openxmlformats.org/officeDocument/2006/relationships" id="258" r:id="Rcb8db579d73d47f2"/>
    <p:sldId xmlns:r="http://schemas.openxmlformats.org/officeDocument/2006/relationships" id="259" r:id="Re820b5a29643432b"/>
    <p:sldId xmlns:r="http://schemas.openxmlformats.org/officeDocument/2006/relationships" id="260" r:id="R16ef63abf9964bee"/>
    <p:sldId xmlns:r="http://schemas.openxmlformats.org/officeDocument/2006/relationships" id="261" r:id="R68690256f93346eb"/>
    <p:sldId xmlns:r="http://schemas.openxmlformats.org/officeDocument/2006/relationships" id="262" r:id="Reb3a835a4a7a4fc5"/>
    <p:sldId xmlns:r="http://schemas.openxmlformats.org/officeDocument/2006/relationships" id="263" r:id="R20b82c42b3a54682"/>
    <p:sldId xmlns:r="http://schemas.openxmlformats.org/officeDocument/2006/relationships" id="264" r:id="Raa1cbf82c9114f67"/>
    <p:sldId xmlns:r="http://schemas.openxmlformats.org/officeDocument/2006/relationships" id="265" r:id="Re123e10ce9234429"/>
    <p:sldId xmlns:r="http://schemas.openxmlformats.org/officeDocument/2006/relationships" id="266" r:id="R353d801242f24d61"/>
    <p:sldId xmlns:r="http://schemas.openxmlformats.org/officeDocument/2006/relationships" id="267" r:id="R316f15597c7a4414"/>
    <p:sldId xmlns:r="http://schemas.openxmlformats.org/officeDocument/2006/relationships" id="268" r:id="R1b1d3821e8e943f2"/>
    <p:sldId xmlns:r="http://schemas.openxmlformats.org/officeDocument/2006/relationships" id="269" r:id="Rdf1ed3dbbf4a4e4f"/>
    <p:sldId xmlns:r="http://schemas.openxmlformats.org/officeDocument/2006/relationships" id="270" r:id="Rec0f614443974dda"/>
    <p:sldId xmlns:r="http://schemas.openxmlformats.org/officeDocument/2006/relationships" id="271" r:id="R010e70ef397148dc"/>
    <p:sldId xmlns:r="http://schemas.openxmlformats.org/officeDocument/2006/relationships" id="272" r:id="R47c007afebe54291"/>
    <p:sldId xmlns:r="http://schemas.openxmlformats.org/officeDocument/2006/relationships" id="273" r:id="Ra1a1b6632e7e47ca"/>
    <p:sldId xmlns:r="http://schemas.openxmlformats.org/officeDocument/2006/relationships" id="274" r:id="R563d6eda9bcb4571"/>
    <p:sldId xmlns:r="http://schemas.openxmlformats.org/officeDocument/2006/relationships" id="275" r:id="R912902a0d14c457f"/>
    <p:sldId xmlns:r="http://schemas.openxmlformats.org/officeDocument/2006/relationships" id="276" r:id="R8fc18c5eb1c64a9b"/>
    <p:sldId xmlns:r="http://schemas.openxmlformats.org/officeDocument/2006/relationships" id="277" r:id="Ra7e0757f184e4c26"/>
    <p:sldId xmlns:r="http://schemas.openxmlformats.org/officeDocument/2006/relationships" id="278" r:id="R1637dd42cd8f4165"/>
    <p:sldId xmlns:r="http://schemas.openxmlformats.org/officeDocument/2006/relationships" id="279" r:id="Ref3a5bd44ce0468a"/>
    <p:sldId xmlns:r="http://schemas.openxmlformats.org/officeDocument/2006/relationships" id="280" r:id="R52f05052610744f4"/>
    <p:sldId xmlns:r="http://schemas.openxmlformats.org/officeDocument/2006/relationships" id="281" r:id="R8f6ca7aa34d740af"/>
    <p:sldId xmlns:r="http://schemas.openxmlformats.org/officeDocument/2006/relationships" id="282" r:id="Rdce3be3f224f4958"/>
    <p:sldId xmlns:r="http://schemas.openxmlformats.org/officeDocument/2006/relationships" id="283" r:id="R74082c52a2fd4fa0"/>
    <p:sldId xmlns:r="http://schemas.openxmlformats.org/officeDocument/2006/relationships" id="284" r:id="Rf0f36dc210814306"/>
    <p:sldId xmlns:r="http://schemas.openxmlformats.org/officeDocument/2006/relationships" id="285" r:id="Rcbcf7b60d5364a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1373c258ff478e" /><Relationship Type="http://schemas.openxmlformats.org/officeDocument/2006/relationships/slideMaster" Target="/ppt/slideMasters/slideMaster1.xml" Id="Ra120d6db77294efc" /><Relationship Type="http://schemas.openxmlformats.org/officeDocument/2006/relationships/notesMaster" Target="/ppt/notesMasters/notesMaster1.xml" Id="Ree653962e68d4428" /><Relationship Type="http://schemas.openxmlformats.org/officeDocument/2006/relationships/presProps" Target="/ppt/presProps.xml" Id="R64c9f98fc4714d90" /><Relationship Type="http://schemas.openxmlformats.org/officeDocument/2006/relationships/tableStyles" Target="/ppt/tableStyles.xml" Id="Rc2443b0f7fd04316" /><Relationship Type="http://schemas.openxmlformats.org/officeDocument/2006/relationships/slide" Target="/ppt/slides/slide1.xml" Id="Rcd7c16b8007c4d55" /><Relationship Type="http://schemas.openxmlformats.org/officeDocument/2006/relationships/slide" Target="/ppt/slides/slide2.xml" Id="R9fc31decf0fa4783" /><Relationship Type="http://schemas.openxmlformats.org/officeDocument/2006/relationships/slide" Target="/ppt/slides/slide3.xml" Id="Rcb8db579d73d47f2" /><Relationship Type="http://schemas.openxmlformats.org/officeDocument/2006/relationships/slide" Target="/ppt/slides/slide4.xml" Id="Re820b5a29643432b" /><Relationship Type="http://schemas.openxmlformats.org/officeDocument/2006/relationships/slide" Target="/ppt/slides/slide5.xml" Id="R16ef63abf9964bee" /><Relationship Type="http://schemas.openxmlformats.org/officeDocument/2006/relationships/slide" Target="/ppt/slides/slide6.xml" Id="R68690256f93346eb" /><Relationship Type="http://schemas.openxmlformats.org/officeDocument/2006/relationships/slide" Target="/ppt/slides/slide7.xml" Id="Reb3a835a4a7a4fc5" /><Relationship Type="http://schemas.openxmlformats.org/officeDocument/2006/relationships/slide" Target="/ppt/slides/slide8.xml" Id="R20b82c42b3a54682" /><Relationship Type="http://schemas.openxmlformats.org/officeDocument/2006/relationships/slide" Target="/ppt/slides/slide9.xml" Id="Raa1cbf82c9114f67" /><Relationship Type="http://schemas.openxmlformats.org/officeDocument/2006/relationships/slide" Target="/ppt/slides/slide10.xml" Id="Re123e10ce9234429" /><Relationship Type="http://schemas.openxmlformats.org/officeDocument/2006/relationships/slide" Target="/ppt/slides/slide11.xml" Id="R353d801242f24d61" /><Relationship Type="http://schemas.openxmlformats.org/officeDocument/2006/relationships/slide" Target="/ppt/slides/slide12.xml" Id="R316f15597c7a4414" /><Relationship Type="http://schemas.openxmlformats.org/officeDocument/2006/relationships/slide" Target="/ppt/slides/slide13.xml" Id="R1b1d3821e8e943f2" /><Relationship Type="http://schemas.openxmlformats.org/officeDocument/2006/relationships/slide" Target="/ppt/slides/slide14.xml" Id="Rdf1ed3dbbf4a4e4f" /><Relationship Type="http://schemas.openxmlformats.org/officeDocument/2006/relationships/slide" Target="/ppt/slides/slide15.xml" Id="Rec0f614443974dda" /><Relationship Type="http://schemas.openxmlformats.org/officeDocument/2006/relationships/slide" Target="/ppt/slides/slide16.xml" Id="R010e70ef397148dc" /><Relationship Type="http://schemas.openxmlformats.org/officeDocument/2006/relationships/slide" Target="/ppt/slides/slide17.xml" Id="R47c007afebe54291" /><Relationship Type="http://schemas.openxmlformats.org/officeDocument/2006/relationships/slide" Target="/ppt/slides/slide18.xml" Id="Ra1a1b6632e7e47ca" /><Relationship Type="http://schemas.openxmlformats.org/officeDocument/2006/relationships/slide" Target="/ppt/slides/slide19.xml" Id="R563d6eda9bcb4571" /><Relationship Type="http://schemas.openxmlformats.org/officeDocument/2006/relationships/slide" Target="/ppt/slides/slide20.xml" Id="R912902a0d14c457f" /><Relationship Type="http://schemas.openxmlformats.org/officeDocument/2006/relationships/slide" Target="/ppt/slides/slide21.xml" Id="R8fc18c5eb1c64a9b" /><Relationship Type="http://schemas.openxmlformats.org/officeDocument/2006/relationships/slide" Target="/ppt/slides/slide22.xml" Id="Ra7e0757f184e4c26" /><Relationship Type="http://schemas.openxmlformats.org/officeDocument/2006/relationships/slide" Target="/ppt/slides/slide23.xml" Id="R1637dd42cd8f4165" /><Relationship Type="http://schemas.openxmlformats.org/officeDocument/2006/relationships/slide" Target="/ppt/slides/slide24.xml" Id="Ref3a5bd44ce0468a" /><Relationship Type="http://schemas.openxmlformats.org/officeDocument/2006/relationships/slide" Target="/ppt/slides/slide25.xml" Id="R52f05052610744f4" /><Relationship Type="http://schemas.openxmlformats.org/officeDocument/2006/relationships/slide" Target="/ppt/slides/slide26.xml" Id="R8f6ca7aa34d740af" /><Relationship Type="http://schemas.openxmlformats.org/officeDocument/2006/relationships/slide" Target="/ppt/slides/slide27.xml" Id="Rdce3be3f224f4958" /><Relationship Type="http://schemas.openxmlformats.org/officeDocument/2006/relationships/slide" Target="/ppt/slides/slide28.xml" Id="R74082c52a2fd4fa0" /><Relationship Type="http://schemas.openxmlformats.org/officeDocument/2006/relationships/slide" Target="/ppt/slides/slide29.xml" Id="Rf0f36dc210814306" /><Relationship Type="http://schemas.openxmlformats.org/officeDocument/2006/relationships/slide" Target="/ppt/slides/slide30.xml" Id="Rcbcf7b60d5364a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d9ce1aa06f4c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0999217a724f48" /><Relationship Type="http://schemas.openxmlformats.org/officeDocument/2006/relationships/notesMaster" Target="/ppt/notesMasters/notesMaster1.xml" Id="R49b07859ae1f4f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b329c9147743a1" /><Relationship Type="http://schemas.openxmlformats.org/officeDocument/2006/relationships/notesMaster" Target="/ppt/notesMasters/notesMaster1.xml" Id="Rf4591fd391c841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0cbe1ba0894b3b" /><Relationship Type="http://schemas.openxmlformats.org/officeDocument/2006/relationships/notesMaster" Target="/ppt/notesMasters/notesMaster1.xml" Id="R0f34635db5b847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9bcbe3408142eb" /><Relationship Type="http://schemas.openxmlformats.org/officeDocument/2006/relationships/notesMaster" Target="/ppt/notesMasters/notesMaster1.xml" Id="R3ec15aea44be46e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dc1f40986543ba" /><Relationship Type="http://schemas.openxmlformats.org/officeDocument/2006/relationships/notesMaster" Target="/ppt/notesMasters/notesMaster1.xml" Id="Rc84e1d114f6b47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961f2f9cca45fb" /><Relationship Type="http://schemas.openxmlformats.org/officeDocument/2006/relationships/notesMaster" Target="/ppt/notesMasters/notesMaster1.xml" Id="R508d625774a742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dd05e6580b43f6" /><Relationship Type="http://schemas.openxmlformats.org/officeDocument/2006/relationships/notesMaster" Target="/ppt/notesMasters/notesMaster1.xml" Id="Rdaffe8732cf84a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340a37a65f411c" /><Relationship Type="http://schemas.openxmlformats.org/officeDocument/2006/relationships/notesMaster" Target="/ppt/notesMasters/notesMaster1.xml" Id="Rd850df2320eb47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e1fd227df64f82" /><Relationship Type="http://schemas.openxmlformats.org/officeDocument/2006/relationships/notesMaster" Target="/ppt/notesMasters/notesMaster1.xml" Id="R9e78b52d04bd40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4cb7b709f14add" /><Relationship Type="http://schemas.openxmlformats.org/officeDocument/2006/relationships/notesMaster" Target="/ppt/notesMasters/notesMaster1.xml" Id="Rb383488a965044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8bad24aa4e49cb" /><Relationship Type="http://schemas.openxmlformats.org/officeDocument/2006/relationships/notesMaster" Target="/ppt/notesMasters/notesMaster1.xml" Id="R56f56140a12c49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368e3a482545da" /><Relationship Type="http://schemas.openxmlformats.org/officeDocument/2006/relationships/notesMaster" Target="/ppt/notesMasters/notesMaster1.xml" Id="R5c23c9b249b542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e0dc4b31db4c65" /><Relationship Type="http://schemas.openxmlformats.org/officeDocument/2006/relationships/notesMaster" Target="/ppt/notesMasters/notesMaster1.xml" Id="R691e108ae6774b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205e2524824d14" /><Relationship Type="http://schemas.openxmlformats.org/officeDocument/2006/relationships/notesMaster" Target="/ppt/notesMasters/notesMaster1.xml" Id="Rf6bdcb01db5f47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673b06e2856410e" /><Relationship Type="http://schemas.openxmlformats.org/officeDocument/2006/relationships/notesMaster" Target="/ppt/notesMasters/notesMaster1.xml" Id="R7ebd37ce44ab4c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48c322575840ec" /><Relationship Type="http://schemas.openxmlformats.org/officeDocument/2006/relationships/notesMaster" Target="/ppt/notesMasters/notesMaster1.xml" Id="R52c66f1099fd4bc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6a0284c563d43d3" /><Relationship Type="http://schemas.openxmlformats.org/officeDocument/2006/relationships/notesMaster" Target="/ppt/notesMasters/notesMaster1.xml" Id="R080fb84dde624ec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163d8ecaf3c4134" /><Relationship Type="http://schemas.openxmlformats.org/officeDocument/2006/relationships/notesMaster" Target="/ppt/notesMasters/notesMaster1.xml" Id="R5e95db3ccdaf4a5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dc50d27436f4ba0" /><Relationship Type="http://schemas.openxmlformats.org/officeDocument/2006/relationships/notesMaster" Target="/ppt/notesMasters/notesMaster1.xml" Id="Re829b4aa088a437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5834eae5ad7452e" /><Relationship Type="http://schemas.openxmlformats.org/officeDocument/2006/relationships/notesMaster" Target="/ppt/notesMasters/notesMaster1.xml" Id="Rbc6fb9d442d94a1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eb53cadc934382" /><Relationship Type="http://schemas.openxmlformats.org/officeDocument/2006/relationships/notesMaster" Target="/ppt/notesMasters/notesMaster1.xml" Id="R9830ffa2ab46462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bded2a36e7842e3" /><Relationship Type="http://schemas.openxmlformats.org/officeDocument/2006/relationships/notesMaster" Target="/ppt/notesMasters/notesMaster1.xml" Id="Rb536e60d4112446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d3e099f7e9d45a5" /><Relationship Type="http://schemas.openxmlformats.org/officeDocument/2006/relationships/notesMaster" Target="/ppt/notesMasters/notesMaster1.xml" Id="Rb738eaaaae74443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90cda56fb8f462e" /><Relationship Type="http://schemas.openxmlformats.org/officeDocument/2006/relationships/notesMaster" Target="/ppt/notesMasters/notesMaster1.xml" Id="R0c785eb3b2b645a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9c779051fe14bf7" /><Relationship Type="http://schemas.openxmlformats.org/officeDocument/2006/relationships/notesMaster" Target="/ppt/notesMasters/notesMaster1.xml" Id="R9e2a779448f349b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e4f7e33e1f94680" /><Relationship Type="http://schemas.openxmlformats.org/officeDocument/2006/relationships/notesMaster" Target="/ppt/notesMasters/notesMaster1.xml" Id="R2c284f6e009d47c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d6331408f4d4d2f" /><Relationship Type="http://schemas.openxmlformats.org/officeDocument/2006/relationships/notesMaster" Target="/ppt/notesMasters/notesMaster1.xml" Id="R935199b3281d4d1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95ad89850c14249" /><Relationship Type="http://schemas.openxmlformats.org/officeDocument/2006/relationships/notesMaster" Target="/ppt/notesMasters/notesMaster1.xml" Id="Rfc039e39d47e480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ec85766a3634a7b" /><Relationship Type="http://schemas.openxmlformats.org/officeDocument/2006/relationships/notesMaster" Target="/ppt/notesMasters/notesMaster1.xml" Id="R4083239b951f40d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cb81975e3694d6c" /><Relationship Type="http://schemas.openxmlformats.org/officeDocument/2006/relationships/notesMaster" Target="/ppt/notesMasters/notesMaster1.xml" Id="R56a65c64335348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19780ca3c84d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ac7f56acfe4370" /><Relationship Type="http://schemas.openxmlformats.org/officeDocument/2006/relationships/slideLayout" Target="/ppt/slideLayouts/slideLayout1.xml" Id="Re86343f5f8864a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6343f5f8864a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06f759a7aec49ea" /><Relationship Type="http://schemas.openxmlformats.org/officeDocument/2006/relationships/image" Target="/ppt/media/image.jpeg" Id="R1d6d5b5c987842fd" /><Relationship Type="http://schemas.openxmlformats.org/officeDocument/2006/relationships/notesSlide" Target="/ppt/notesSlides/notesSlide1.xml" Id="R9dd15f41ea9546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c3f0ef4ca3403d" /><Relationship Type="http://schemas.openxmlformats.org/officeDocument/2006/relationships/image" Target="/ppt/media/image2.jpeg" Id="R0d486a796a434eb9" /><Relationship Type="http://schemas.openxmlformats.org/officeDocument/2006/relationships/notesSlide" Target="/ppt/notesSlides/notesSlide2.xml" Id="Rc2cece3a327247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f5b11390414a1b" /><Relationship Type="http://schemas.openxmlformats.org/officeDocument/2006/relationships/image" Target="/ppt/media/image3.jpeg" Id="R8190b31fa5bd4bbc" /><Relationship Type="http://schemas.openxmlformats.org/officeDocument/2006/relationships/notesSlide" Target="/ppt/notesSlides/notesSlide3.xml" Id="Rb0819daa086641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19217dff264e37" /><Relationship Type="http://schemas.openxmlformats.org/officeDocument/2006/relationships/image" Target="/ppt/media/image4.jpeg" Id="Rea8560556fa949a1" /><Relationship Type="http://schemas.openxmlformats.org/officeDocument/2006/relationships/notesSlide" Target="/ppt/notesSlides/notesSlide4.xml" Id="R89ae12a9498740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f8c45fd9264b23" /><Relationship Type="http://schemas.openxmlformats.org/officeDocument/2006/relationships/image" Target="/ppt/media/image5.jpeg" Id="Rd0a9612fb46246d8" /><Relationship Type="http://schemas.openxmlformats.org/officeDocument/2006/relationships/notesSlide" Target="/ppt/notesSlides/notesSlide5.xml" Id="R9f31ce3b0bf54d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12b6917d36444a" /><Relationship Type="http://schemas.openxmlformats.org/officeDocument/2006/relationships/image" Target="/ppt/media/image6.jpeg" Id="R1170618735df43c6" /><Relationship Type="http://schemas.openxmlformats.org/officeDocument/2006/relationships/notesSlide" Target="/ppt/notesSlides/notesSlide6.xml" Id="R56cd7d21fa9644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eaeb366f6af4ca3" /><Relationship Type="http://schemas.openxmlformats.org/officeDocument/2006/relationships/image" Target="/ppt/media/image7.jpeg" Id="R4d01e3703e174e59" /><Relationship Type="http://schemas.openxmlformats.org/officeDocument/2006/relationships/notesSlide" Target="/ppt/notesSlides/notesSlide7.xml" Id="Re1ea302343fe4c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7031f3497f4ed4" /><Relationship Type="http://schemas.openxmlformats.org/officeDocument/2006/relationships/image" Target="/ppt/media/image8.jpeg" Id="R286bb6ab437247c5" /><Relationship Type="http://schemas.openxmlformats.org/officeDocument/2006/relationships/notesSlide" Target="/ppt/notesSlides/notesSlide8.xml" Id="Rb001490eecc241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ecc43f40c9446c0" /><Relationship Type="http://schemas.openxmlformats.org/officeDocument/2006/relationships/image" Target="/ppt/media/image9.jpeg" Id="Raf37ebac28e34e38" /><Relationship Type="http://schemas.openxmlformats.org/officeDocument/2006/relationships/notesSlide" Target="/ppt/notesSlides/notesSlide9.xml" Id="Ree75b473422e4c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07e869b02f84e15" /><Relationship Type="http://schemas.openxmlformats.org/officeDocument/2006/relationships/image" Target="/ppt/media/image10.jpeg" Id="R42dc8980548442c5" /><Relationship Type="http://schemas.openxmlformats.org/officeDocument/2006/relationships/notesSlide" Target="/ppt/notesSlides/notesSlide10.xml" Id="R5531c2d2c6af49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39121bead904aed" /><Relationship Type="http://schemas.openxmlformats.org/officeDocument/2006/relationships/image" Target="/ppt/media/image11.jpeg" Id="Re0564d11b4a2416a" /><Relationship Type="http://schemas.openxmlformats.org/officeDocument/2006/relationships/notesSlide" Target="/ppt/notesSlides/notesSlide11.xml" Id="Rb1645939fe224bf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9c3d048018f44e3" /><Relationship Type="http://schemas.openxmlformats.org/officeDocument/2006/relationships/image" Target="/ppt/media/image12.jpeg" Id="R8baf02cae4e94c5b" /><Relationship Type="http://schemas.openxmlformats.org/officeDocument/2006/relationships/notesSlide" Target="/ppt/notesSlides/notesSlide12.xml" Id="Ra3a5e34f88b147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770043f387c40aa" /><Relationship Type="http://schemas.openxmlformats.org/officeDocument/2006/relationships/image" Target="/ppt/media/image13.jpeg" Id="R850beaa5769c456a" /><Relationship Type="http://schemas.openxmlformats.org/officeDocument/2006/relationships/notesSlide" Target="/ppt/notesSlides/notesSlide13.xml" Id="R514a2163dc3e48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4c4ff2ad374490c" /><Relationship Type="http://schemas.openxmlformats.org/officeDocument/2006/relationships/image" Target="/ppt/media/image14.jpeg" Id="R3c72d6647a224ff7" /><Relationship Type="http://schemas.openxmlformats.org/officeDocument/2006/relationships/notesSlide" Target="/ppt/notesSlides/notesSlide14.xml" Id="R7bfbdce9345547c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11a03301c6f4aa5" /><Relationship Type="http://schemas.openxmlformats.org/officeDocument/2006/relationships/image" Target="/ppt/media/image15.jpeg" Id="R0b9cf9f328c44fdf" /><Relationship Type="http://schemas.openxmlformats.org/officeDocument/2006/relationships/notesSlide" Target="/ppt/notesSlides/notesSlide15.xml" Id="R71c70b86d30c43a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f51226adc3f441d" /><Relationship Type="http://schemas.openxmlformats.org/officeDocument/2006/relationships/image" Target="/ppt/media/image16.jpeg" Id="R4ef980b9c805464e" /><Relationship Type="http://schemas.openxmlformats.org/officeDocument/2006/relationships/notesSlide" Target="/ppt/notesSlides/notesSlide16.xml" Id="R46f5ffedeaae47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b599708c04940b5" /><Relationship Type="http://schemas.openxmlformats.org/officeDocument/2006/relationships/image" Target="/ppt/media/image17.jpeg" Id="R8e813d3c1eba4191" /><Relationship Type="http://schemas.openxmlformats.org/officeDocument/2006/relationships/notesSlide" Target="/ppt/notesSlides/notesSlide17.xml" Id="Rd37f7d2b6ebb4cf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e7a16a721c949b9" /><Relationship Type="http://schemas.openxmlformats.org/officeDocument/2006/relationships/image" Target="/ppt/media/image18.jpeg" Id="R29375ad440fc40d1" /><Relationship Type="http://schemas.openxmlformats.org/officeDocument/2006/relationships/notesSlide" Target="/ppt/notesSlides/notesSlide18.xml" Id="R748dd9b5a7ff4e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a0d9bb1041842a8" /><Relationship Type="http://schemas.openxmlformats.org/officeDocument/2006/relationships/image" Target="/ppt/media/image19.jpeg" Id="R81229bdc43ef4804" /><Relationship Type="http://schemas.openxmlformats.org/officeDocument/2006/relationships/notesSlide" Target="/ppt/notesSlides/notesSlide19.xml" Id="Ra55bd3fb57214c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a8068175944460c" /><Relationship Type="http://schemas.openxmlformats.org/officeDocument/2006/relationships/image" Target="/ppt/media/image20.jpeg" Id="R2a8ed83c2f854a44" /><Relationship Type="http://schemas.openxmlformats.org/officeDocument/2006/relationships/notesSlide" Target="/ppt/notesSlides/notesSlide20.xml" Id="R7a7039550aa344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49f37bb5fb844f9" /><Relationship Type="http://schemas.openxmlformats.org/officeDocument/2006/relationships/image" Target="/ppt/media/image21.jpeg" Id="Rc4807ce1d24a4710" /><Relationship Type="http://schemas.openxmlformats.org/officeDocument/2006/relationships/notesSlide" Target="/ppt/notesSlides/notesSlide21.xml" Id="Ra84cd37b7a7848f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95ece7416cc4813" /><Relationship Type="http://schemas.openxmlformats.org/officeDocument/2006/relationships/image" Target="/ppt/media/image22.jpeg" Id="R70d3d31608ba443e" /><Relationship Type="http://schemas.openxmlformats.org/officeDocument/2006/relationships/notesSlide" Target="/ppt/notesSlides/notesSlide22.xml" Id="R9b160f121b8748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a1ab2e8843f42c3" /><Relationship Type="http://schemas.openxmlformats.org/officeDocument/2006/relationships/image" Target="/ppt/media/image23.jpeg" Id="R9125b77dcb214b5f" /><Relationship Type="http://schemas.openxmlformats.org/officeDocument/2006/relationships/notesSlide" Target="/ppt/notesSlides/notesSlide23.xml" Id="R11f522b3b8ee413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83c4240b15e4ca3" /><Relationship Type="http://schemas.openxmlformats.org/officeDocument/2006/relationships/image" Target="/ppt/media/image24.jpeg" Id="R9ec556524f954b28" /><Relationship Type="http://schemas.openxmlformats.org/officeDocument/2006/relationships/notesSlide" Target="/ppt/notesSlides/notesSlide24.xml" Id="R50edc4768925467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d565e9ac6f44c5" /><Relationship Type="http://schemas.openxmlformats.org/officeDocument/2006/relationships/image" Target="/ppt/media/image25.jpeg" Id="Rc9d984c73b5c494a" /><Relationship Type="http://schemas.openxmlformats.org/officeDocument/2006/relationships/notesSlide" Target="/ppt/notesSlides/notesSlide25.xml" Id="Rcc4ca61a1195433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218cd6a13d1456d" /><Relationship Type="http://schemas.openxmlformats.org/officeDocument/2006/relationships/image" Target="/ppt/media/image26.jpeg" Id="R2cd34e85d7224522" /><Relationship Type="http://schemas.openxmlformats.org/officeDocument/2006/relationships/notesSlide" Target="/ppt/notesSlides/notesSlide26.xml" Id="Rcd34f9f01b7847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eb7f1118ece4eeb" /><Relationship Type="http://schemas.openxmlformats.org/officeDocument/2006/relationships/image" Target="/ppt/media/image27.jpeg" Id="R5d1a0661f0404b37" /><Relationship Type="http://schemas.openxmlformats.org/officeDocument/2006/relationships/notesSlide" Target="/ppt/notesSlides/notesSlide27.xml" Id="R2f775c69a900426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9a1ad537b0c45f1" /><Relationship Type="http://schemas.openxmlformats.org/officeDocument/2006/relationships/image" Target="/ppt/media/image28.jpeg" Id="R979a9e90136f47ee" /><Relationship Type="http://schemas.openxmlformats.org/officeDocument/2006/relationships/notesSlide" Target="/ppt/notesSlides/notesSlide28.xml" Id="R888fc2f5ab23462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93c5a560447445e" /><Relationship Type="http://schemas.openxmlformats.org/officeDocument/2006/relationships/image" Target="/ppt/media/image29.jpeg" Id="R323e709b118d48ab" /><Relationship Type="http://schemas.openxmlformats.org/officeDocument/2006/relationships/notesSlide" Target="/ppt/notesSlides/notesSlide29.xml" Id="Rde9090911d26490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4062962c00a4d12" /><Relationship Type="http://schemas.openxmlformats.org/officeDocument/2006/relationships/image" Target="/ppt/media/image30.jpeg" Id="Rbbe8f721c01143cc" /><Relationship Type="http://schemas.openxmlformats.org/officeDocument/2006/relationships/notesSlide" Target="/ppt/notesSlides/notesSlide30.xml" Id="R5fc9ff6be47c44c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d6d5b5c987842f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2A52569-F4CA-4064-9AF9-BE50864D18A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960603F3-D4AD-4484-B71E-7654990DBFFC}"/>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68365B91-80AC-415D-8CE0-401D60A99BE3}"/>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81C3660A-4431-410D-A9DB-D13E3BF0BFE2}"/>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62CFFD34-2AA9-4A37-98D7-EF4CD96FAE59}"/>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ED47DA6B-5C07-4148-A0BF-5813FECA6049}"/>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A57C737C-69DC-42B5-A1CE-C8F29338AA61}"/>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F4740AB6-03B4-4830-A9D6-733FFCD309E9}"/>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ED91C8A-0559-4D3B-BD36-C815C0AEDAB5}"/>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0A473F6-AC90-4AF9-8970-42498983680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14AE7A05-C629-4AA5-A55A-6E39E02509EA}"/>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D8BBCD2E-705E-43C0-B95B-F66D3764CB73}"/>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B1AAFBE0-F918-4CF3-8E4D-E146D54D08A0}"/>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636C994-FD49-4580-AEDF-3AE7ACE0F129}"/>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B4812754-1B13-450F-8FEB-17D38E429E95}"/>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0879B86-1CCF-4925-8539-787C60FCA82A}"/>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C02DD20D-F174-45EE-BB4E-84321785527B}"/>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74C228A6-8C2C-4619-B689-4A138FE9DBC5}"/>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F966678D-2B43-418A-9EE9-3DC04F49F654}"/>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5A72B410-41BA-4BEF-A8BB-762AB43A80F4}"/>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24206622-0BCF-494E-926E-D31329EAD1A1}"/>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C663A3FF-CF21-494B-AF07-7FB33D45BCCF}"/>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94673B3B-F3BE-4FBA-82FA-B3B036427EDB}"/>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6C91B55E-766E-4745-913A-5FF4E074130F}"/>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2F4D2148-9B5E-49E7-8F85-D9A4BB79B183}"/>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5FB1E0A0-B6B4-4F9F-95E0-F311C39A6797}"/>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B31CF829-E8ED-4CBA-A22D-5771C9B2DACD}"/>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A4C6E01-9EE5-4FEC-A42F-3FEB7933B42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9212280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d486a796a434eb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B68785F-F738-4C39-9A5D-2D5CC0D41D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E963EAF-8152-4F7B-B728-1C7969AE9D9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6AA158B5-198C-49F8-A494-69301DDB5CF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ABF53FB-D999-4ED7-942E-9C409419317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B8BA2B-D10C-4AB2-B58E-0981AC7EBAC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EF96B60-DF49-4AEE-A17A-57D58D164199}"/>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67DE21D4-8556-43CD-96A7-EEC851FF22A8}"/>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AF81DD77-29B0-4029-B217-61434FA176A7}"/>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363B3F5D-3ED2-46DA-8EEA-7902DFA8888F}"/>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DB39FDA7-C86B-40E2-BFA4-9F295865690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C01474D9-9E7B-40C6-A11C-47E4A742FE0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B4F84E57-02DA-429C-96E1-377A44C9A7CF}"/>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B2930005-40A9-426D-8FDF-21C9A903613D}"/>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2457080C-3833-4F30-9209-321D03FF4E1B}"/>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6B80F200-B812-432E-9459-13C4FEB019A9}"/>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4AB481DD-C95B-40CC-A2E7-441E11A4543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5228B13C-E52C-4318-AA26-0E950327C60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4A3AA936-CB8D-4581-ACAA-508C73D96CD1}"/>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D6950D7E-C5DB-44F6-9B6A-D85585AE29BF}"/>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FFF26CBB-71FA-41E2-BFF9-9F3B1CC76362}"/>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5C973C06-D5D5-4F00-A614-2141EC86384A}"/>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DA906E80-3FD0-4C28-B113-E99D121FE1C2}"/>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5E89535B-BD5F-4899-8613-1B2F78857F4D}"/>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A59C32EA-1ECA-4F98-A381-DE1871B9C482}"/>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00A93563-2DE7-4026-A21A-32D8E6B55EF8}"/>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C39FF4DC-CB89-4EDA-B006-D79B4B42EB7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EA7B2B4B-39E4-4EDD-96F9-06806C857832}"/>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F4329446-57A5-492F-9847-9DF40FA01265}"/>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A768E75A-0006-4D22-B50B-7B8F77A1D514}"/>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39F555CF-8A2D-4116-B662-9E617559A61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12DBE5BB-8C94-465B-96D5-C391653A66F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16C5CED6-3CC1-465D-94EE-34F8C66E626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2602584D-559F-4383-AD62-37C6963715EC}"/>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38DCE4B3-1EBB-454E-A5C9-9537BFFA4B15}"/>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52E01997-C3A2-429C-9C75-1ED15B5058B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88280331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190b31fa5bd4bb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FD7D76-BD38-48C2-88EF-CF219A8B626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189318F-BE0E-45F9-8F1E-E335D74F852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273F621-5696-4453-B04A-9ADDB8D46E3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3270C21-DF69-43EA-97EB-CE32E17489A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B16D82B2-6EDA-48ED-A055-269799E06D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7ED2E4F-AF96-44E0-BE0A-C7F718F38234}"/>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F26DCE7E-C305-46D8-AC4E-C0AD59176F10}"/>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1B83CA8A-9260-4AC6-92B3-EEB32F46FEDC}"/>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1D9E0062-AA39-4D1E-9003-B3834774D642}"/>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BD8EBCF6-1FDD-4B31-8F82-EA14CC8FC4AA}"/>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802DBA7F-E4F3-44DA-8C68-B7C75B9AD981}"/>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5E859971-675F-40E8-BFF1-503921037180}"/>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F318C43D-BDA2-4871-809B-E06DF672931B}"/>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F4A43D37-32DA-43DA-92E7-713DC015F53C}"/>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EAC1AF88-9F22-4CC4-875B-11586BBD938C}"/>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620FCD04-1215-4EA4-BCCA-145C49B2FD31}"/>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53A7CEBD-975E-4298-8682-0C9275F0E76F}"/>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CAFA91EB-D2FA-441C-AF7A-FD9A4A66F2CA}"/>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FBFF484F-E6D6-488C-B2CA-F1C5A41202D1}"/>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10EC3531-0783-48BC-9D21-A5C8AE9B103F}"/>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B8B68A3C-2E71-4983-83BF-C7C74962ED84}"/>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424B6EB1-A06D-482B-B339-0B75B349072C}"/>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DD6288B3-956D-4C46-B665-52FE97E67559}"/>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6DF44770-077E-4FCC-BFE6-3E52B7F69D17}"/>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C7E50552-2FC5-4BA7-9A5A-73AFA14CDB5B}"/>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E9DA7B9A-8058-4AD0-A24B-722B2215CF76}"/>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32DED4D6-0A44-4ECE-A93C-E38220E0D0C7}"/>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456B2A13-DB91-495A-B2CA-591608D13A26}"/>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C0E89320-3817-4ACB-9476-0DFEE8DFF31B}"/>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995EF213-9122-4C22-81E1-DF7261B59A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311364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a8560556fa949a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DDC98B-0C18-4B48-9332-98C028ED9E2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185C018-52D9-4800-84D1-0D4F9FABF88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FE3C272A-4FEB-4E98-9BA1-3B753D9CC4B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03D4FAC-5759-4DD9-9945-80B7878C7A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0B6F4E79-5832-4E4E-AFEA-02E984F8AE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4FBE2AF-7B57-4DF2-8C93-25F4DE449877}"/>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1303019C-8B46-4797-A017-93D1BD4C6669}"/>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15DE6A61-2332-47FC-9FD5-36DBC9CC8ACC}"/>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7CC40565-09F2-45E4-B9F2-58ECC23B0839}"/>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8BBAFDCC-0F7F-4FAC-B08F-7721BE10F887}"/>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5AC12BEC-B883-4BB0-BAB0-55BB09413B13}"/>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67EB6B70-164C-40FD-B99C-338EBBDAFBA1}"/>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9F7106CC-3CE2-4414-9DC7-7AA307368372}"/>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7389C1A7-77C9-4117-98DA-AD2CBFD1B66F}"/>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1E936B97-F2EE-47B1-961E-7882359804A2}"/>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E3900941-0DA4-4178-BF15-39F5216F928E}"/>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8B4A4335-386B-4463-B181-345D71FC22C1}"/>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C6EB759-BED5-428F-A71E-6C3D3E1B440B}"/>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4A60387D-1C36-4241-8BCC-7442BB7DEABE}"/>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6153F674-2559-4F29-9DCE-93CA1DA09083}"/>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97508474-58AE-4855-AC72-811524316081}"/>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73CB7ADB-62CB-402F-BC5D-63F15394C3FC}"/>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ADEF0028-0614-421E-90B1-542820205232}"/>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EF83FFC1-AAB3-49A7-82DE-253EE323262E}"/>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C0248F18-949A-4200-AF6B-6B626905F18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3242100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0a9612fb46246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F1C145-537E-4001-B9AC-38ACFE024A0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6CD99B1-4C37-44D2-BCBD-03656F5A708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6602BBA6-30E9-4B6A-BC47-3064EB270D1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47B184-FFEF-4BB8-B75F-306F7C625E1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DCB605EE-1C1B-42E5-9F0E-44993845F1E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777D114-235C-41F8-B59E-C97E7179460B}"/>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7EAA3FA9-5DD7-4B15-AE63-94785E913258}"/>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FAC350B0-CA65-4282-976E-00B18DE53829}"/>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7A88719C-A115-4E6F-9778-4F71932A993B}"/>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5EC8365C-A180-49C7-BAED-53210CBF49AD}"/>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64242B5-21F3-4B9D-9EF0-1A2B6B7E9990}"/>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14343BA1-C5B7-4623-9CB3-6CEA7A5B15B5}"/>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69497B45-5C72-4068-B323-0DFFE74D940F}"/>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BCFC7FF8-3F0E-44C7-8637-6E69A25F6C3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BFD29F92-4861-40D2-9B81-F97746DBB480}"/>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173D4B34-CD7C-4EE7-AEB9-F7F867881D62}"/>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717FFBCB-4B35-444E-9AB6-386CB5B8F3EA}"/>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9A3F77F6-59BF-4F74-B5B5-5DAE9C78D19E}"/>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30A75C2-D575-4BF7-91FA-DDFAB7F0F93C}"/>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0FFD2EE4-AC5E-4637-A990-23D6718AC372}"/>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F0D3805F-2126-4A94-9F73-45FD5CE6340B}"/>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34693478-E85D-4CC9-91E1-54BD2F672AFA}"/>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045552C0-1CF5-4D50-9D4F-B564B67B5695}"/>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C812D092-2738-45A8-BC81-1B1A303C6FA0}"/>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D6F37201-B3C3-4631-9A73-904A860E0DB6}"/>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EC09A8B7-4B6A-421D-8CDB-D1AF9CEBAF4F}"/>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75CC5425-6B64-42AA-9B76-59655CBF2C89}"/>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EAF66BE0-7676-4253-B013-9A47BE7734BB}"/>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5B17C4B0-B7D0-4FE1-A2F1-0F77494EA096}"/>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BBB40739-6C79-4E43-B7EE-1720E7BFDA23}"/>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6A0450DD-FA6A-470D-AE62-20D2832C858F}"/>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34B68B8C-D294-4840-BB44-CAFA9409084F}"/>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CDFA764C-A405-4D4D-B0FB-E6413D6BF034}"/>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CC4B485F-4BC3-4CE4-B173-841A4B744B62}"/>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5E22F4B6-FF69-42D3-BD31-5DC74B864DD3}"/>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461F43BB-3A34-457B-BB1C-1D04C2C9037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7862977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170618735df43c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05FD02-1EB7-4C68-9CDB-642D40EB9BF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8427BBD-79B3-4E29-83E0-7245A515058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3E274690-E1C7-4D74-9BA2-08EBF28EA06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A352AD1-598F-481B-805A-B9197E7D84E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492B406C-D887-4EE8-B10D-687B363B0DE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E503CFE-3697-43C7-A4DB-255DECE900DC}"/>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89B7A861-2761-473D-886B-3765CF337FEE}"/>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4851CA14-213F-4E76-9D3D-CEDBFAAB0B46}"/>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D0916A55-D3A7-4FAC-B8A0-9F81F22639FF}"/>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71C00D70-3BA7-48A9-B897-351A03A3E923}"/>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B7B020DB-8EE9-45E4-90BC-FA02B4335D59}"/>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F0C13710-4832-446A-958C-A9A6971C19AD}"/>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2A67785D-9E2A-4CDB-AF6F-95003C15FAE5}"/>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B65CCE8A-1A4D-4036-8CCE-123B261918A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40916510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d01e3703e174e5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CC3B335-ED4C-47F5-8F85-F4CBFE2A338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C219325-39F2-4754-9515-EBC0E983EEC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407B4FF9-6615-40AF-82D8-24BD4B56856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BBA3F5C-FCF2-492F-A67F-5230BA95441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5D246ED7-5819-4DBD-B85C-F861CAACA3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745297F-8EB2-4E8E-848E-51C1B6B47B10}"/>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A82753F6-D456-4105-B444-374C4FF16694}"/>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A77323DD-2753-43E2-96A7-520C997A4863}"/>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25D3590A-D553-4ACF-91F1-9C4217D3436B}"/>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E79C3EE8-DE61-4680-A00E-9E0352BBF072}"/>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13F0BA72-ECAA-462E-B935-1040B5E29F63}"/>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564410B3-A2DC-433A-B5E9-067AF74C42EE}"/>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2B15A77A-9C14-4552-ADCC-BB7EDD75AAF1}"/>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3D37AF1C-FE0B-4019-B7E9-D96103CA6BB9}"/>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8F8C98BC-A190-4412-8187-98A5EE3C52A1}"/>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A709C693-1936-4628-B35E-6FBC0B7D2CCC}"/>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A1B60CCA-98FE-49EE-9BCC-19BB7E73A6E2}"/>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6210D197-EABA-4E21-9358-0FC8CE74A63C}"/>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EE302A59-1058-499E-A505-0C475332ABD7}"/>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C1990F15-E121-49E0-A2B8-FC2E7B8677B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5A781EC-67D9-4CB3-907D-2DC184554271}"/>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E3270E3-A5A6-4C0A-BFD1-E88228821A15}"/>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B9D674E1-05CA-4E4C-8A0D-09DDF95B6530}"/>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92613D8D-0EC0-4A5A-B800-02926332603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03789280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86bb6ab437247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333F52-0D99-483B-A32D-CC72FC4002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8AC4D8A-CB9D-4286-B827-D8FC9ACD85C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E93080A4-7684-4B47-ACDE-11E40BA405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654972D-3ED8-45F1-9495-D0CCE8F9944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4F5E00BA-75DD-4FD2-819D-B387DB557FD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04471B8-22D0-4D68-8F35-7F2C352C8D01}"/>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933206D0-802E-4BD2-9273-661076E8142F}"/>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A321214A-C875-47AA-87C6-E21452828508}"/>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E22B57A1-92BF-438B-BBDB-5E7AF4E82928}"/>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0FD3211-452B-4125-A2DC-4A680B731565}"/>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B2651EBF-533B-4984-AA59-850FE6BCD23C}"/>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EC14BDFC-5B30-4C29-A4F4-94DE16C5F64C}"/>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2EF82EBD-4D79-4754-A388-265624DEA9D7}"/>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2DD2EF27-B37C-4B9E-83D1-8679C6BF5461}"/>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7EA01760-BB42-433A-A562-4F7D6AA29BA6}"/>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F8B87136-7242-441D-9DD3-CCB697B45608}"/>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83FDDDCF-C527-4DDB-97DC-CA8FF85E447C}"/>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7920B797-33A5-4443-97F5-B6D707475860}"/>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7324A49C-1D8F-456B-B19C-56C4FAB945E2}"/>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86DCFF48-550F-4493-899C-9DCD9A1F8B1C}"/>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C3ACF18D-67D6-4858-95EF-32A270175A5F}"/>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2828DD73-85EF-4008-9E2F-395CC96B5884}"/>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38FCDDD5-DC88-4A72-B648-4ACFB20D4F0E}"/>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EACF0B4C-E2AC-4578-89D3-2B74D351F47A}"/>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C1BC1AB9-0784-4265-986C-CBFEABDBC0E1}"/>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B55E2064-6E69-492B-B918-05E186472C7E}"/>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428EC6A1-9701-4D97-9440-5EBEA47E62B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18689185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af37ebac28e34e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D7427D-8794-4198-B892-74151982CC0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0F7038C7-A80B-4B6E-8D29-59E721000AB1}"/>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4D9CDC9A-D98C-41D5-8850-0920C198DFEE}"/>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8F62CCA6-85EE-4613-8EBA-B1B6E0213848}"/>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0B0B4BE7-7C07-4ABD-B8CA-C79F0553DD4F}"/>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0A0BC1C9-A7A8-43DD-BA68-7F7645DF418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2603170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42dc8980548442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F776EB0-C4AF-4864-9CD3-260C37E2FD7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DC5FCA6-BFA2-4A7E-BACB-A7F92023FF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4D4BBB2A-4F59-42BC-B745-58180D8A753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4354E69-7CBF-4E68-BC64-4AE39010441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8ABA1588-3389-47A2-BCA2-78E9294C259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2D7211B-BA91-486F-B6C0-01020953F152}"/>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E271CD9E-F4B9-48A8-8611-3ED35915B3C2}"/>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36288209-AC10-4C95-ABB9-5D422037C50C}"/>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958C8E18-7657-464C-B8CD-AC984EC01E11}"/>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F62D94A3-9817-48B2-BDE6-BA903E4F7B42}"/>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23E5F7EA-7159-42E2-B294-691D9346C25E}"/>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942461E4-A038-4160-B5AE-A3EFAA77877F}"/>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BD6390E-4B51-4BEC-B4AA-E1CDF97CA069}"/>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A108CC2B-742C-479F-B617-57C75886B0E5}"/>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115A9B04-7C5C-46CA-8203-C8A7175B9484}"/>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AC7A6CD-8959-4956-8767-7B79176026FD}"/>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4002CF4C-4ADC-4D9B-8311-C674CDDF534D}"/>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9585589-4A9E-415C-AE10-9191310DD4A9}"/>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C15376DB-4258-44A4-A8F9-5BEE7148E04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FE42778A-0686-4481-8241-F7B9E7E9F8F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3DA932F0-B9A6-4FB2-BE2B-601BA0506CF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F284F1BD-1BE7-49C4-A671-AAFF9A911DA8}"/>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3EFC72EA-EFDF-4A8F-891E-69383D3DA89B}"/>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FF27F5BF-CF6B-43E8-8382-63576CF7B974}"/>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53D4287E-5DC5-42E1-8EDD-041EE5B9C015}"/>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63D145B-4701-45B5-B053-55FFDA9713BA}"/>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4E20D3CD-8269-4061-9CF8-68F4282EDEDA}"/>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1295570-6B31-4FE6-B810-120DBCEFF1DC}"/>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07459581-0FFD-4159-986E-1465EB7B7FA0}"/>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2701DC95-194E-4021-B6F4-C3D02B47C4C0}"/>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5B0E36B-BDE4-4624-B2EE-491FD4AD0FD4}"/>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394B21AB-D85E-4198-B1CC-282F62867E38}"/>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955E5B8E-5F3A-4634-83A0-00F8EE170EE0}"/>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06EE7D12-86A2-4915-B442-3FA7150021A0}"/>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D3C20010-97E9-4D12-A9A3-5CB5F5ED8D5D}"/>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87A43327-1929-460E-9812-D8AC7E601A50}"/>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A18A1F15-904C-4914-93C9-C3144DA07361}"/>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71BFF053-120E-49CB-A741-96C5CF40D005}"/>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FC4FA035-D926-4289-AA53-E3FC2241B5E5}"/>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0727C643-C8C8-425F-9A7D-64A03AF844C8}"/>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612CC30F-EB29-46E3-A3C4-3C090A85F3B0}"/>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8CF5242-8002-4DC9-947B-9905AC3E0FA7}"/>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CF3C592D-A23D-4C7F-BE19-50DD6A08136E}"/>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28E7BD71-EACD-4DCF-8CB6-63D4E06C40CE}"/>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83355E65-CC7D-4DC6-BF6F-FCA3DF2DBB33}"/>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5AAB9EA9-F258-49BA-94E8-A0B8DCA77CF6}"/>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F263F641-C197-4F49-8833-EBFC9BCB7F23}"/>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8F88895A-1B67-48C3-A695-F7D70F96E576}"/>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4F0506CB-5474-445A-9CD3-2D7E6F1C22FC}"/>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A274FBF8-EB7A-4E36-A800-23852B1BB55F}"/>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1DBA9A2C-B27A-4873-B639-A87AEE6F9FDA}"/>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BDE7223B-9EEA-474B-95CB-D14FB665DD7C}"/>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EA2A8BB9-D6ED-492F-9ACE-46461D96C35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FC5EF45E-7ACD-4F88-AB78-23421B7C4869}"/>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0A49105C-B582-4E65-B893-9F8AE8846E91}"/>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A225FBCC-98F3-498B-89B8-B7E715C1E8AA}"/>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CF60EB31-9251-4424-876A-EB902D4F74D4}"/>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6F82DEFD-62A3-4546-82B7-FECB300F4CB4}"/>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92667AB0-9C63-430B-9AFC-752D6A006DDE}"/>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6947A584-69C5-4978-9093-7C5F6BDB4463}"/>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AB45B094-B796-44C7-A7A7-526538A2AEAB}"/>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7854C838-085D-4383-8C90-F54DA0E76795}"/>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F9C530ED-9F5C-410E-BBD5-5F97FD829AD1}"/>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D9B0F43B-0042-4D2F-A623-332C8CD5B216}"/>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7AA642DD-AFC8-4CF8-9981-3802D53ED104}"/>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2B127E99-01E3-474E-A185-7C5A4E763BBF}"/>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5B85ACBE-0F22-4FC1-A641-C88F047C7E77}"/>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4691A9D4-FCD6-40C5-9092-BDED6AD82360}"/>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5987A944-D99C-430D-B3AF-864C02E936CB}"/>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D71848FE-6B95-4CB1-B5DB-B19AA6788113}"/>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2F4445AA-5B0D-470D-BE12-B34FB2A1A06D}"/>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D0DE8D08-1799-47AF-80FD-C64B6257A97C}"/>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9E5103C6-1482-4875-B111-4799F737002D}"/>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D7220CF0-B2D1-467C-84B4-14B5154A45EA}"/>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16265D8A-E06C-47DE-8DA8-2F5A42F51355}"/>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50D76B0B-FA6B-4B22-9BEF-48D2A0B35DB3}"/>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4D57C43C-3EAF-41E1-B446-6F9ECF90C29F}"/>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46F70658-73F5-4269-9E9D-483A1FD648ED}"/>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41E78945-D959-4F73-8965-3EEF7B05EEA3}"/>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F52DFD0-ECDE-4C98-A5AA-2BE54D17F1B0}"/>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07926240-19CD-41CA-AF12-02B67B7BED65}"/>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EDAF0FA2-A341-4548-AE68-9FE4CFDD2830}"/>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895ED256-9165-46D7-8328-871FD453E0EA}"/>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D26055EE-5798-46B1-A1CA-8FAAB32B96CF}"/>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9A8377C8-746D-4A73-AB26-1A4FEF51DB3A}"/>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EDA5EE43-5468-4891-BD59-EA64F7ADEFC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20806130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0564d11b4a2416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39F4BD-D399-47E1-8226-5625F135FB5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A787B6B-708C-459B-AA43-3FF7F17767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56AC6B1A-AE11-456E-8FD6-2BDB11D1B94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B012188-1AEE-41D4-BC4D-9A343842388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AEDA1F7-BB0C-434D-83E1-9F735880221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BA387CF-08D7-472D-BD72-4DFC3CB21E59}"/>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BD5F6FCD-5EF3-4AD1-8F64-557277B1B31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6FC6DCFC-7E69-4ED8-BCC7-60B46B199C64}"/>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6EB0F4-F899-4421-8424-EE632AD63EC2}"/>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D4A7790C-B93A-4810-8995-EDE0EFE79EC6}"/>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8A9F535D-51D2-4E0A-A126-A8832B4D056E}"/>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E5131DB-2F8B-45DC-AF78-EFB42E831B32}"/>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E0265BE2-F6FC-48DA-87CB-9B52BAFEAAAA}"/>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AF25CCBF-EFBE-4F84-A6A8-8AEDFF942B85}"/>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7BEC704-5C94-47B8-9C95-764528B02516}"/>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9A111A1-A4FD-423C-B16D-DC7328F0FA8A}"/>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A4874071-3809-4275-BCDE-2E6539CA0E69}"/>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452586A-7759-4640-AA9B-C382A34777C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963C52F6-0A02-4B85-A5EB-D3A4127C6ED8}"/>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9A45B635-FA0F-46B6-A0F1-3E9FCA91A14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99625254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baf02cae4e94c5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E2B024-CC67-4424-BE13-2DC57ED83E1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494DD72-244F-4958-94AB-936EC4F21B0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1CA4A951-A769-4BC1-9B03-BA8764D1715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78FEB16-FC47-4635-AF72-1E1F9A22D01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0718202B-F258-4115-9686-D8B9018362B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A3BD066-EC69-4137-A9FD-1C2B7AA58F55}"/>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EACE3D8B-A33E-4131-9556-D562DFCBCBD0}"/>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C03BD671-2C4A-4257-A050-AB8503F73844}"/>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2E3EE292-7544-40A8-B11F-6635C5F296A2}"/>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D444572C-F10A-47CD-93EA-C0981202E565}"/>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AEE7C7E6-3226-4ED3-B680-7420106BF6DA}"/>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80147A48-8D4F-454C-8239-5BDA29C8E581}"/>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398E18C6-3534-47D8-BFA1-D87A1D1EF9BF}"/>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B32A9B4B-CADA-415F-9BA3-DBCF1FD87D16}"/>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82ECEFD3-8533-446C-97DC-9E53DA714FD4}"/>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13185310-5540-4AF3-8C8B-BE7C5B25E37C}"/>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2F7D73D7-C171-4CAE-AB83-2E79CFCD220E}"/>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19174D57-0282-4C5E-8FFC-8977A29A6B1A}"/>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1D3EEE88-D7D7-4717-AC08-C536447DBA3B}"/>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2BC0CBF4-03BE-44BF-A160-D84A4D8950BF}"/>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3B42922-5170-44BA-8FAD-FBD11C7A1E6F}"/>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6E7F6936-6AA4-4AB1-8952-57647A541DFC}"/>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C9008869-126B-4902-9158-7295FA7354CD}"/>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3B00985-D461-48EF-9692-18AD0E452931}"/>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D7DC28E0-E16D-4E1F-82E0-8DB9C8F5163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21C50DED-CBF5-4479-99B2-F9E1939A1C96}"/>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C27FE76-63C5-4836-B447-2B78C185C96B}"/>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3E02B4B1-73F2-4F50-9BCD-4574BC187896}"/>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A4A731C-80DC-4F48-9DC8-DBAB5D4DCAAA}"/>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3A6B5D81-5C5D-4AD4-AA2E-5B1831CBF01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20810662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50beaa5769c456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A2C09A-36F7-466D-9F1B-FEBB77134E2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EDE5197-B027-4F8D-A62B-A99ED1E4E47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98284D08-1C09-4C5E-AA5B-7E3B4C9DE05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DBDD5F1-E6F8-44FE-A631-926775B6B91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83D5C278-093C-442A-9138-CD4009C9F2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9BDA86-484A-4595-BAEB-CB0AEFE52F17}"/>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DB242C92-7FBA-45BA-B07C-FE12868DCD28}"/>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D4FE54A6-959A-4435-BD42-A8D0935CEA13}"/>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D16636EA-4670-4632-B904-B124DED3E133}"/>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9300281B-DA0D-40D1-A0BE-184BDD72E7F3}"/>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97E7E082-3258-40CD-915A-42F8CAA8F3DD}"/>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3CD3F9DA-F613-48F9-BCA5-381C17BC5EC5}"/>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C90207E7-39DF-44BE-A25D-DFBC3617D964}"/>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BC3B309C-798B-401A-9672-504D69DEFE07}"/>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D751450-4EAE-4B2F-A725-D255B23BC721}"/>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83142B25-C2F4-40D4-96F2-6E460D2E8CF2}"/>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DC02E5C5-793C-40AB-92D6-BDD32BAF7FCF}"/>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36DDE6F6-B71C-40A6-B3CC-3700442E34AE}"/>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AA019B56-B1AE-4198-A4A8-A496820A7621}"/>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C2888680-3417-47EC-BCD8-5AF1D3C7C3FB}"/>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370CD9A5-1241-42BC-A0A6-98C7FE516527}"/>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5DFE923F-8872-4C59-9B09-94A2EC169F5F}"/>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7A1B094D-91CC-42EE-9085-DAD779B4C9EF}"/>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B9334218-9052-473F-8CC2-F95EA41161D6}"/>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E0AEF88D-0ECB-4120-9B2C-EE58E6FCC3CB}"/>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29BEDB26-9151-4734-ABDF-4DCD3EF341AB}"/>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1433CD7F-46B2-4338-8F1D-08DEACD166F1}"/>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A7704B4D-9BE9-416E-AE3E-E49AC1D4ECB5}"/>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C3D39348-61BD-4415-86E2-0410E5AA6B17}"/>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3371B3BC-D139-421C-A26D-F807D974B760}"/>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D2701B6E-EE58-4BA3-9312-A62D884ABB64}"/>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B59183AC-B1FD-49DB-8383-3899F059A17F}"/>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C5E2CFD0-4B58-4EB3-AEDE-9356E277F6E3}"/>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7D8AA032-6D6C-4A53-BCAC-4992B8C49894}"/>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0A8208EF-8262-41A4-9D76-06BEA81E3138}"/>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E5354CFB-3BB2-4466-A103-DC1D62B30017}"/>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6D97FF93-CE6E-4057-A594-F755A109EBF1}"/>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2A96DB86-CF91-4A6C-8B34-9E5ED108A0A5}"/>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739D12F2-5ABA-487B-9021-25FBD954BFF3}"/>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B726C291-74D4-4AD3-8D01-A27BBD3B803E}"/>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65BC07F5-DFCF-45A3-B8C6-4D61D359DD03}"/>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E41DD453-6276-4EA9-AD13-5E4C6731BBC9}"/>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79D1C9CC-B84E-445C-8ED0-13BF7C561323}"/>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DC7935CE-6527-4BB7-AC4D-0DD2A46E24EA}"/>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C50630DB-7BD2-46CA-8A0A-CA5EB6542815}"/>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59D48F54-76BA-4643-B8D1-A9F63BE182A4}"/>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AFD30D16-67B0-4056-B815-967542465A3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18791229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c72d6647a224ff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577339-F799-4A08-A938-55BE99EEC0B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6CD47B2-D315-4CB9-ACC4-30C67462D61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4EE9770F-2E86-419E-9609-0BACC147F91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8CED6B2-E972-4715-B206-5A6F3B2C6D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F203D0BB-E548-4A5C-9216-201E4F05F30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F09E57F-7069-4D31-B5EF-654339F16377}"/>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9BDC9504-9AEF-4DD4-9265-3866874E782F}"/>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DA2024E6-2DC6-4249-B8DC-FDB80131DAF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6BC448BB-EA6F-4DED-8D0B-822F16A1223A}"/>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C3866E59-27AB-4005-993C-757618561358}"/>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295CA30B-D275-4FDB-80C1-9AE29BAC69DE}"/>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2348D27D-FF4C-41C4-9688-94BCBF332CF6}"/>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857CEB47-B254-47A4-BB1E-D03D987742C0}"/>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4EBFAE1E-F2D8-4C75-A83E-A3A38E374CE4}"/>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EB5E9C2F-8774-445E-81F1-0884394BDFA8}"/>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3BB286BE-97EF-49D7-BB6A-CC110F941EEF}"/>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D6BB8C9E-24BD-4638-9B85-9AD0141B0E88}"/>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8A3DE15C-F017-4728-BD8F-C94ED0570F01}"/>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7E15B70C-C0A9-453D-9524-1ED76B084926}"/>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F6F7160D-6F13-4B53-9896-C3632AAA330B}"/>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E5A131C2-79D2-41A5-BC24-8546159CF956}"/>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C3FF3C51-A588-48C6-9EB8-E25B7A88528D}"/>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421C6744-589E-42D8-AE2C-26F7666C9DD8}"/>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9EC8D6B2-0ACF-452B-921F-DA939ED58FC2}"/>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FAB58829-DA45-4885-B934-A1546E539BFA}"/>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BB8F4C00-E504-412D-A955-7539131BCBF8}"/>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6A32F532-EEAF-42DF-AF08-9E71295EE38F}"/>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06FB7E6A-197B-4147-9F68-8A34BD860629}"/>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043CCE87-DA6C-4DA0-A689-F80E0E065146}"/>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AAA16C9F-FCB8-408C-A36D-F045047E249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02411903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b9cf9f328c44fd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AF42C3E-1774-42DB-BE52-C428287E522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99875E-9890-49C4-98E5-301532F1612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76F1AB65-409A-439D-9926-5B196422D80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A1D8118-E252-4997-AE11-07B355B81F1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392C8943-3ED1-44A0-930C-680D6E51812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6807817-8651-42E9-94B6-71BE3BC7B81B}"/>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253953B4-063B-4CD1-B6D8-947E3C791396}"/>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77774186-A452-4796-9364-93543BFF5BB5}"/>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592E3A88-7B00-460F-ACF0-7158964800BD}"/>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A695BA9-8799-44C6-A511-1A8E25C422D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3958A067-03D7-4BFE-9822-EE0DAD530A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908ECFF6-8C93-4313-A847-0A6FCF30DC8E}"/>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06A677EF-BA3C-429F-AC67-52DC3CBC08A5}"/>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DC81B20F-DC0A-4B0B-8275-C5FA235B0B17}"/>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616B6EF4-2627-4144-BB63-6060B96C7765}"/>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92B82BCE-8996-47CA-8438-C4221C610B1C}"/>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BDA800F3-2074-48CC-8088-535BD176A14F}"/>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475326-5B69-4F90-BAE7-CF5D380ED02C}"/>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AC936F09-A69E-41D5-A314-3BC75E9E3D6D}"/>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86383406-9DD4-418A-8E12-4C80373E9EA4}"/>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AFCBFDA7-F902-4AEF-ACF2-2DA2FE433503}"/>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37A28D4-24DA-4EC8-B995-6329F2231403}"/>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12D4DA23-DC36-4E19-833D-3FF1E845C179}"/>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B920DFAC-AED9-42A8-83CD-E9F99F717C7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87226241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ef980b9c80546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D6D76F4-D355-4432-8265-665DDB9AAE6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9DF8198-CDC7-43A5-8582-3544FABA78C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C0D36E74-D55B-401E-A114-3917C0B258E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B85A395-F831-485D-AB5E-138AF23F446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5F2CB426-4E3B-4012-A0F0-87D2CAC40E8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01A9AA8-22BE-4A67-B484-DA709FC3D2B9}"/>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CE15896-A433-4953-8076-735FC6B84818}"/>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B7FB72E7-762B-4B16-B5D4-9BD44B59CE8E}"/>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4CEB4A0A-5EA5-4174-9C66-7B3377291DE3}"/>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229DCC6B-989E-4293-94B6-ECB95052F0F0}"/>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4C44B388-A39D-41C4-93D1-9E98BEE76CFA}"/>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2FB39F6A-6337-4560-80EB-623310464375}"/>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8785E25C-9635-485C-BCE6-CE37890B6B61}"/>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66AB212C-D2C3-408E-92A3-CB644A8034D3}"/>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7D3A727D-F862-450D-A46B-F05667230AF7}"/>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5A0E9AD2-17CF-4827-854E-E64657BFAD12}"/>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9B6FC00-7712-4967-A593-7EEF7D31257E}"/>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5E81BE91-CE92-4DE0-AECD-B9D247296292}"/>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C14BF2BE-D344-4048-98DA-D5B255674753}"/>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3891BDE8-FF65-442C-80E5-91773D47DF89}"/>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4858B025-2708-4CD8-9464-F54B838AE03F}"/>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69666D90-63EF-4CAA-9B7B-54904370A4B2}"/>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4137824-8DAC-4D6F-BF4E-2005F2CB2BD6}"/>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7A4A64E3-C656-4020-BBE8-F97B9FE871B1}"/>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2251C9F3-6D91-47B9-B0B4-05D4B770109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36208912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e813d3c1eba419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F9B85D-3904-4E0A-9397-36C72C4ED98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39F41A3-B19C-49E2-93B4-E70D9345E9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7B727C20-434D-4851-A483-F2310D6ABD8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3F0B992-0DDB-49FE-BB1A-219D1AF2761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5B940FD1-F777-4E84-8ED2-BA535D587DB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F99928-B1CB-4BFC-AD92-93F6E837EA6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D0DF7E9-2119-4B3B-9EA3-E53C90BDA00B}"/>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7A2B051A-084E-4B33-9BD6-ABA924B48790}"/>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6E026EC8-DB26-4469-9B8F-5D5CDA414CF8}"/>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BD9B2A5B-644F-43B6-9266-F5F05F5F7C6B}"/>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466CE9E2-DA46-426C-BC67-97C422E4F0F0}"/>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F080C51E-58F4-418A-84DE-4FD015DA5D8E}"/>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8F0EFD7C-683A-4A42-B3DC-C7B18CC710A2}"/>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E2843949-2578-490F-A372-598AB4826EE0}"/>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E31B73A6-6C35-4EB2-BC99-7A67DE835AE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18238406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9375ad440fc40d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C92EED-3B5D-49B0-9648-AAA0B4F7BF5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1F58E1C-6C3E-439E-8BEF-628D6983B95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FBE11967-0567-4DB6-B007-9EC177305C7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0965ADE-7516-48D7-8248-42261E99024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83FFA16C-056F-4BFB-A25C-FF442472653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F138495-8F26-4941-858F-F9690CE2789F}"/>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3BDA057-0A70-4B00-93FC-9FE2145C356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6D527C0C-4DB9-4DB0-AEA7-5F28EA40974E}"/>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6B4FF55-C945-4A8C-B6FF-FFDE3CA581C9}"/>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762E6D52-2149-4428-BED5-AF7D83BFA880}"/>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F677D6ED-6BBF-4D45-9C3E-FA4A88FEC499}"/>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099F9AAD-0A30-4F49-A629-E77CAD24410E}"/>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023B615E-A4B5-458C-8380-4476A0696BD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CA5C145F-5DC3-42D8-8073-D9288722705B}"/>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37FF15AC-2A39-4107-B430-D38393CABAC0}"/>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42852A18-E41E-4FD9-B4F0-19861041BE1A}"/>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68541231-2ED2-4830-8B1A-FF26677BDC89}"/>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EA1754B8-1CE7-4E2E-A8CA-F44C1A59B6F3}"/>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84BF30C1-DD02-40AC-8967-187D6D0B355B}"/>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DA8F99AC-863A-4122-AF56-72E7B8C9AD96}"/>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07A50670-BBE6-4FDA-9366-E4D18464235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95563206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1229bdc43ef480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175384-0240-4FE2-A0D4-57E8B413D82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9F7181B-73AA-4257-80E8-58142926516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36B63C9D-EC1D-4FC6-893D-FC25B38DE12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11AC2AA-6278-4FA2-9DC2-50D73D05008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617F70C6-F567-436E-93EF-192B254A8A8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F5225AC-96CD-4F3A-AF7A-BC1A1E7B8B62}"/>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B63138C0-0BE8-4206-8078-8753018B5FD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64F04309-1DA4-42DA-89EA-FC6170BD9FB1}"/>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1EABCB55-99A3-4464-BC25-BDC9B5097953}"/>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FB588DD7-1AA7-4401-90D2-30C3FAAE4FC9}"/>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CEDEBBE8-F175-4308-84C9-F2738D89B612}"/>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B0BB3680-A75F-477A-B207-E86250E07935}"/>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B1350050-DDFE-4D5C-887B-B04F5A3AA0FC}"/>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65C2C09B-A1AF-43E3-AAB2-1EBC14AF434A}"/>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C35C18CF-BBF5-4103-8F14-3FC095EF0DD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201711758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a8ed83c2f854a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B3EE250-2F91-4C29-AC79-E9628D7DEB5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E734854-8C5B-49AA-89DB-49F19D1E686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0310B487-77ED-4177-B22B-76FA9A36060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ACE728A-A9D9-451A-BE67-67A46A2403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0672AAE6-F61E-468C-BDEC-8FB4E729E97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D4D8953-CF48-410D-B1AD-29BA19038671}"/>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A9E4217-A926-4304-AC1A-2214780B63F4}"/>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18F05AF-1492-4CFC-8394-724820275AB9}"/>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765179AE-3777-4389-93AC-FBF70E041D59}"/>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FEC64AE9-A58C-4167-A957-4922114ADDAF}"/>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A9C307C6-7811-4F01-8EE3-0D8E05FFAF7F}"/>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F2B991CD-9759-411E-84D9-DF91D8C37B21}"/>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02C3B5DB-11F4-4591-9713-CEE1DD617585}"/>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F3319952-7D65-4C5E-BA46-5D5773D22D9A}"/>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8422D5A8-A934-4BF4-97C5-62E7DC59A7E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C473D4B7-DFFE-4699-9B32-D3FF8596919A}"/>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B2EB664A-8001-4AFE-8495-83D5D1F7B33A}"/>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3A7CE6C0-1E19-4975-B514-964264676A61}"/>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14DF4435-C68E-4A7B-9F29-7BD02BEB1F58}"/>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6E317992-F0C5-4125-9F73-726A25EE98B3}"/>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57D06B49-334B-47E7-AE1F-8886C4A09BCF}"/>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45AFFCD6-B0B5-4AB0-BF91-115C8004C764}"/>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19F28000-F3E0-443E-A2C6-3D3D21C5112A}"/>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3335A8C0-D756-4034-BA71-7311F4463CB0}"/>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70D93DF0-C8DB-48AA-ADC3-71F83BD022F2}"/>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8FDF55DF-2F43-4F3D-88F6-0D964E189713}"/>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BADAF4C2-7D6D-4BDE-A454-A4A769B2A033}"/>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BB5B034E-FEF0-4F48-A2A6-AA8790D81CE6}"/>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C54BD995-869C-4A4A-8D92-19DADB8157F3}"/>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39CD9774-C4CB-4B28-A728-82A6B3FE6C58}"/>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02B75420-330C-40CC-AA5C-FEF87571E37B}"/>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C02C026D-8F19-4132-ABC8-303531968378}"/>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7452D02F-E18D-4214-91D8-DA8FB3FB8B4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C75B960D-C82D-4D5E-BA0B-9CDB791CF674}"/>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91D2512E-3AA7-4A6D-9081-CBEE5DD66AD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27143260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c4807ce1d24a47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279FE8-A270-4823-B01E-DB4D8B92CBE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4069B4B-ABE4-46A7-BDD5-C77769C40C5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79C01BF9-CDA1-4AAD-B8ED-EE2AAD3CB09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E3C0749-A8F7-4AE4-AABC-A811C20FB1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1EEA6B8A-BACD-4F2A-AC1C-6A66FFD842B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CC99719-3715-4430-B11F-1BACCF82D2CD}"/>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30F08B6-80E6-4BD9-8300-69B807F13133}"/>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E4C9A78E-7565-4D3A-8D65-223A1C20CE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F5A1AB0A-34AE-48B8-9ADA-F5EF36E5D607}"/>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6DCD9801-6B34-48BD-B5B1-C7AB5998C0D1}"/>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251E5F4-4318-4242-B27E-4C86C5172375}"/>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45B4E89C-A809-4A52-A6A9-7EBF8A165CC5}"/>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9246919B-7DD3-4BD7-BCEA-E255EECEE505}"/>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94ABA95F-3455-4BC5-846B-B82D48889AD1}"/>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70A7D34-A18B-4510-805B-C10800CF50D6}"/>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92B93E75-447D-4C51-A097-104D8CB5AC9C}"/>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DFA71353-B0A7-4DB1-9142-CA8C55E1FF52}"/>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F7F22E51-B3EA-4601-8C99-0F11C09527FF}"/>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1F6A313-1844-4787-B19E-87C73F56059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CF428B65-4018-40AE-86FF-22E20F0C29DC}"/>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7A43F632-6AAC-414C-B521-F5C56B8BF0E8}"/>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A17A2E63-A221-4948-BEF0-D58991E2D3AD}"/>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7F8C81E-D0CD-4F5E-A275-D2D207DECA6C}"/>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12B4E03-D2DB-4EE4-AA4E-8107376EABFE}"/>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827342EF-6E92-4FC1-B009-9C9D0E76730C}"/>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94C8268-7305-4AED-B886-229D269F659A}"/>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AFCD0BBE-FEBD-47E5-90A0-59ECBE3EA9F0}"/>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CC37CC0-4ACE-483A-913C-CEDB30CD49F6}"/>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7A447AA6-3265-4197-8EE9-BA9A2F960358}"/>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E8C39C0-2F2F-49BF-A198-B4E58659A9D8}"/>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5BE80676-9551-46F8-B687-794FBB5E7FF5}"/>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AD7853E-496B-4D76-B8B2-F83C1CF8D157}"/>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DA1A9FF9-E5CA-44F5-A2B4-9D2756E419E8}"/>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566398DB-9731-4C5C-9B0F-6DF4340B22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95677763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0d3d31608ba443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55E423-3F5C-41EB-86E0-BAF9CFB2B7D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F430FE-1652-4555-8E73-BFE4C14CB5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81A1FD61-41BD-4F4D-A702-F2C002EE2F2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569B8BD-58E0-4BB1-859D-B435E0BEF15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2945889-1BEB-4145-9301-7426D9EEF9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96100E6-1D73-42C4-9AFA-CA558C735BE6}"/>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B4295FE8-8188-4D19-8523-B871C27EFDFB}"/>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8991E0A-5F98-4F42-A0CF-2E287D8971FE}"/>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E19797ED-8EE3-4E4E-8313-A200D195C367}"/>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79FD0FAC-491D-48F9-9C0E-E60985F815CB}"/>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C42B6CAE-7845-41C6-ACA7-DA51021071FF}"/>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EF6B090-FD5D-469A-A9C2-34BA7B05275D}"/>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C8DB1F26-E580-4B0A-9522-8AFEB50AD87A}"/>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60FD175A-E6DD-42B8-8D6A-6189B48DCDB6}"/>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6AE31AE-4C35-45FC-B5AD-13148CA757C5}"/>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A31CBF7-8AD1-4ABD-842D-3394F99789DB}"/>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C41F0F79-BE33-4F91-85DC-44329AD36B11}"/>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5F59E02D-788E-45B1-9697-008AC5B5B852}"/>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65D10FFE-EAC2-4D6F-971A-BCD172CCF3D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01149802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125b77dcb214b5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9F4295-AD81-4D66-9798-BAB79AB88A3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CFF5C0-7924-45EE-BBD0-31D9B74AC3B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8C1786C4-8357-4F58-B6A9-1EEAC3B105F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574B3F-DFE2-4BFF-8E2E-042330EECF0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F09A07E4-52DF-4197-B2CF-2A71C31EDB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3D97F97-304B-41D8-AC42-CD95ABC9E26E}"/>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CB98EE8A-30C3-41B0-B334-A2BDB6DD3585}"/>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91B1C6AD-ACEB-497C-A8EF-53F2FCF1308F}"/>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897B8313-3D44-45BE-A256-76BB43A880B4}"/>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0A9FD4A2-2436-44E4-A61B-AD94D8D11D41}"/>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963F1321-5033-4EFB-A859-7EEAF4E5061F}"/>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A5C6C856-7208-4F4A-B0F1-1F2D758986F2}"/>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C8252BDF-23EC-4360-AFF0-2E589A470738}"/>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F76EF69F-56EC-42E0-9274-796350B472B2}"/>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F8448D48-05D8-48B4-A0C9-63976B943CD7}"/>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5617BC97-0C21-4AA1-B40B-C690FD89B0FB}"/>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02FE0D93-CD41-4620-9294-C223F0649308}"/>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FAA8D5C-5439-4899-A407-C98F4352CA3F}"/>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8B91F9AB-FE65-45AA-8BB0-9CC24B2C25F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180773193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ec556524f954b2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F4AE2A-73EC-4F20-8F63-E6FD0D4515D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D97B2F4-FA90-4933-813E-0B720D0A738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D68EE876-AC79-4A59-B7E0-21A520037DA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CF6574C-B288-4B39-887B-17F7D307B8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4A1C416D-74CC-4B88-AEA8-D534F2EC808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67E41B5-4ACE-4A91-A1F5-12060CAA888B}"/>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07E7DC55-A033-4489-AEBF-12650FF10C4C}"/>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9B92E605-A8A8-4A07-86E3-22D2D4690838}"/>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FE96B4B1-C0C1-49B2-988D-79D5B0DC82E2}"/>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C4066432-C6E7-40EF-80ED-572356FAAF20}"/>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125DA1F9-A2DC-421A-B66D-6C142CFA13EA}"/>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3ECF40C6-6826-4E54-9A59-FBC65DB95525}"/>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800A6358-D61B-4BED-BBD3-0DE0D00C71F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60DEAE41-425F-4337-BBB4-44F925678F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37903463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9d984c73b5c494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AE13985-99BA-4ECB-810E-4E5723DD7DE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3C53D18-9F31-4C9B-B3CE-B85E4922363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8E95428E-0BFD-4FE0-8D4E-285F2F9828D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2EBB5D-EC4A-4ACB-9AD8-AD24B0DDC90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B62EA446-6261-48B7-9595-84546700B0E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B00025F-CEE8-468C-A8ED-B6F78D6F691F}"/>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E3481A9-D993-4728-8D07-CCB0A4A45D80}"/>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4BC595FD-6A27-48B1-BDA1-873F1627967A}"/>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0FCE4A52-CB0A-4262-ABEE-862DEDD3F891}"/>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F1E69EF-73DF-43F9-8D24-BF3478189757}"/>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23C5A1B-BC37-4575-AF28-D782CF47FE42}"/>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283C793D-D18A-4161-A097-5E32A88C881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CF5253-CF38-4C44-9D80-911CB23E539E}"/>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816CD060-6831-4297-BC54-D7E77871B91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B5192736-E466-4096-9CDA-A37B2A174714}"/>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7AA1F83-F019-4D7D-9C4F-36A3D662AB6F}"/>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DBF6DCB7-0596-4029-9516-A6DDB4A93911}"/>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62EFFD46-239B-44E5-9897-E245EDC9E274}"/>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8376B36-4D69-466C-8BEB-B4CC1A0B1524}"/>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5EEE4666-0FEA-4C99-A26D-2A1A07A42317}"/>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9918B084-A80E-4308-B44C-19A011293000}"/>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0211B98-A8AA-4E46-A5C9-405BFE3603E3}"/>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60D03926-3E94-49F2-A12A-1DBD5EE32FFB}"/>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2F356B5C-C388-4600-B68D-0B222CF82B0C}"/>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72448BE-BAC8-422B-959B-AB137F1F8113}"/>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FEE43B76-177E-4FA3-A794-4EEAA41A9D18}"/>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3ACD835-53E5-403E-8818-7719887C6E66}"/>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4F1B064-091F-4E90-BBF2-099AAC61D17A}"/>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7CF8CA3E-2997-4DA9-9108-87CE2B1BF9D7}"/>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CF30972D-15F9-4D19-A549-B3B0AF5E2608}"/>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74962C0-F745-4959-AF1D-37C923B7BB27}"/>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12C2E2CB-88BE-468F-9F27-3D58DB862EAC}"/>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9F2D93AA-960F-4054-A603-4E94CB229F8D}"/>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40F4DFEB-F700-4F21-A8B2-2795A5239632}"/>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3DA98E00-8C02-4B41-935F-BFB6E6AB4133}"/>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8F7FDAC7-E96C-4064-9C14-A522F6CA1E4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74837610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cd34e85d722452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69DBE9F-6C88-4C37-94AD-683BA664A33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B61D2D5-E18D-4AAC-9021-61634D575C8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C475F167-65B2-45E5-AB22-EBDBF6340A8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691B7CA-3494-4078-A16B-6E9B5A16C5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EE22FFE-483C-4046-B913-21239A69FAD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3A780A6-D22D-4561-B026-613A354D3C60}"/>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015A9407-EF00-4527-9E8B-4063D02AF735}"/>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88DD407C-CA84-4392-ABC5-99EA9CD22112}"/>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9A15E078-BD24-44D5-B248-437BA434A33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1B46736-D6E9-420F-ADC1-FF3EE1A6C4F6}"/>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5FF4A348-E629-4945-8D19-7C722F9F7D3B}"/>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A575A527-1E1B-4E38-9E29-C386B053C1E0}"/>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22F40AE0-5B57-4FB6-A83C-24C046BC1F4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58D6421A-FD13-4AFE-AF4E-9A71B64238FA}"/>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82C73D77-B39A-4E04-B6D6-253AAFE6D0E7}"/>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2B50EE76-9453-4FA5-85B9-D44EAC8EB44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44123949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d1a0661f0404b3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9D1EEE8-F87B-43E4-B816-063E005274E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04053800-17B5-4A0F-A85F-4212041B3A0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0D64FFA0-0A13-45DD-8292-F1BBF3536C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0FB517AC-4B94-4FF9-9002-1378C849868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0AAE7622-B456-4A23-AADE-59E45DE9B387}"/>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B115BB9F-50F0-4D90-A1B0-9BE6E5E16F5F}"/>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2AB89D6-4E79-42DC-AE31-1B0A44D4FC76}"/>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87C88D50-3464-4542-B934-C6EE512ABE4C}"/>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BAA6203-CD86-4364-B33C-1D2BD3A1F87D}"/>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0D5800F9-8F14-40B7-B1AB-2BE31F096C3D}"/>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166DB6D-E8E8-4CFB-B361-3DC83F26F911}"/>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B456120-7941-42A4-985A-802E32112D1A}"/>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55FC2A58-475F-4396-BF99-525E3392EF7D}"/>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83649F90-B3FC-450A-84E1-A5DF9A494845}"/>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A2FB0DE8-318B-4EBB-B2F3-1C1CB8443BDE}"/>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FEE76FF4-593E-4F53-B3DA-6A5F9B5B15BF}"/>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7627575-6573-4CFD-B731-00C18FE0C11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A055FA7-CB5E-4078-BB2C-9241A31F9D19}"/>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0B6788F6-CD38-4CA6-985A-9B1DC7F42025}"/>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FD019BEE-13CA-49C1-8FE7-D3B7BC9A357E}"/>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05A7A704-C400-48E5-B5EE-8C57AFFBB6A6}"/>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BEC08E89-3D58-4083-BACD-FB1C81A6490F}"/>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BCC2C877-E173-4AB4-AE96-D765AC428F29}"/>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78805043-2DC6-4FD1-8515-3DC462C4A2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3C221617-A168-4D2E-BDE1-0666C658F34D}"/>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8F7CC0F-9FC6-4924-A4A7-413B6B66087C}"/>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582F1C9B-8E87-43BC-B8BE-0E3EFFA8E93D}"/>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6503C5D-3A2B-42D2-A170-0C0798864A69}"/>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C2F57836-AA2C-4507-AE0D-CC5AC3F201B7}"/>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3F82293C-1834-4D48-8A90-A69C884087A4}"/>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8953666-996F-47D4-92E2-0AB772E5DC4D}"/>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7D98F64C-CC7B-48E7-A234-93E0DB2C2600}"/>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1CBE7370-F4C9-4DFD-867D-706517E9EB1A}"/>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4007E156-567D-4798-85F5-D8B2D84E0F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39609120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79a9e90136f47e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0A1615-A6A9-407B-977D-2A5266FFCB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E02A7EC-4078-4E6C-95B2-902EB840257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C9DAB993-EE93-4E68-824E-DCB55E40E2A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48B9F50-56D0-4BD6-9615-2E933C9E497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D2BBE1A4-FCE4-43FB-A2BA-AC2FE87BF8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26D2583-085D-4A11-95E2-34BBA5AE607F}"/>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1412C469-6751-4906-9B38-C6E798EE069D}"/>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BAF12A6D-AA3F-4D1D-AEC3-5140AFE2076E}"/>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FB66B27F-DD5E-45E9-8FF4-18906D9C8782}"/>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6DBB8B34-B46A-49C7-BFD9-C91DEE0FF777}"/>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085AF92D-69E5-4838-BE29-82DD61ADCA18}"/>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CE5263B6-1D26-4A58-B574-175BCC431842}"/>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7A52D319-AB13-4F25-848F-686E665A276F}"/>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7BFEE404-EC0B-4848-B49C-DD7B57BD3DC7}"/>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1A31E120-7205-46C0-85B9-E9B6C3576ACF}"/>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063316B2-A014-41FD-AA9F-3ACBA114CC3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16553872-28E8-453A-B998-D2E613571187}"/>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97704B27-1212-4CE3-8C27-02AB646565F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51E0DD4-968F-4AB9-B57E-F657CC68EFFA}"/>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2CF8CF0B-3813-4918-B891-576A348121D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3723488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23e709b118d48a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B923B86-F058-4774-B876-AF82ED39CD5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09FC049-D98B-4C40-9D82-FD2F98BA34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D2160FF-EC20-4293-BF73-9F3D19EDC8D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CC1FC9C-20BA-494C-A0F6-DBCEA2D0B30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40AD99DF-196A-447B-8F2F-A3E7361D39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384E2C5-18D9-4064-AE4E-4CC20814F5A6}"/>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29F8D8C-04C9-40A6-88C7-ED5FD86485F3}"/>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A76D7638-9139-47CB-A53B-E5FD5E3924C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10386D58-FD5C-47D3-B021-54200CA71AFF}"/>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E7D8C99A-A1CB-4E02-B0EF-7479EC20BF73}"/>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421B200-3BC0-473F-9C15-776A2BFE0A79}"/>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C9B013CA-1C9B-4AC9-BE41-AD94D5D9BBA5}"/>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6A08F703-D121-4A98-9FB2-A0CED8492A19}"/>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8CE80A06-962C-4464-8454-7DC9C8BD69D8}"/>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74ADFB4-7AE5-43E1-B3CD-84989710241A}"/>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87E07BD-9D22-4D54-AFDD-E2C42F7DE883}"/>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E7D04578-521C-489A-904A-09A0267B4EC7}"/>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1173E2F8-8B1F-4CA8-9CD7-A85810DD1225}"/>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829FD974-F5CD-4128-B7EE-A5BB98EA975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96B19EC6-1E4E-482D-B758-C7670F17E68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9CD09E56-D69F-43D4-8622-710FE442809C}"/>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FA7FB7C1-CB71-48C5-9192-290D3C805CEA}"/>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DEC5D563-A997-4F77-A608-45D54138D693}"/>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4DCD2120-4E28-4B55-9D7A-663CADC4FC77}"/>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1A6401EE-A8CB-401B-8B6F-F48E118E9AEE}"/>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1D0FF1D8-0A98-4E63-9C91-100A23D96AE2}"/>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E58F26D6-FDBD-48F5-83CB-0E16671A4FD0}"/>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3E80DA93-96B9-40A4-A081-2938E9F56EE4}"/>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AFA00C5A-0147-4344-B435-532A95B8F8ED}"/>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4C42A2EC-9C82-4BCF-AE9D-39A37433816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36455543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be8f721c01143c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297A0A-FA52-4336-A6A9-80B88AC9ED0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89CE76F-06E0-46E4-B066-E14411D4C44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FAB53768-3019-4AF1-B26D-C7A9B5A2AA9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BD036A1-7DDF-4B3F-8EFD-994E756F3B2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18CA4E3B-B508-4B2B-AB8D-4CCF87BBFF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028C0FD-9A5A-43D5-93DE-75B3CF2AF85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50A53037-6CAA-4E3F-B0BA-61005ADD2243}"/>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6FA527B8-156C-4F02-A0A7-33F9DBF3B0AE}"/>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D2CAE226-BE04-4108-990B-1326FBF48662}"/>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41FEB9B-1C90-49CD-91AA-55F911157BCB}"/>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ED7C6D25-8ABE-4980-A79E-296FDAB3DEB9}"/>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33483F74-13AB-40C4-8C4B-FA0D29B4D4CB}"/>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9F3B9FBA-41C3-4AFF-9E3E-145F4BAD860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634F9384-FBC1-494B-A19D-4BFF5959AA2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3FE47E40-ECC2-4F2D-ADAC-1206A983D7C6}"/>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51D30936-62A6-466F-A3A7-A6EA5B845DA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21416991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2026-08-25T03:19:20.0600000Z</dcterms:created>
  <dcterms:modified xsi:type="dcterms:W3CDTF">2026-08-25T03:19:20.0600000Z</dcterms:modified>
</coreProperties>
</file>