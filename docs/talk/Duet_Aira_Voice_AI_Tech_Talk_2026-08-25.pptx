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a2a71da78347cf" /><Relationship Type="http://schemas.openxmlformats.org/officeDocument/2006/relationships/extended-properties" Target="/docProps/app.xml" Id="R678093c243dd443c" /><Relationship Type="http://schemas.openxmlformats.org/officeDocument/2006/relationships/officeDocument" Target="/ppt/presentation.xml" Id="Rcc2502c1da9c419c" /></Relationships>
</file>

<file path=ppt/presentation.xml><?xml version="1.0" encoding="utf-8"?>
<p:presentation xmlns:p="http://schemas.openxmlformats.org/presentationml/2006/main">
  <p:sldMasterIdLst>
    <p:sldMasterId xmlns:r="http://schemas.openxmlformats.org/officeDocument/2006/relationships" id="2147483648" r:id="R8ba7ddbb00ce4f5d"/>
  </p:sldMasterIdLst>
  <p:notesMasterIdLst>
    <p:notesMasterId xmlns:r="http://schemas.openxmlformats.org/officeDocument/2006/relationships" r:id="Rb22da8db21234b00"/>
  </p:notesMasterIdLst>
  <p:sldIdLst>
    <p:sldId xmlns:r="http://schemas.openxmlformats.org/officeDocument/2006/relationships" id="256" r:id="R8d28f74dd2794af2"/>
    <p:sldId xmlns:r="http://schemas.openxmlformats.org/officeDocument/2006/relationships" id="257" r:id="R76bd41a97de04d3f"/>
    <p:sldId xmlns:r="http://schemas.openxmlformats.org/officeDocument/2006/relationships" id="258" r:id="Rfcc2e9c29e234525"/>
    <p:sldId xmlns:r="http://schemas.openxmlformats.org/officeDocument/2006/relationships" id="259" r:id="R01c709fcdf014453"/>
    <p:sldId xmlns:r="http://schemas.openxmlformats.org/officeDocument/2006/relationships" id="260" r:id="R6f6b5b86ad684a4e"/>
    <p:sldId xmlns:r="http://schemas.openxmlformats.org/officeDocument/2006/relationships" id="261" r:id="R8edff0b212194cb7"/>
    <p:sldId xmlns:r="http://schemas.openxmlformats.org/officeDocument/2006/relationships" id="262" r:id="Rddb17fd20339444b"/>
    <p:sldId xmlns:r="http://schemas.openxmlformats.org/officeDocument/2006/relationships" id="263" r:id="Ra8a365c7750342c7"/>
    <p:sldId xmlns:r="http://schemas.openxmlformats.org/officeDocument/2006/relationships" id="264" r:id="Ra4113bb8d85149a2"/>
    <p:sldId xmlns:r="http://schemas.openxmlformats.org/officeDocument/2006/relationships" id="265" r:id="R0153c4eb520d4e00"/>
    <p:sldId xmlns:r="http://schemas.openxmlformats.org/officeDocument/2006/relationships" id="266" r:id="Rf5fb898511c941a2"/>
    <p:sldId xmlns:r="http://schemas.openxmlformats.org/officeDocument/2006/relationships" id="267" r:id="Rb71c3b2aee9f42c6"/>
    <p:sldId xmlns:r="http://schemas.openxmlformats.org/officeDocument/2006/relationships" id="268" r:id="R2f8129e759e64a59"/>
    <p:sldId xmlns:r="http://schemas.openxmlformats.org/officeDocument/2006/relationships" id="269" r:id="R2e3935de0cc14977"/>
    <p:sldId xmlns:r="http://schemas.openxmlformats.org/officeDocument/2006/relationships" id="270" r:id="R32fb0a4bc79e4d8b"/>
    <p:sldId xmlns:r="http://schemas.openxmlformats.org/officeDocument/2006/relationships" id="271" r:id="R8ca5fc968d2342a8"/>
    <p:sldId xmlns:r="http://schemas.openxmlformats.org/officeDocument/2006/relationships" id="272" r:id="Re2226e58bd094322"/>
    <p:sldId xmlns:r="http://schemas.openxmlformats.org/officeDocument/2006/relationships" id="273" r:id="R29cfb39d219044ca"/>
    <p:sldId xmlns:r="http://schemas.openxmlformats.org/officeDocument/2006/relationships" id="274" r:id="R7e0eecfe88474406"/>
    <p:sldId xmlns:r="http://schemas.openxmlformats.org/officeDocument/2006/relationships" id="275" r:id="R7cdba7b2d468472d"/>
    <p:sldId xmlns:r="http://schemas.openxmlformats.org/officeDocument/2006/relationships" id="276" r:id="R8c1c1c76864a429a"/>
    <p:sldId xmlns:r="http://schemas.openxmlformats.org/officeDocument/2006/relationships" id="277" r:id="R8bafd48a0b8b4548"/>
    <p:sldId xmlns:r="http://schemas.openxmlformats.org/officeDocument/2006/relationships" id="278" r:id="Ra49c65d690db4411"/>
    <p:sldId xmlns:r="http://schemas.openxmlformats.org/officeDocument/2006/relationships" id="279" r:id="R1c0f7b7b10ee4f63"/>
    <p:sldId xmlns:r="http://schemas.openxmlformats.org/officeDocument/2006/relationships" id="280" r:id="Red16ac0ebead407e"/>
    <p:sldId xmlns:r="http://schemas.openxmlformats.org/officeDocument/2006/relationships" id="281" r:id="R8f7c886e3d264d0f"/>
    <p:sldId xmlns:r="http://schemas.openxmlformats.org/officeDocument/2006/relationships" id="282" r:id="R915413c85db5477e"/>
    <p:sldId xmlns:r="http://schemas.openxmlformats.org/officeDocument/2006/relationships" id="283" r:id="R1d109074df2d4c9b"/>
    <p:sldId xmlns:r="http://schemas.openxmlformats.org/officeDocument/2006/relationships" id="284" r:id="R1cd28c4ef2e147b3"/>
    <p:sldId xmlns:r="http://schemas.openxmlformats.org/officeDocument/2006/relationships" id="285" r:id="R698b36b7b98a4f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24693e42734b2d" /><Relationship Type="http://schemas.openxmlformats.org/officeDocument/2006/relationships/slideMaster" Target="/ppt/slideMasters/slideMaster1.xml" Id="R8ba7ddbb00ce4f5d" /><Relationship Type="http://schemas.openxmlformats.org/officeDocument/2006/relationships/notesMaster" Target="/ppt/notesMasters/notesMaster1.xml" Id="Rb22da8db21234b00" /><Relationship Type="http://schemas.openxmlformats.org/officeDocument/2006/relationships/presProps" Target="/ppt/presProps.xml" Id="R9ad044bfcca747dd" /><Relationship Type="http://schemas.openxmlformats.org/officeDocument/2006/relationships/tableStyles" Target="/ppt/tableStyles.xml" Id="Rb4f3417d50a647f4" /><Relationship Type="http://schemas.openxmlformats.org/officeDocument/2006/relationships/slide" Target="/ppt/slides/slide1.xml" Id="R8d28f74dd2794af2" /><Relationship Type="http://schemas.openxmlformats.org/officeDocument/2006/relationships/slide" Target="/ppt/slides/slide2.xml" Id="R76bd41a97de04d3f" /><Relationship Type="http://schemas.openxmlformats.org/officeDocument/2006/relationships/slide" Target="/ppt/slides/slide3.xml" Id="Rfcc2e9c29e234525" /><Relationship Type="http://schemas.openxmlformats.org/officeDocument/2006/relationships/slide" Target="/ppt/slides/slide4.xml" Id="R01c709fcdf014453" /><Relationship Type="http://schemas.openxmlformats.org/officeDocument/2006/relationships/slide" Target="/ppt/slides/slide5.xml" Id="R6f6b5b86ad684a4e" /><Relationship Type="http://schemas.openxmlformats.org/officeDocument/2006/relationships/slide" Target="/ppt/slides/slide6.xml" Id="R8edff0b212194cb7" /><Relationship Type="http://schemas.openxmlformats.org/officeDocument/2006/relationships/slide" Target="/ppt/slides/slide7.xml" Id="Rddb17fd20339444b" /><Relationship Type="http://schemas.openxmlformats.org/officeDocument/2006/relationships/slide" Target="/ppt/slides/slide8.xml" Id="Ra8a365c7750342c7" /><Relationship Type="http://schemas.openxmlformats.org/officeDocument/2006/relationships/slide" Target="/ppt/slides/slide9.xml" Id="Ra4113bb8d85149a2" /><Relationship Type="http://schemas.openxmlformats.org/officeDocument/2006/relationships/slide" Target="/ppt/slides/slide10.xml" Id="R0153c4eb520d4e00" /><Relationship Type="http://schemas.openxmlformats.org/officeDocument/2006/relationships/slide" Target="/ppt/slides/slide11.xml" Id="Rf5fb898511c941a2" /><Relationship Type="http://schemas.openxmlformats.org/officeDocument/2006/relationships/slide" Target="/ppt/slides/slide12.xml" Id="Rb71c3b2aee9f42c6" /><Relationship Type="http://schemas.openxmlformats.org/officeDocument/2006/relationships/slide" Target="/ppt/slides/slide13.xml" Id="R2f8129e759e64a59" /><Relationship Type="http://schemas.openxmlformats.org/officeDocument/2006/relationships/slide" Target="/ppt/slides/slide14.xml" Id="R2e3935de0cc14977" /><Relationship Type="http://schemas.openxmlformats.org/officeDocument/2006/relationships/slide" Target="/ppt/slides/slide15.xml" Id="R32fb0a4bc79e4d8b" /><Relationship Type="http://schemas.openxmlformats.org/officeDocument/2006/relationships/slide" Target="/ppt/slides/slide16.xml" Id="R8ca5fc968d2342a8" /><Relationship Type="http://schemas.openxmlformats.org/officeDocument/2006/relationships/slide" Target="/ppt/slides/slide17.xml" Id="Re2226e58bd094322" /><Relationship Type="http://schemas.openxmlformats.org/officeDocument/2006/relationships/slide" Target="/ppt/slides/slide18.xml" Id="R29cfb39d219044ca" /><Relationship Type="http://schemas.openxmlformats.org/officeDocument/2006/relationships/slide" Target="/ppt/slides/slide19.xml" Id="R7e0eecfe88474406" /><Relationship Type="http://schemas.openxmlformats.org/officeDocument/2006/relationships/slide" Target="/ppt/slides/slide20.xml" Id="R7cdba7b2d468472d" /><Relationship Type="http://schemas.openxmlformats.org/officeDocument/2006/relationships/slide" Target="/ppt/slides/slide21.xml" Id="R8c1c1c76864a429a" /><Relationship Type="http://schemas.openxmlformats.org/officeDocument/2006/relationships/slide" Target="/ppt/slides/slide22.xml" Id="R8bafd48a0b8b4548" /><Relationship Type="http://schemas.openxmlformats.org/officeDocument/2006/relationships/slide" Target="/ppt/slides/slide23.xml" Id="Ra49c65d690db4411" /><Relationship Type="http://schemas.openxmlformats.org/officeDocument/2006/relationships/slide" Target="/ppt/slides/slide24.xml" Id="R1c0f7b7b10ee4f63" /><Relationship Type="http://schemas.openxmlformats.org/officeDocument/2006/relationships/slide" Target="/ppt/slides/slide25.xml" Id="Red16ac0ebead407e" /><Relationship Type="http://schemas.openxmlformats.org/officeDocument/2006/relationships/slide" Target="/ppt/slides/slide26.xml" Id="R8f7c886e3d264d0f" /><Relationship Type="http://schemas.openxmlformats.org/officeDocument/2006/relationships/slide" Target="/ppt/slides/slide27.xml" Id="R915413c85db5477e" /><Relationship Type="http://schemas.openxmlformats.org/officeDocument/2006/relationships/slide" Target="/ppt/slides/slide28.xml" Id="R1d109074df2d4c9b" /><Relationship Type="http://schemas.openxmlformats.org/officeDocument/2006/relationships/slide" Target="/ppt/slides/slide29.xml" Id="R1cd28c4ef2e147b3" /><Relationship Type="http://schemas.openxmlformats.org/officeDocument/2006/relationships/slide" Target="/ppt/slides/slide30.xml" Id="R698b36b7b98a4f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fd7d9acdfe4db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13dc1cb5a845df" /><Relationship Type="http://schemas.openxmlformats.org/officeDocument/2006/relationships/notesMaster" Target="/ppt/notesMasters/notesMaster1.xml" Id="R181af0f5d70741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1b2e80ba184e8f" /><Relationship Type="http://schemas.openxmlformats.org/officeDocument/2006/relationships/notesMaster" Target="/ppt/notesMasters/notesMaster1.xml" Id="R20df063c080440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e6cc0dc2a2e4a30" /><Relationship Type="http://schemas.openxmlformats.org/officeDocument/2006/relationships/notesMaster" Target="/ppt/notesMasters/notesMaster1.xml" Id="R3c60203d2fb648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876d427b6a422e" /><Relationship Type="http://schemas.openxmlformats.org/officeDocument/2006/relationships/notesMaster" Target="/ppt/notesMasters/notesMaster1.xml" Id="R42ef63df0e4143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9f1c51d0fd4a4a" /><Relationship Type="http://schemas.openxmlformats.org/officeDocument/2006/relationships/notesMaster" Target="/ppt/notesMasters/notesMaster1.xml" Id="R540d400ecf5040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fba84a069a4cb2" /><Relationship Type="http://schemas.openxmlformats.org/officeDocument/2006/relationships/notesMaster" Target="/ppt/notesMasters/notesMaster1.xml" Id="Rf4601e7a47e84e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0e24bcba584c72" /><Relationship Type="http://schemas.openxmlformats.org/officeDocument/2006/relationships/notesMaster" Target="/ppt/notesMasters/notesMaster1.xml" Id="R7ed23f1cbacb4b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6baf91f210471c" /><Relationship Type="http://schemas.openxmlformats.org/officeDocument/2006/relationships/notesMaster" Target="/ppt/notesMasters/notesMaster1.xml" Id="R9bfb48dee4a84d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cff9a31efc41b8" /><Relationship Type="http://schemas.openxmlformats.org/officeDocument/2006/relationships/notesMaster" Target="/ppt/notesMasters/notesMaster1.xml" Id="Rc9d2536382da48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8df43fce63463b" /><Relationship Type="http://schemas.openxmlformats.org/officeDocument/2006/relationships/notesMaster" Target="/ppt/notesMasters/notesMaster1.xml" Id="R819a643a76334b0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bde7cb76694090" /><Relationship Type="http://schemas.openxmlformats.org/officeDocument/2006/relationships/notesMaster" Target="/ppt/notesMasters/notesMaster1.xml" Id="R00e7c3e3457d48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cd1e39e08eb42fd" /><Relationship Type="http://schemas.openxmlformats.org/officeDocument/2006/relationships/notesMaster" Target="/ppt/notesMasters/notesMaster1.xml" Id="R487cd45cf77c46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6846608807d449b" /><Relationship Type="http://schemas.openxmlformats.org/officeDocument/2006/relationships/notesMaster" Target="/ppt/notesMasters/notesMaster1.xml" Id="R8ed38e501c4e4c2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3c954acbb1f45e6" /><Relationship Type="http://schemas.openxmlformats.org/officeDocument/2006/relationships/notesMaster" Target="/ppt/notesMasters/notesMaster1.xml" Id="R6544f166818140a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beb99e62c824a5f" /><Relationship Type="http://schemas.openxmlformats.org/officeDocument/2006/relationships/notesMaster" Target="/ppt/notesMasters/notesMaster1.xml" Id="Rd483dfa94afb473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45c7fc89ca94440" /><Relationship Type="http://schemas.openxmlformats.org/officeDocument/2006/relationships/notesMaster" Target="/ppt/notesMasters/notesMaster1.xml" Id="Rc2c291cbfe454f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ea7499ba9749db" /><Relationship Type="http://schemas.openxmlformats.org/officeDocument/2006/relationships/notesMaster" Target="/ppt/notesMasters/notesMaster1.xml" Id="R6d28bb487ecb47c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bebc93c4594270" /><Relationship Type="http://schemas.openxmlformats.org/officeDocument/2006/relationships/notesMaster" Target="/ppt/notesMasters/notesMaster1.xml" Id="R9947ef45877646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c580b5d64f6489a" /><Relationship Type="http://schemas.openxmlformats.org/officeDocument/2006/relationships/notesMaster" Target="/ppt/notesMasters/notesMaster1.xml" Id="R58900e2bda4446c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18d29c82144c9a" /><Relationship Type="http://schemas.openxmlformats.org/officeDocument/2006/relationships/notesMaster" Target="/ppt/notesMasters/notesMaster1.xml" Id="R8cf1bda8582242c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2c6da6daf4941ea" /><Relationship Type="http://schemas.openxmlformats.org/officeDocument/2006/relationships/notesMaster" Target="/ppt/notesMasters/notesMaster1.xml" Id="R4a63969d483d464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839d5fd4f4b5e" /><Relationship Type="http://schemas.openxmlformats.org/officeDocument/2006/relationships/notesMaster" Target="/ppt/notesMasters/notesMaster1.xml" Id="Rc296e649733d41a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16c7dc301940fc" /><Relationship Type="http://schemas.openxmlformats.org/officeDocument/2006/relationships/notesMaster" Target="/ppt/notesMasters/notesMaster1.xml" Id="Rbb16a0f45f964be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99605bc4b8f458c" /><Relationship Type="http://schemas.openxmlformats.org/officeDocument/2006/relationships/notesMaster" Target="/ppt/notesMasters/notesMaster1.xml" Id="Rdbaa1371626946b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845e834ffab455f" /><Relationship Type="http://schemas.openxmlformats.org/officeDocument/2006/relationships/notesMaster" Target="/ppt/notesMasters/notesMaster1.xml" Id="R17b176644237474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00cd44996ba4c58" /><Relationship Type="http://schemas.openxmlformats.org/officeDocument/2006/relationships/notesMaster" Target="/ppt/notesMasters/notesMaster1.xml" Id="Rf29c8f982efb4ca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c0f03fbd3b84c1e" /><Relationship Type="http://schemas.openxmlformats.org/officeDocument/2006/relationships/notesMaster" Target="/ppt/notesMasters/notesMaster1.xml" Id="R7711904feaaa429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309c3972c4b462a" /><Relationship Type="http://schemas.openxmlformats.org/officeDocument/2006/relationships/notesMaster" Target="/ppt/notesMasters/notesMaster1.xml" Id="R052c99b241bb4ab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5eada7c6dd448b3" /><Relationship Type="http://schemas.openxmlformats.org/officeDocument/2006/relationships/notesMaster" Target="/ppt/notesMasters/notesMaster1.xml" Id="Rc11cd7c105a8435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a65ab723cf14927" /><Relationship Type="http://schemas.openxmlformats.org/officeDocument/2006/relationships/notesMaster" Target="/ppt/notesMasters/notesMaster1.xml" Id="R75fef6cf022440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43c8056dc045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2952c58808402b" /><Relationship Type="http://schemas.openxmlformats.org/officeDocument/2006/relationships/slideLayout" Target="/ppt/slideLayouts/slideLayout1.xml" Id="Rc8df81f63d944a2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df81f63d944a2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d231b984dad4ca4" /><Relationship Type="http://schemas.openxmlformats.org/officeDocument/2006/relationships/image" Target="/ppt/media/image.jpeg" Id="R22366881ed2743b7" /><Relationship Type="http://schemas.openxmlformats.org/officeDocument/2006/relationships/notesSlide" Target="/ppt/notesSlides/notesSlide1.xml" Id="R427dc22f83ca40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2fb733067b143d3" /><Relationship Type="http://schemas.openxmlformats.org/officeDocument/2006/relationships/image" Target="/ppt/media/image2.jpeg" Id="Refb894a9b8a243d3" /><Relationship Type="http://schemas.openxmlformats.org/officeDocument/2006/relationships/notesSlide" Target="/ppt/notesSlides/notesSlide2.xml" Id="R6027c2c7d98f4b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f99f86a83e4dec" /><Relationship Type="http://schemas.openxmlformats.org/officeDocument/2006/relationships/image" Target="/ppt/media/image3.jpeg" Id="Rfe4e3cba4aa444cb" /><Relationship Type="http://schemas.openxmlformats.org/officeDocument/2006/relationships/notesSlide" Target="/ppt/notesSlides/notesSlide3.xml" Id="R36990cb8332d40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6905978fc4a4906" /><Relationship Type="http://schemas.openxmlformats.org/officeDocument/2006/relationships/image" Target="/ppt/media/image4.jpeg" Id="R304dbaca2ddc4a9a" /><Relationship Type="http://schemas.openxmlformats.org/officeDocument/2006/relationships/notesSlide" Target="/ppt/notesSlides/notesSlide4.xml" Id="R387929c0a35f41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f3d7784006e4874" /><Relationship Type="http://schemas.openxmlformats.org/officeDocument/2006/relationships/image" Target="/ppt/media/image5.jpeg" Id="Rc595d5c3880344bb" /><Relationship Type="http://schemas.openxmlformats.org/officeDocument/2006/relationships/notesSlide" Target="/ppt/notesSlides/notesSlide5.xml" Id="R194b10390cba4c7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52ff9390b94dab" /><Relationship Type="http://schemas.openxmlformats.org/officeDocument/2006/relationships/image" Target="/ppt/media/image6.jpeg" Id="R345044a016b54e69" /><Relationship Type="http://schemas.openxmlformats.org/officeDocument/2006/relationships/notesSlide" Target="/ppt/notesSlides/notesSlide6.xml" Id="Re247715b8ffc42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990750be93c4a06" /><Relationship Type="http://schemas.openxmlformats.org/officeDocument/2006/relationships/image" Target="/ppt/media/image7.jpeg" Id="R6c1438df77314329" /><Relationship Type="http://schemas.openxmlformats.org/officeDocument/2006/relationships/notesSlide" Target="/ppt/notesSlides/notesSlide7.xml" Id="Rfa930a34939245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585d47a66f4f2e" /><Relationship Type="http://schemas.openxmlformats.org/officeDocument/2006/relationships/image" Target="/ppt/media/image8.jpeg" Id="R48b89d4d3c0649f7" /><Relationship Type="http://schemas.openxmlformats.org/officeDocument/2006/relationships/notesSlide" Target="/ppt/notesSlides/notesSlide8.xml" Id="R77bc12685b9345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43edf3abdcb48df" /><Relationship Type="http://schemas.openxmlformats.org/officeDocument/2006/relationships/image" Target="/ppt/media/image9.jpeg" Id="R4a8948fd15ec4deb" /><Relationship Type="http://schemas.openxmlformats.org/officeDocument/2006/relationships/notesSlide" Target="/ppt/notesSlides/notesSlide9.xml" Id="R89b3d22cb05848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8c278f669dc430a" /><Relationship Type="http://schemas.openxmlformats.org/officeDocument/2006/relationships/image" Target="/ppt/media/image10.jpeg" Id="R73508d758a754b5e" /><Relationship Type="http://schemas.openxmlformats.org/officeDocument/2006/relationships/notesSlide" Target="/ppt/notesSlides/notesSlide10.xml" Id="R358df11b0e5444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5482c1436834dd9" /><Relationship Type="http://schemas.openxmlformats.org/officeDocument/2006/relationships/image" Target="/ppt/media/image11.jpeg" Id="R0c6c1e5b170f4838" /><Relationship Type="http://schemas.openxmlformats.org/officeDocument/2006/relationships/notesSlide" Target="/ppt/notesSlides/notesSlide11.xml" Id="R7b2ea5cdfc124b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6e84f68462645f3" /><Relationship Type="http://schemas.openxmlformats.org/officeDocument/2006/relationships/image" Target="/ppt/media/image12.jpeg" Id="R5235246e46b9462f" /><Relationship Type="http://schemas.openxmlformats.org/officeDocument/2006/relationships/notesSlide" Target="/ppt/notesSlides/notesSlide12.xml" Id="Reec365dce0674d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bc5749d002b418f" /><Relationship Type="http://schemas.openxmlformats.org/officeDocument/2006/relationships/image" Target="/ppt/media/image13.jpeg" Id="Rf20ac90eb9864674" /><Relationship Type="http://schemas.openxmlformats.org/officeDocument/2006/relationships/notesSlide" Target="/ppt/notesSlides/notesSlide13.xml" Id="R6caaac6423e945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3ac9a6650e145d5" /><Relationship Type="http://schemas.openxmlformats.org/officeDocument/2006/relationships/image" Target="/ppt/media/image14.jpeg" Id="R120a6761abda4c01" /><Relationship Type="http://schemas.openxmlformats.org/officeDocument/2006/relationships/notesSlide" Target="/ppt/notesSlides/notesSlide14.xml" Id="R593969d3516b40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15b1fa401c24382" /><Relationship Type="http://schemas.openxmlformats.org/officeDocument/2006/relationships/image" Target="/ppt/media/image15.jpeg" Id="Rb24ea710a0514ba5" /><Relationship Type="http://schemas.openxmlformats.org/officeDocument/2006/relationships/notesSlide" Target="/ppt/notesSlides/notesSlide15.xml" Id="R9e88510fa2f0412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fe19b41721b434c" /><Relationship Type="http://schemas.openxmlformats.org/officeDocument/2006/relationships/image" Target="/ppt/media/image16.jpeg" Id="R31bd8e3bb7944090" /><Relationship Type="http://schemas.openxmlformats.org/officeDocument/2006/relationships/notesSlide" Target="/ppt/notesSlides/notesSlide16.xml" Id="R37bc7aa01a92421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8676d508a35446b" /><Relationship Type="http://schemas.openxmlformats.org/officeDocument/2006/relationships/image" Target="/ppt/media/image17.jpeg" Id="Rb5aab0d3c8b3452f" /><Relationship Type="http://schemas.openxmlformats.org/officeDocument/2006/relationships/notesSlide" Target="/ppt/notesSlides/notesSlide17.xml" Id="Rf96ebe2cf96341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0faad4feb014125" /><Relationship Type="http://schemas.openxmlformats.org/officeDocument/2006/relationships/image" Target="/ppt/media/image18.jpeg" Id="R5ad8f6b06ce7474e" /><Relationship Type="http://schemas.openxmlformats.org/officeDocument/2006/relationships/notesSlide" Target="/ppt/notesSlides/notesSlide18.xml" Id="Rba1682fa6b26402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afd86e43767469c" /><Relationship Type="http://schemas.openxmlformats.org/officeDocument/2006/relationships/image" Target="/ppt/media/image19.jpeg" Id="Red09f7ae1ad747a6" /><Relationship Type="http://schemas.openxmlformats.org/officeDocument/2006/relationships/notesSlide" Target="/ppt/notesSlides/notesSlide19.xml" Id="Rb6cb3dea42464e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f08a727c0aa45df" /><Relationship Type="http://schemas.openxmlformats.org/officeDocument/2006/relationships/image" Target="/ppt/media/image20.jpeg" Id="R3eebe7d2ac1046ab" /><Relationship Type="http://schemas.openxmlformats.org/officeDocument/2006/relationships/notesSlide" Target="/ppt/notesSlides/notesSlide20.xml" Id="Rcc119a564f2041a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f7fc4e723944a98" /><Relationship Type="http://schemas.openxmlformats.org/officeDocument/2006/relationships/image" Target="/ppt/media/image21.jpeg" Id="R2d24ac5df2264cdb" /><Relationship Type="http://schemas.openxmlformats.org/officeDocument/2006/relationships/notesSlide" Target="/ppt/notesSlides/notesSlide21.xml" Id="R8b9caad5a8a044b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54aac4a3da94182" /><Relationship Type="http://schemas.openxmlformats.org/officeDocument/2006/relationships/image" Target="/ppt/media/image22.jpeg" Id="R42b7971e23c74652" /><Relationship Type="http://schemas.openxmlformats.org/officeDocument/2006/relationships/notesSlide" Target="/ppt/notesSlides/notesSlide22.xml" Id="R6b65258dd94e468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4f3210e20ed4a59" /><Relationship Type="http://schemas.openxmlformats.org/officeDocument/2006/relationships/image" Target="/ppt/media/image23.jpeg" Id="R72e43dcc76c24a9b" /><Relationship Type="http://schemas.openxmlformats.org/officeDocument/2006/relationships/notesSlide" Target="/ppt/notesSlides/notesSlide23.xml" Id="R467a69fd21ad4f3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3ff9cf705f24ae1" /><Relationship Type="http://schemas.openxmlformats.org/officeDocument/2006/relationships/image" Target="/ppt/media/image24.jpeg" Id="R3c876291c9714522" /><Relationship Type="http://schemas.openxmlformats.org/officeDocument/2006/relationships/notesSlide" Target="/ppt/notesSlides/notesSlide24.xml" Id="Ra13323c120cb44e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f060f245eef4b6d" /><Relationship Type="http://schemas.openxmlformats.org/officeDocument/2006/relationships/image" Target="/ppt/media/image25.jpeg" Id="R2c7cb0ccde7746b3" /><Relationship Type="http://schemas.openxmlformats.org/officeDocument/2006/relationships/notesSlide" Target="/ppt/notesSlides/notesSlide25.xml" Id="R4aada1ce2817434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c7a69b2412f4e84" /><Relationship Type="http://schemas.openxmlformats.org/officeDocument/2006/relationships/image" Target="/ppt/media/image26.jpeg" Id="R38a086f6242a400a" /><Relationship Type="http://schemas.openxmlformats.org/officeDocument/2006/relationships/notesSlide" Target="/ppt/notesSlides/notesSlide26.xml" Id="R6dab7a6d4b27411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68b106b5b1d4799" /><Relationship Type="http://schemas.openxmlformats.org/officeDocument/2006/relationships/image" Target="/ppt/media/image27.jpeg" Id="R991fd812ba3c430b" /><Relationship Type="http://schemas.openxmlformats.org/officeDocument/2006/relationships/notesSlide" Target="/ppt/notesSlides/notesSlide27.xml" Id="R74ac3422f18d419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0e60e7e0e9c4f89" /><Relationship Type="http://schemas.openxmlformats.org/officeDocument/2006/relationships/image" Target="/ppt/media/image28.jpeg" Id="Rae939b8f5c324542" /><Relationship Type="http://schemas.openxmlformats.org/officeDocument/2006/relationships/notesSlide" Target="/ppt/notesSlides/notesSlide28.xml" Id="R1a71ea37a98c402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37bedad41674a84" /><Relationship Type="http://schemas.openxmlformats.org/officeDocument/2006/relationships/image" Target="/ppt/media/image29.jpeg" Id="R5edbd7a3160446d8" /><Relationship Type="http://schemas.openxmlformats.org/officeDocument/2006/relationships/notesSlide" Target="/ppt/notesSlides/notesSlide29.xml" Id="R412e626f182041f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b270336537145f0" /><Relationship Type="http://schemas.openxmlformats.org/officeDocument/2006/relationships/image" Target="/ppt/media/image30.jpeg" Id="R5d943e08e5834c4b" /><Relationship Type="http://schemas.openxmlformats.org/officeDocument/2006/relationships/notesSlide" Target="/ppt/notesSlides/notesSlide30.xml" Id="R8ac65cb0970a4c3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2366881ed2743b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efb894a9b8a243d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
        <p:nvSpPr>
          <p:cNvPr id="24" name="">
            <a:extLst xmlns:a="http://schemas.openxmlformats.org/drawingml/2006/main">
              <a:ext uri="{FF2B5EF4-FFF2-40B4-BE49-F238E27FC236}">
                <a16:creationId xmlns:a16="http://schemas.microsoft.com/office/drawing/2014/main" id="{54BCB3DB-5D05-4B1B-96B2-3C8DBA04A5C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B5F"/>
                </a:solidFill>
                <a:latin typeface="Aptos"/>
                <a:ea typeface="Aptos"/>
                <a:cs typeface="Aptos"/>
              </a:defRPr>
            </a:pPr>
            <a:r>
              <a:rPr sz="825" b="1">
                <a:solidFill>
                  <a:srgbClr val="D96B5F"/>
                </a:solidFill>
                <a:latin typeface="Aptos"/>
                <a:ea typeface="Aptos"/>
                <a:cs typeface="Aptos"/>
              </a:rPr>
              <a:t>ONE SHARED STATE</a:t>
            </a:r>
          </a:p>
        </p:txBody>
      </p:sp>
      <p:sp>
        <p:nvSpPr>
          <p:cNvPr id="25" name="">
            <a:extLst xmlns:a="http://schemas.openxmlformats.org/drawingml/2006/main">
              <a:ext uri="{FF2B5EF4-FFF2-40B4-BE49-F238E27FC236}">
                <a16:creationId xmlns:a16="http://schemas.microsoft.com/office/drawing/2014/main" id="{41411B1C-7ADC-47D3-B68D-9F829D868FA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9F4F7"/>
          </a:solidFill>
          <a:ln xmlns:a="http://schemas.openxmlformats.org/drawingml/2006/main" w="9525">
            <a:solidFill>
              <a:srgbClr val="8EBBD0"/>
            </a:solidFill>
            <a:prstDash val="solid"/>
          </a:ln>
        </p:spPr>
      </p:sp>
      <p:sp>
        <p:nvSpPr>
          <p:cNvPr id="26" name="">
            <a:extLst xmlns:a="http://schemas.openxmlformats.org/drawingml/2006/main">
              <a:ext uri="{FF2B5EF4-FFF2-40B4-BE49-F238E27FC236}">
                <a16:creationId xmlns:a16="http://schemas.microsoft.com/office/drawing/2014/main" id="{33EB3B08-B2E2-485E-ADF4-B59F5556C43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E4D"/>
                </a:solidFill>
                <a:latin typeface="Aptos"/>
                <a:ea typeface="Aptos"/>
                <a:cs typeface="Aptos"/>
              </a:defRPr>
            </a:pPr>
            <a:r>
              <a:rPr sz="1500" b="1">
                <a:solidFill>
                  <a:srgbClr val="102E4D"/>
                </a:solidFill>
                <a:latin typeface="Aptos"/>
                <a:ea typeface="Aptos"/>
                <a:cs typeface="Aptos"/>
              </a:rPr>
              <a:t>conversation state</a:t>
            </a:r>
          </a:p>
        </p:txBody>
      </p:sp>
      <p:sp>
        <p:nvSpPr>
          <p:cNvPr id="27" name="">
            <a:extLst xmlns:a="http://schemas.openxmlformats.org/drawingml/2006/main">
              <a:ext uri="{FF2B5EF4-FFF2-40B4-BE49-F238E27FC236}">
                <a16:creationId xmlns:a16="http://schemas.microsoft.com/office/drawing/2014/main" id="{CE8C5837-C634-44A4-9E6E-60D93798212C}"/>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28" name="">
            <a:extLst xmlns:a="http://schemas.openxmlformats.org/drawingml/2006/main">
              <a:ext uri="{FF2B5EF4-FFF2-40B4-BE49-F238E27FC236}">
                <a16:creationId xmlns:a16="http://schemas.microsoft.com/office/drawing/2014/main" id="{B66BF1D2-4A2F-434F-B240-47E8B8C532C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9" name="">
            <a:extLst xmlns:a="http://schemas.openxmlformats.org/drawingml/2006/main">
              <a:ext uri="{FF2B5EF4-FFF2-40B4-BE49-F238E27FC236}">
                <a16:creationId xmlns:a16="http://schemas.microsoft.com/office/drawing/2014/main" id="{D77676ED-53FD-4B0D-B44F-EF613C65B93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A8FC1"/>
                </a:solidFill>
                <a:latin typeface="Aptos"/>
                <a:ea typeface="Aptos"/>
                <a:cs typeface="Aptos"/>
              </a:defRPr>
            </a:pPr>
            <a:r>
              <a:rPr sz="825" b="1">
                <a:solidFill>
                  <a:srgbClr val="2A8FC1"/>
                </a:solidFill>
                <a:latin typeface="Aptos"/>
                <a:ea typeface="Aptos"/>
                <a:cs typeface="Aptos"/>
              </a:rPr>
              <a:t>01</a:t>
            </a:r>
          </a:p>
        </p:txBody>
      </p:sp>
      <p:sp>
        <p:nvSpPr>
          <p:cNvPr id="30" name="">
            <a:extLst xmlns:a="http://schemas.openxmlformats.org/drawingml/2006/main">
              <a:ext uri="{FF2B5EF4-FFF2-40B4-BE49-F238E27FC236}">
                <a16:creationId xmlns:a16="http://schemas.microsoft.com/office/drawing/2014/main" id="{958856D2-8A1D-4B1A-8D6F-1585CAAF131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E4D"/>
                </a:solidFill>
                <a:latin typeface="Aptos"/>
                <a:ea typeface="Aptos"/>
                <a:cs typeface="Aptos"/>
              </a:defRPr>
            </a:pPr>
            <a:r>
              <a:rPr sz="1650" b="1">
                <a:solidFill>
                  <a:srgbClr val="102E4D"/>
                </a:solidFill>
                <a:latin typeface="Aptos"/>
                <a:ea typeface="Aptos"/>
                <a:cs typeface="Aptos"/>
              </a:rPr>
              <a:t>Listen</a:t>
            </a:r>
          </a:p>
        </p:txBody>
      </p:sp>
      <p:sp>
        <p:nvSpPr>
          <p:cNvPr id="31" name="">
            <a:extLst xmlns:a="http://schemas.openxmlformats.org/drawingml/2006/main">
              <a:ext uri="{FF2B5EF4-FFF2-40B4-BE49-F238E27FC236}">
                <a16:creationId xmlns:a16="http://schemas.microsoft.com/office/drawing/2014/main" id="{6EBF1352-E034-4183-AD49-B09BD34DAE5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32" name="">
            <a:extLst xmlns:a="http://schemas.openxmlformats.org/drawingml/2006/main">
              <a:ext uri="{FF2B5EF4-FFF2-40B4-BE49-F238E27FC236}">
                <a16:creationId xmlns:a16="http://schemas.microsoft.com/office/drawing/2014/main" id="{E04548F1-50B4-4F1B-9B4E-D32A4502B53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3" name="">
            <a:extLst xmlns:a="http://schemas.openxmlformats.org/drawingml/2006/main">
              <a:ext uri="{FF2B5EF4-FFF2-40B4-BE49-F238E27FC236}">
                <a16:creationId xmlns:a16="http://schemas.microsoft.com/office/drawing/2014/main" id="{940B2694-58BA-45E6-86DA-1E107BB54C5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B5F"/>
                </a:solidFill>
                <a:latin typeface="Aptos"/>
                <a:ea typeface="Aptos"/>
                <a:cs typeface="Aptos"/>
              </a:defRPr>
            </a:pPr>
            <a:r>
              <a:rPr sz="825" b="1">
                <a:solidFill>
                  <a:srgbClr val="D96B5F"/>
                </a:solidFill>
                <a:latin typeface="Aptos"/>
                <a:ea typeface="Aptos"/>
                <a:cs typeface="Aptos"/>
              </a:rPr>
              <a:t>02</a:t>
            </a:r>
          </a:p>
        </p:txBody>
      </p:sp>
      <p:sp>
        <p:nvSpPr>
          <p:cNvPr id="34" name="">
            <a:extLst xmlns:a="http://schemas.openxmlformats.org/drawingml/2006/main">
              <a:ext uri="{FF2B5EF4-FFF2-40B4-BE49-F238E27FC236}">
                <a16:creationId xmlns:a16="http://schemas.microsoft.com/office/drawing/2014/main" id="{C50D8C9F-822D-410F-AC72-526CF171F9E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E4D"/>
                </a:solidFill>
                <a:latin typeface="Aptos"/>
                <a:ea typeface="Aptos"/>
                <a:cs typeface="Aptos"/>
              </a:defRPr>
            </a:pPr>
            <a:r>
              <a:rPr sz="1650" b="1">
                <a:solidFill>
                  <a:srgbClr val="102E4D"/>
                </a:solidFill>
                <a:latin typeface="Aptos"/>
                <a:ea typeface="Aptos"/>
                <a:cs typeface="Aptos"/>
              </a:rPr>
              <a:t>Decide</a:t>
            </a:r>
          </a:p>
        </p:txBody>
      </p:sp>
      <p:sp>
        <p:nvSpPr>
          <p:cNvPr id="35" name="">
            <a:extLst xmlns:a="http://schemas.openxmlformats.org/drawingml/2006/main">
              <a:ext uri="{FF2B5EF4-FFF2-40B4-BE49-F238E27FC236}">
                <a16:creationId xmlns:a16="http://schemas.microsoft.com/office/drawing/2014/main" id="{FB206998-0A4C-4E8E-92E1-BF607191B2A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36" name="">
            <a:extLst xmlns:a="http://schemas.openxmlformats.org/drawingml/2006/main">
              <a:ext uri="{FF2B5EF4-FFF2-40B4-BE49-F238E27FC236}">
                <a16:creationId xmlns:a16="http://schemas.microsoft.com/office/drawing/2014/main" id="{A4B1DD8B-3864-4E2E-B89C-DBB08C70DEC6}"/>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7" name="">
            <a:extLst xmlns:a="http://schemas.openxmlformats.org/drawingml/2006/main">
              <a:ext uri="{FF2B5EF4-FFF2-40B4-BE49-F238E27FC236}">
                <a16:creationId xmlns:a16="http://schemas.microsoft.com/office/drawing/2014/main" id="{0F63F448-D270-4599-B142-476BE86B00A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168C82"/>
                </a:solidFill>
                <a:latin typeface="Aptos"/>
                <a:ea typeface="Aptos"/>
                <a:cs typeface="Aptos"/>
              </a:defRPr>
            </a:pPr>
            <a:r>
              <a:rPr sz="825" b="1">
                <a:solidFill>
                  <a:srgbClr val="168C82"/>
                </a:solidFill>
                <a:latin typeface="Aptos"/>
                <a:ea typeface="Aptos"/>
                <a:cs typeface="Aptos"/>
              </a:rPr>
              <a:t>03</a:t>
            </a:r>
          </a:p>
        </p:txBody>
      </p:sp>
      <p:sp>
        <p:nvSpPr>
          <p:cNvPr id="38" name="">
            <a:extLst xmlns:a="http://schemas.openxmlformats.org/drawingml/2006/main">
              <a:ext uri="{FF2B5EF4-FFF2-40B4-BE49-F238E27FC236}">
                <a16:creationId xmlns:a16="http://schemas.microsoft.com/office/drawing/2014/main" id="{B8D0A501-517C-4960-A638-035CBF39DB8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E4D"/>
                </a:solidFill>
                <a:latin typeface="Aptos"/>
                <a:ea typeface="Aptos"/>
                <a:cs typeface="Aptos"/>
              </a:defRPr>
            </a:pPr>
            <a:r>
              <a:rPr sz="1650" b="1">
                <a:solidFill>
                  <a:srgbClr val="102E4D"/>
                </a:solidFill>
                <a:latin typeface="Aptos"/>
                <a:ea typeface="Aptos"/>
                <a:cs typeface="Aptos"/>
              </a:rPr>
              <a:t>Speak</a:t>
            </a:r>
          </a:p>
        </p:txBody>
      </p:sp>
      <p:sp>
        <p:nvSpPr>
          <p:cNvPr id="39" name="">
            <a:extLst xmlns:a="http://schemas.openxmlformats.org/drawingml/2006/main">
              <a:ext uri="{FF2B5EF4-FFF2-40B4-BE49-F238E27FC236}">
                <a16:creationId xmlns:a16="http://schemas.microsoft.com/office/drawing/2014/main" id="{043DD78C-D806-4FFC-936B-D87109F02BD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40" name="">
            <a:extLst xmlns:a="http://schemas.openxmlformats.org/drawingml/2006/main">
              <a:ext uri="{FF2B5EF4-FFF2-40B4-BE49-F238E27FC236}">
                <a16:creationId xmlns:a16="http://schemas.microsoft.com/office/drawing/2014/main" id="{15032124-52CB-46CA-8462-76F8A5282C5E}"/>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3A6A2E32-AE31-4252-8A91-36DC4A27C84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2" name="">
            <a:extLst xmlns:a="http://schemas.openxmlformats.org/drawingml/2006/main">
              <a:ext uri="{FF2B5EF4-FFF2-40B4-BE49-F238E27FC236}">
                <a16:creationId xmlns:a16="http://schemas.microsoft.com/office/drawing/2014/main" id="{033E5DD0-994D-4BCB-8055-0E1348F01065}"/>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A8FC1"/>
                </a:solidFill>
                <a:latin typeface="Aptos"/>
                <a:ea typeface="Aptos"/>
                <a:cs typeface="Aptos"/>
              </a:defRPr>
            </a:pPr>
            <a:r>
              <a:rPr sz="825" b="1">
                <a:solidFill>
                  <a:srgbClr val="2A8FC1"/>
                </a:solidFill>
                <a:latin typeface="Aptos"/>
                <a:ea typeface="Aptos"/>
                <a:cs typeface="Aptos"/>
              </a:rPr>
              <a:t>CONTINUOUS CAPABILITIES</a:t>
            </a:r>
          </a:p>
        </p:txBody>
      </p:sp>
      <p:sp>
        <p:nvSpPr>
          <p:cNvPr id="43" name="">
            <a:extLst xmlns:a="http://schemas.openxmlformats.org/drawingml/2006/main">
              <a:ext uri="{FF2B5EF4-FFF2-40B4-BE49-F238E27FC236}">
                <a16:creationId xmlns:a16="http://schemas.microsoft.com/office/drawing/2014/main" id="{21F39CE6-D5E1-4487-BEBA-7FD42B4D4500}"/>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44" name="">
            <a:extLst xmlns:a="http://schemas.openxmlformats.org/drawingml/2006/main">
              <a:ext uri="{FF2B5EF4-FFF2-40B4-BE49-F238E27FC236}">
                <a16:creationId xmlns:a16="http://schemas.microsoft.com/office/drawing/2014/main" id="{D98BA21A-D776-4CA1-B125-1452F8D2656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5" name="">
            <a:extLst xmlns:a="http://schemas.openxmlformats.org/drawingml/2006/main">
              <a:ext uri="{FF2B5EF4-FFF2-40B4-BE49-F238E27FC236}">
                <a16:creationId xmlns:a16="http://schemas.microsoft.com/office/drawing/2014/main" id="{050515D6-627B-4BAF-836C-D72170632494}"/>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A8FC1"/>
                </a:solidFill>
                <a:latin typeface="Aptos"/>
                <a:ea typeface="Aptos"/>
                <a:cs typeface="Aptos"/>
              </a:defRPr>
            </a:pPr>
            <a:r>
              <a:rPr sz="1275" b="1">
                <a:solidFill>
                  <a:srgbClr val="2A8FC1"/>
                </a:solidFill>
                <a:latin typeface="Aptos"/>
                <a:ea typeface="Aptos"/>
                <a:cs typeface="Aptos"/>
              </a:rPr>
              <a:t>Remember</a:t>
            </a:r>
          </a:p>
        </p:txBody>
      </p:sp>
      <p:sp>
        <p:nvSpPr>
          <p:cNvPr id="46" name="">
            <a:extLst xmlns:a="http://schemas.openxmlformats.org/drawingml/2006/main">
              <a:ext uri="{FF2B5EF4-FFF2-40B4-BE49-F238E27FC236}">
                <a16:creationId xmlns:a16="http://schemas.microsoft.com/office/drawing/2014/main" id="{2AFA4248-7AE5-4D1F-8C0F-F81ED3F20B2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47" name="">
            <a:extLst xmlns:a="http://schemas.openxmlformats.org/drawingml/2006/main">
              <a:ext uri="{FF2B5EF4-FFF2-40B4-BE49-F238E27FC236}">
                <a16:creationId xmlns:a16="http://schemas.microsoft.com/office/drawing/2014/main" id="{A7B8AD4F-229E-45DE-949B-670A83F74C8F}"/>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8" name="">
            <a:extLst xmlns:a="http://schemas.openxmlformats.org/drawingml/2006/main">
              <a:ext uri="{FF2B5EF4-FFF2-40B4-BE49-F238E27FC236}">
                <a16:creationId xmlns:a16="http://schemas.microsoft.com/office/drawing/2014/main" id="{9421429D-367D-4388-A642-33631C53562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B5F"/>
                </a:solidFill>
                <a:latin typeface="Aptos"/>
                <a:ea typeface="Aptos"/>
                <a:cs typeface="Aptos"/>
              </a:defRPr>
            </a:pPr>
            <a:r>
              <a:rPr sz="1275" b="1">
                <a:solidFill>
                  <a:srgbClr val="D96B5F"/>
                </a:solidFill>
                <a:latin typeface="Aptos"/>
                <a:ea typeface="Aptos"/>
                <a:cs typeface="Aptos"/>
              </a:rPr>
              <a:t>Yield</a:t>
            </a:r>
          </a:p>
        </p:txBody>
      </p:sp>
      <p:sp>
        <p:nvSpPr>
          <p:cNvPr id="49" name="">
            <a:extLst xmlns:a="http://schemas.openxmlformats.org/drawingml/2006/main">
              <a:ext uri="{FF2B5EF4-FFF2-40B4-BE49-F238E27FC236}">
                <a16:creationId xmlns:a16="http://schemas.microsoft.com/office/drawing/2014/main" id="{D1BB6DCE-B740-43A3-BC50-1CD4AC96F48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50" name="">
            <a:extLst xmlns:a="http://schemas.openxmlformats.org/drawingml/2006/main">
              <a:ext uri="{FF2B5EF4-FFF2-40B4-BE49-F238E27FC236}">
                <a16:creationId xmlns:a16="http://schemas.microsoft.com/office/drawing/2014/main" id="{25A9FBA0-8245-45D9-91A1-27A2395E964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51" name="">
            <a:extLst xmlns:a="http://schemas.openxmlformats.org/drawingml/2006/main">
              <a:ext uri="{FF2B5EF4-FFF2-40B4-BE49-F238E27FC236}">
                <a16:creationId xmlns:a16="http://schemas.microsoft.com/office/drawing/2014/main" id="{1BBF9223-3CBF-47D6-B3A7-6B9B5D45C94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68C82"/>
                </a:solidFill>
                <a:latin typeface="Aptos"/>
                <a:ea typeface="Aptos"/>
                <a:cs typeface="Aptos"/>
              </a:defRPr>
            </a:pPr>
            <a:r>
              <a:rPr sz="1275" b="1">
                <a:solidFill>
                  <a:srgbClr val="168C82"/>
                </a:solidFill>
                <a:latin typeface="Aptos"/>
                <a:ea typeface="Aptos"/>
                <a:cs typeface="Aptos"/>
              </a:rPr>
              <a:t>Act</a:t>
            </a:r>
          </a:p>
        </p:txBody>
      </p:sp>
      <p:sp>
        <p:nvSpPr>
          <p:cNvPr id="52" name="">
            <a:extLst xmlns:a="http://schemas.openxmlformats.org/drawingml/2006/main">
              <a:ext uri="{FF2B5EF4-FFF2-40B4-BE49-F238E27FC236}">
                <a16:creationId xmlns:a16="http://schemas.microsoft.com/office/drawing/2014/main" id="{7D5E8883-F65A-4C61-8FDB-048C4FB3BA9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e4e3cba4aa444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80/20 glossary</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B6ACED7-511A-499C-B3E3-244B7AAA3ADD}"/>
              </a:ext>
            </a:extLst>
          </p:cNvPr>
          <p:cNvSpPr>
            <a:spLocks xmlns:a="http://schemas.openxmlformats.org/drawingml/2006/main" noGrp="1"/>
          </p:cNvSpPr>
          <p:nvPr/>
        </p:nvSpPr>
        <p:spPr>
          <a:xfrm xmlns:a="http://schemas.openxmlformats.org/drawingml/2006/main">
            <a:off x="876300" y="19431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VAD</a:t>
            </a:r>
          </a:p>
        </p:txBody>
      </p:sp>
      <p:sp>
        <p:nvSpPr>
          <p:cNvPr id="8" name="">
            <a:extLst xmlns:a="http://schemas.openxmlformats.org/drawingml/2006/main">
              <a:ext uri="{FF2B5EF4-FFF2-40B4-BE49-F238E27FC236}">
                <a16:creationId xmlns:a16="http://schemas.microsoft.com/office/drawing/2014/main" id="{B67181BE-A9A6-446B-BBCD-A88484F24E4D}"/>
              </a:ext>
            </a:extLst>
          </p:cNvPr>
          <p:cNvSpPr>
            <a:spLocks xmlns:a="http://schemas.openxmlformats.org/drawingml/2006/main" noGrp="1"/>
          </p:cNvSpPr>
          <p:nvPr/>
        </p:nvSpPr>
        <p:spPr>
          <a:xfrm xmlns:a="http://schemas.openxmlformats.org/drawingml/2006/main">
            <a:off x="3143250" y="19431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Is someone speaking?</a:t>
            </a:r>
          </a:p>
        </p:txBody>
      </p:sp>
      <p:sp>
        <p:nvSpPr>
          <p:cNvPr id="9" name="">
            <a:extLst xmlns:a="http://schemas.openxmlformats.org/drawingml/2006/main">
              <a:ext uri="{FF2B5EF4-FFF2-40B4-BE49-F238E27FC236}">
                <a16:creationId xmlns:a16="http://schemas.microsoft.com/office/drawing/2014/main" id="{44CFDC9D-F39E-4565-9029-3941E2EF9F4F}"/>
              </a:ext>
            </a:extLst>
          </p:cNvPr>
          <p:cNvSpPr>
            <a:spLocks xmlns:a="http://schemas.openxmlformats.org/drawingml/2006/main" noGrp="1"/>
          </p:cNvSpPr>
          <p:nvPr/>
        </p:nvSpPr>
        <p:spPr>
          <a:xfrm xmlns:a="http://schemas.openxmlformats.org/drawingml/2006/main">
            <a:off x="876300" y="24955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ASR / STT</a:t>
            </a:r>
          </a:p>
        </p:txBody>
      </p:sp>
      <p:sp>
        <p:nvSpPr>
          <p:cNvPr id="10" name="">
            <a:extLst xmlns:a="http://schemas.openxmlformats.org/drawingml/2006/main">
              <a:ext uri="{FF2B5EF4-FFF2-40B4-BE49-F238E27FC236}">
                <a16:creationId xmlns:a16="http://schemas.microsoft.com/office/drawing/2014/main" id="{CCCF1DC7-BBB4-449C-83DC-5C561377171E}"/>
              </a:ext>
            </a:extLst>
          </p:cNvPr>
          <p:cNvSpPr>
            <a:spLocks xmlns:a="http://schemas.openxmlformats.org/drawingml/2006/main" noGrp="1"/>
          </p:cNvSpPr>
          <p:nvPr/>
        </p:nvSpPr>
        <p:spPr>
          <a:xfrm xmlns:a="http://schemas.openxmlformats.org/drawingml/2006/main">
            <a:off x="3143250" y="24955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What did they say?</a:t>
            </a:r>
          </a:p>
        </p:txBody>
      </p:sp>
      <p:sp>
        <p:nvSpPr>
          <p:cNvPr id="11" name="">
            <a:extLst xmlns:a="http://schemas.openxmlformats.org/drawingml/2006/main">
              <a:ext uri="{FF2B5EF4-FFF2-40B4-BE49-F238E27FC236}">
                <a16:creationId xmlns:a16="http://schemas.microsoft.com/office/drawing/2014/main" id="{8B17B3BF-E4A7-427B-9AF4-B55CA173FF2C}"/>
              </a:ext>
            </a:extLst>
          </p:cNvPr>
          <p:cNvSpPr>
            <a:spLocks xmlns:a="http://schemas.openxmlformats.org/drawingml/2006/main" noGrp="1"/>
          </p:cNvSpPr>
          <p:nvPr/>
        </p:nvSpPr>
        <p:spPr>
          <a:xfrm xmlns:a="http://schemas.openxmlformats.org/drawingml/2006/main">
            <a:off x="876300" y="30480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EOU / endpoint</a:t>
            </a:r>
          </a:p>
        </p:txBody>
      </p:sp>
      <p:sp>
        <p:nvSpPr>
          <p:cNvPr id="12" name="">
            <a:extLst xmlns:a="http://schemas.openxmlformats.org/drawingml/2006/main">
              <a:ext uri="{FF2B5EF4-FFF2-40B4-BE49-F238E27FC236}">
                <a16:creationId xmlns:a16="http://schemas.microsoft.com/office/drawing/2014/main" id="{19D04F6A-79C5-419F-B8AC-C932DE307DF4}"/>
              </a:ext>
            </a:extLst>
          </p:cNvPr>
          <p:cNvSpPr>
            <a:spLocks xmlns:a="http://schemas.openxmlformats.org/drawingml/2006/main" noGrp="1"/>
          </p:cNvSpPr>
          <p:nvPr/>
        </p:nvSpPr>
        <p:spPr>
          <a:xfrm xmlns:a="http://schemas.openxmlformats.org/drawingml/2006/main">
            <a:off x="3143250" y="30480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Are they finished?</a:t>
            </a:r>
          </a:p>
        </p:txBody>
      </p:sp>
      <p:sp>
        <p:nvSpPr>
          <p:cNvPr id="13" name="">
            <a:extLst xmlns:a="http://schemas.openxmlformats.org/drawingml/2006/main">
              <a:ext uri="{FF2B5EF4-FFF2-40B4-BE49-F238E27FC236}">
                <a16:creationId xmlns:a16="http://schemas.microsoft.com/office/drawing/2014/main" id="{4882B590-615A-4E3F-AE84-31456D63191E}"/>
              </a:ext>
            </a:extLst>
          </p:cNvPr>
          <p:cNvSpPr>
            <a:spLocks xmlns:a="http://schemas.openxmlformats.org/drawingml/2006/main" noGrp="1"/>
          </p:cNvSpPr>
          <p:nvPr/>
        </p:nvSpPr>
        <p:spPr>
          <a:xfrm xmlns:a="http://schemas.openxmlformats.org/drawingml/2006/main">
            <a:off x="876300" y="36004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LLM TTFT</a:t>
            </a:r>
          </a:p>
        </p:txBody>
      </p:sp>
      <p:sp>
        <p:nvSpPr>
          <p:cNvPr id="14" name="">
            <a:extLst xmlns:a="http://schemas.openxmlformats.org/drawingml/2006/main">
              <a:ext uri="{FF2B5EF4-FFF2-40B4-BE49-F238E27FC236}">
                <a16:creationId xmlns:a16="http://schemas.microsoft.com/office/drawing/2014/main" id="{747151BA-FD53-4E8F-9607-952DAD5AAE0F}"/>
              </a:ext>
            </a:extLst>
          </p:cNvPr>
          <p:cNvSpPr>
            <a:spLocks xmlns:a="http://schemas.openxmlformats.org/drawingml/2006/main" noGrp="1"/>
          </p:cNvSpPr>
          <p:nvPr/>
        </p:nvSpPr>
        <p:spPr>
          <a:xfrm xmlns:a="http://schemas.openxmlformats.org/drawingml/2006/main">
            <a:off x="3143250" y="36004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thinking token</a:t>
            </a:r>
          </a:p>
        </p:txBody>
      </p:sp>
      <p:sp>
        <p:nvSpPr>
          <p:cNvPr id="15" name="">
            <a:extLst xmlns:a="http://schemas.openxmlformats.org/drawingml/2006/main">
              <a:ext uri="{FF2B5EF4-FFF2-40B4-BE49-F238E27FC236}">
                <a16:creationId xmlns:a16="http://schemas.microsoft.com/office/drawing/2014/main" id="{59F790ED-05D1-4EFF-AE01-900643A09DA5}"/>
              </a:ext>
            </a:extLst>
          </p:cNvPr>
          <p:cNvSpPr>
            <a:spLocks xmlns:a="http://schemas.openxmlformats.org/drawingml/2006/main" noGrp="1"/>
          </p:cNvSpPr>
          <p:nvPr/>
        </p:nvSpPr>
        <p:spPr>
          <a:xfrm xmlns:a="http://schemas.openxmlformats.org/drawingml/2006/main">
            <a:off x="876300" y="41529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TTS TTFB</a:t>
            </a:r>
          </a:p>
        </p:txBody>
      </p:sp>
      <p:sp>
        <p:nvSpPr>
          <p:cNvPr id="16" name="">
            <a:extLst xmlns:a="http://schemas.openxmlformats.org/drawingml/2006/main">
              <a:ext uri="{FF2B5EF4-FFF2-40B4-BE49-F238E27FC236}">
                <a16:creationId xmlns:a16="http://schemas.microsoft.com/office/drawing/2014/main" id="{FEF48323-BCEA-473A-AD0B-3D4D58FA4F64}"/>
              </a:ext>
            </a:extLst>
          </p:cNvPr>
          <p:cNvSpPr>
            <a:spLocks xmlns:a="http://schemas.openxmlformats.org/drawingml/2006/main" noGrp="1"/>
          </p:cNvSpPr>
          <p:nvPr/>
        </p:nvSpPr>
        <p:spPr>
          <a:xfrm xmlns:a="http://schemas.openxmlformats.org/drawingml/2006/main">
            <a:off x="3143250" y="41529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playable audio</a:t>
            </a:r>
          </a:p>
        </p:txBody>
      </p:sp>
      <p:sp>
        <p:nvSpPr>
          <p:cNvPr id="17" name="">
            <a:extLst xmlns:a="http://schemas.openxmlformats.org/drawingml/2006/main">
              <a:ext uri="{FF2B5EF4-FFF2-40B4-BE49-F238E27FC236}">
                <a16:creationId xmlns:a16="http://schemas.microsoft.com/office/drawing/2014/main" id="{6A9CEAD1-4DFD-4665-A5D1-279602C2CB97}"/>
              </a:ext>
            </a:extLst>
          </p:cNvPr>
          <p:cNvSpPr>
            <a:spLocks xmlns:a="http://schemas.openxmlformats.org/drawingml/2006/main" noGrp="1"/>
          </p:cNvSpPr>
          <p:nvPr/>
        </p:nvSpPr>
        <p:spPr>
          <a:xfrm xmlns:a="http://schemas.openxmlformats.org/drawingml/2006/main">
            <a:off x="876300" y="47053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Barge-in</a:t>
            </a:r>
          </a:p>
        </p:txBody>
      </p:sp>
      <p:sp>
        <p:nvSpPr>
          <p:cNvPr id="18" name="">
            <a:extLst xmlns:a="http://schemas.openxmlformats.org/drawingml/2006/main">
              <a:ext uri="{FF2B5EF4-FFF2-40B4-BE49-F238E27FC236}">
                <a16:creationId xmlns:a16="http://schemas.microsoft.com/office/drawing/2014/main" id="{7D1D7293-5318-44A0-B996-B83A7E34BD1B}"/>
              </a:ext>
            </a:extLst>
          </p:cNvPr>
          <p:cNvSpPr>
            <a:spLocks xmlns:a="http://schemas.openxmlformats.org/drawingml/2006/main" noGrp="1"/>
          </p:cNvSpPr>
          <p:nvPr/>
        </p:nvSpPr>
        <p:spPr>
          <a:xfrm xmlns:a="http://schemas.openxmlformats.org/drawingml/2006/main">
            <a:off x="3143250" y="47053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Caller takes the floor</a:t>
            </a:r>
          </a:p>
        </p:txBody>
      </p:sp>
      <p:sp>
        <p:nvSpPr>
          <p:cNvPr id="19" name="">
            <a:extLst xmlns:a="http://schemas.openxmlformats.org/drawingml/2006/main">
              <a:ext uri="{FF2B5EF4-FFF2-40B4-BE49-F238E27FC236}">
                <a16:creationId xmlns:a16="http://schemas.microsoft.com/office/drawing/2014/main" id="{B27D8DCD-1C0C-4AE3-992F-3215858F8CE0}"/>
              </a:ext>
            </a:extLst>
          </p:cNvPr>
          <p:cNvSpPr>
            <a:spLocks xmlns:a="http://schemas.openxmlformats.org/drawingml/2006/main" noGrp="1"/>
          </p:cNvSpPr>
          <p:nvPr/>
        </p:nvSpPr>
        <p:spPr>
          <a:xfrm xmlns:a="http://schemas.openxmlformats.org/drawingml/2006/main">
            <a:off x="876300" y="52578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RTF</a:t>
            </a:r>
          </a:p>
        </p:txBody>
      </p:sp>
      <p:sp>
        <p:nvSpPr>
          <p:cNvPr id="20" name="">
            <a:extLst xmlns:a="http://schemas.openxmlformats.org/drawingml/2006/main">
              <a:ext uri="{FF2B5EF4-FFF2-40B4-BE49-F238E27FC236}">
                <a16:creationId xmlns:a16="http://schemas.microsoft.com/office/drawing/2014/main" id="{12CF11AC-7116-4683-9D23-BBF4649125B8}"/>
              </a:ext>
            </a:extLst>
          </p:cNvPr>
          <p:cNvSpPr>
            <a:spLocks xmlns:a="http://schemas.openxmlformats.org/drawingml/2006/main" noGrp="1"/>
          </p:cNvSpPr>
          <p:nvPr/>
        </p:nvSpPr>
        <p:spPr>
          <a:xfrm xmlns:a="http://schemas.openxmlformats.org/drawingml/2006/main">
            <a:off x="3143250" y="52578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Inference keeps up with real time</a:t>
            </a:r>
          </a:p>
        </p:txBody>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304dbaca2ddc4a9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595d5c3880344b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EDBE88-BB61-45B7-9706-E8BC0D48F108}"/>
              </a:ext>
            </a:extLst>
          </p:cNvPr>
          <p:cNvSpPr>
            <a:spLocks xmlns:a="http://schemas.openxmlformats.org/drawingml/2006/main" noGrp="1"/>
          </p:cNvSpPr>
          <p:nvPr/>
        </p:nvSpPr>
        <p:spPr>
          <a:xfrm xmlns:a="http://schemas.openxmlformats.org/drawingml/2006/main">
            <a:off x="1524000" y="4591050"/>
            <a:ext cx="914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400" b="1">
                <a:solidFill>
                  <a:srgbClr val="102A43"/>
                </a:solidFill>
                <a:latin typeface="Aptos"/>
                <a:ea typeface="Aptos"/>
                <a:cs typeface="Aptos"/>
              </a:defRPr>
            </a:pPr>
            <a:r>
              <a:rPr sz="2400" b="1">
                <a:solidFill>
                  <a:srgbClr val="102A43"/>
                </a:solidFill>
                <a:latin typeface="Aptos"/>
                <a:ea typeface="Aptos"/>
                <a:cs typeface="Aptos"/>
              </a:rPr>
              <a:t>p50 without p95 is a demo, not an SLO.</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45044a016b54e6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c1438df7731432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8b89d4d3c0649f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a8948fd15ec4de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73508d758a754b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c6c1e5b170f48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5235246e46b9462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20ac90eb986467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20a6761abda4c0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24ea710a0514ba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1bd8e3bb794409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5aab0d3c8b3452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ad8f6b06ce747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d09f7ae1ad747a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3eebe7d2ac1046a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d24ac5df2264cd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2b7971e23c7465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2e43dcc76c24a9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c876291c971452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2c7cb0ccde7746b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8a086f6242a400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91fd812ba3c430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e939b8f5c32454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5edbd7a3160446d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d943e08e5834c4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2026-08-25T02:44:10.7480000Z</dcterms:created>
  <dcterms:modified xsi:type="dcterms:W3CDTF">2026-08-25T02:44:10.7480000Z</dcterms:modified>
</coreProperties>
</file>