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0e0a08e3ff43a6" /><Relationship Type="http://schemas.openxmlformats.org/officeDocument/2006/relationships/extended-properties" Target="/docProps/app.xml" Id="R8a2b3e062ade4f31" /><Relationship Type="http://schemas.openxmlformats.org/officeDocument/2006/relationships/officeDocument" Target="/ppt/presentation.xml" Id="R5665b7dd572a4ce9" /></Relationships>
</file>

<file path=ppt/presentation.xml><?xml version="1.0" encoding="utf-8"?>
<p:presentation xmlns:p="http://schemas.openxmlformats.org/presentationml/2006/main">
  <p:sldMasterIdLst>
    <p:sldMasterId xmlns:r="http://schemas.openxmlformats.org/officeDocument/2006/relationships" id="2147483648" r:id="R842b498b0c134673"/>
  </p:sldMasterIdLst>
  <p:notesMasterIdLst>
    <p:notesMasterId xmlns:r="http://schemas.openxmlformats.org/officeDocument/2006/relationships" r:id="Rb0fa954c9142483e"/>
  </p:notesMasterIdLst>
  <p:sldIdLst>
    <p:sldId xmlns:r="http://schemas.openxmlformats.org/officeDocument/2006/relationships" id="256" r:id="R4feeff1f27934067"/>
    <p:sldId xmlns:r="http://schemas.openxmlformats.org/officeDocument/2006/relationships" id="257" r:id="Rbf381d133022421f"/>
    <p:sldId xmlns:r="http://schemas.openxmlformats.org/officeDocument/2006/relationships" id="258" r:id="Ree8de510dec44548"/>
    <p:sldId xmlns:r="http://schemas.openxmlformats.org/officeDocument/2006/relationships" id="259" r:id="R3d92b93d0e0b45e7"/>
    <p:sldId xmlns:r="http://schemas.openxmlformats.org/officeDocument/2006/relationships" id="260" r:id="R8b8d62e496c4462f"/>
    <p:sldId xmlns:r="http://schemas.openxmlformats.org/officeDocument/2006/relationships" id="261" r:id="Ra4a21e8dfcd14328"/>
    <p:sldId xmlns:r="http://schemas.openxmlformats.org/officeDocument/2006/relationships" id="262" r:id="R14cb506b34d34ea7"/>
    <p:sldId xmlns:r="http://schemas.openxmlformats.org/officeDocument/2006/relationships" id="263" r:id="R29eb51b0b12d4d6e"/>
    <p:sldId xmlns:r="http://schemas.openxmlformats.org/officeDocument/2006/relationships" id="264" r:id="Rb3923a9d67514f27"/>
    <p:sldId xmlns:r="http://schemas.openxmlformats.org/officeDocument/2006/relationships" id="265" r:id="Rb5a8b8192bcf4e71"/>
    <p:sldId xmlns:r="http://schemas.openxmlformats.org/officeDocument/2006/relationships" id="266" r:id="R2f61543059084dc4"/>
    <p:sldId xmlns:r="http://schemas.openxmlformats.org/officeDocument/2006/relationships" id="267" r:id="R7e823fedb6d9401c"/>
    <p:sldId xmlns:r="http://schemas.openxmlformats.org/officeDocument/2006/relationships" id="268" r:id="Rf4aa11975edc44a7"/>
    <p:sldId xmlns:r="http://schemas.openxmlformats.org/officeDocument/2006/relationships" id="269" r:id="R2ab924bb8f6949ca"/>
    <p:sldId xmlns:r="http://schemas.openxmlformats.org/officeDocument/2006/relationships" id="270" r:id="R9e39603ec0d549bb"/>
    <p:sldId xmlns:r="http://schemas.openxmlformats.org/officeDocument/2006/relationships" id="271" r:id="Rb954dfacb2e84d82"/>
    <p:sldId xmlns:r="http://schemas.openxmlformats.org/officeDocument/2006/relationships" id="272" r:id="R2e639cf2f47b4e43"/>
    <p:sldId xmlns:r="http://schemas.openxmlformats.org/officeDocument/2006/relationships" id="273" r:id="Rdf34a0d744704818"/>
    <p:sldId xmlns:r="http://schemas.openxmlformats.org/officeDocument/2006/relationships" id="274" r:id="R26ad4373449c47d9"/>
    <p:sldId xmlns:r="http://schemas.openxmlformats.org/officeDocument/2006/relationships" id="275" r:id="Ra6860e2e6254468e"/>
    <p:sldId xmlns:r="http://schemas.openxmlformats.org/officeDocument/2006/relationships" id="276" r:id="R9fc75c790832405a"/>
    <p:sldId xmlns:r="http://schemas.openxmlformats.org/officeDocument/2006/relationships" id="277" r:id="Rc99e5e0b3a68490e"/>
    <p:sldId xmlns:r="http://schemas.openxmlformats.org/officeDocument/2006/relationships" id="278" r:id="Rab15b21977d24d76"/>
    <p:sldId xmlns:r="http://schemas.openxmlformats.org/officeDocument/2006/relationships" id="279" r:id="R4ba9e6743c7a4ddc"/>
    <p:sldId xmlns:r="http://schemas.openxmlformats.org/officeDocument/2006/relationships" id="280" r:id="Re3f98039fc594844"/>
    <p:sldId xmlns:r="http://schemas.openxmlformats.org/officeDocument/2006/relationships" id="281" r:id="R0d36febbc8914fc4"/>
    <p:sldId xmlns:r="http://schemas.openxmlformats.org/officeDocument/2006/relationships" id="282" r:id="R436df2f6d2b1464b"/>
    <p:sldId xmlns:r="http://schemas.openxmlformats.org/officeDocument/2006/relationships" id="283" r:id="Rbc87f2c84d334091"/>
    <p:sldId xmlns:r="http://schemas.openxmlformats.org/officeDocument/2006/relationships" id="284" r:id="R46f2dd13dbf240ea"/>
    <p:sldId xmlns:r="http://schemas.openxmlformats.org/officeDocument/2006/relationships" id="285" r:id="R5787fb94e09740d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58882d5cdb4d4d" /><Relationship Type="http://schemas.openxmlformats.org/officeDocument/2006/relationships/slideMaster" Target="/ppt/slideMasters/slideMaster1.xml" Id="R842b498b0c134673" /><Relationship Type="http://schemas.openxmlformats.org/officeDocument/2006/relationships/notesMaster" Target="/ppt/notesMasters/notesMaster1.xml" Id="Rb0fa954c9142483e" /><Relationship Type="http://schemas.openxmlformats.org/officeDocument/2006/relationships/presProps" Target="/ppt/presProps.xml" Id="R80a8f6085284440d" /><Relationship Type="http://schemas.openxmlformats.org/officeDocument/2006/relationships/tableStyles" Target="/ppt/tableStyles.xml" Id="R428aa949407c409e" /><Relationship Type="http://schemas.openxmlformats.org/officeDocument/2006/relationships/slide" Target="/ppt/slides/slide1.xml" Id="R4feeff1f27934067" /><Relationship Type="http://schemas.openxmlformats.org/officeDocument/2006/relationships/slide" Target="/ppt/slides/slide2.xml" Id="Rbf381d133022421f" /><Relationship Type="http://schemas.openxmlformats.org/officeDocument/2006/relationships/slide" Target="/ppt/slides/slide3.xml" Id="Ree8de510dec44548" /><Relationship Type="http://schemas.openxmlformats.org/officeDocument/2006/relationships/slide" Target="/ppt/slides/slide4.xml" Id="R3d92b93d0e0b45e7" /><Relationship Type="http://schemas.openxmlformats.org/officeDocument/2006/relationships/slide" Target="/ppt/slides/slide5.xml" Id="R8b8d62e496c4462f" /><Relationship Type="http://schemas.openxmlformats.org/officeDocument/2006/relationships/slide" Target="/ppt/slides/slide6.xml" Id="Ra4a21e8dfcd14328" /><Relationship Type="http://schemas.openxmlformats.org/officeDocument/2006/relationships/slide" Target="/ppt/slides/slide7.xml" Id="R14cb506b34d34ea7" /><Relationship Type="http://schemas.openxmlformats.org/officeDocument/2006/relationships/slide" Target="/ppt/slides/slide8.xml" Id="R29eb51b0b12d4d6e" /><Relationship Type="http://schemas.openxmlformats.org/officeDocument/2006/relationships/slide" Target="/ppt/slides/slide9.xml" Id="Rb3923a9d67514f27" /><Relationship Type="http://schemas.openxmlformats.org/officeDocument/2006/relationships/slide" Target="/ppt/slides/slide10.xml" Id="Rb5a8b8192bcf4e71" /><Relationship Type="http://schemas.openxmlformats.org/officeDocument/2006/relationships/slide" Target="/ppt/slides/slide11.xml" Id="R2f61543059084dc4" /><Relationship Type="http://schemas.openxmlformats.org/officeDocument/2006/relationships/slide" Target="/ppt/slides/slide12.xml" Id="R7e823fedb6d9401c" /><Relationship Type="http://schemas.openxmlformats.org/officeDocument/2006/relationships/slide" Target="/ppt/slides/slide13.xml" Id="Rf4aa11975edc44a7" /><Relationship Type="http://schemas.openxmlformats.org/officeDocument/2006/relationships/slide" Target="/ppt/slides/slide14.xml" Id="R2ab924bb8f6949ca" /><Relationship Type="http://schemas.openxmlformats.org/officeDocument/2006/relationships/slide" Target="/ppt/slides/slide15.xml" Id="R9e39603ec0d549bb" /><Relationship Type="http://schemas.openxmlformats.org/officeDocument/2006/relationships/slide" Target="/ppt/slides/slide16.xml" Id="Rb954dfacb2e84d82" /><Relationship Type="http://schemas.openxmlformats.org/officeDocument/2006/relationships/slide" Target="/ppt/slides/slide17.xml" Id="R2e639cf2f47b4e43" /><Relationship Type="http://schemas.openxmlformats.org/officeDocument/2006/relationships/slide" Target="/ppt/slides/slide18.xml" Id="Rdf34a0d744704818" /><Relationship Type="http://schemas.openxmlformats.org/officeDocument/2006/relationships/slide" Target="/ppt/slides/slide19.xml" Id="R26ad4373449c47d9" /><Relationship Type="http://schemas.openxmlformats.org/officeDocument/2006/relationships/slide" Target="/ppt/slides/slide20.xml" Id="Ra6860e2e6254468e" /><Relationship Type="http://schemas.openxmlformats.org/officeDocument/2006/relationships/slide" Target="/ppt/slides/slide21.xml" Id="R9fc75c790832405a" /><Relationship Type="http://schemas.openxmlformats.org/officeDocument/2006/relationships/slide" Target="/ppt/slides/slide22.xml" Id="Rc99e5e0b3a68490e" /><Relationship Type="http://schemas.openxmlformats.org/officeDocument/2006/relationships/slide" Target="/ppt/slides/slide23.xml" Id="Rab15b21977d24d76" /><Relationship Type="http://schemas.openxmlformats.org/officeDocument/2006/relationships/slide" Target="/ppt/slides/slide24.xml" Id="R4ba9e6743c7a4ddc" /><Relationship Type="http://schemas.openxmlformats.org/officeDocument/2006/relationships/slide" Target="/ppt/slides/slide25.xml" Id="Re3f98039fc594844" /><Relationship Type="http://schemas.openxmlformats.org/officeDocument/2006/relationships/slide" Target="/ppt/slides/slide26.xml" Id="R0d36febbc8914fc4" /><Relationship Type="http://schemas.openxmlformats.org/officeDocument/2006/relationships/slide" Target="/ppt/slides/slide27.xml" Id="R436df2f6d2b1464b" /><Relationship Type="http://schemas.openxmlformats.org/officeDocument/2006/relationships/slide" Target="/ppt/slides/slide28.xml" Id="Rbc87f2c84d334091" /><Relationship Type="http://schemas.openxmlformats.org/officeDocument/2006/relationships/slide" Target="/ppt/slides/slide29.xml" Id="R46f2dd13dbf240ea" /><Relationship Type="http://schemas.openxmlformats.org/officeDocument/2006/relationships/slide" Target="/ppt/slides/slide30.xml" Id="R5787fb94e09740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5f65761d014f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3f41485d884137" /><Relationship Type="http://schemas.openxmlformats.org/officeDocument/2006/relationships/notesMaster" Target="/ppt/notesMasters/notesMaster1.xml" Id="Re024bbefacee4a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5231b0492d4ada" /><Relationship Type="http://schemas.openxmlformats.org/officeDocument/2006/relationships/notesMaster" Target="/ppt/notesMasters/notesMaster1.xml" Id="Rbc3ca03f234b45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cca0114aa649df" /><Relationship Type="http://schemas.openxmlformats.org/officeDocument/2006/relationships/notesMaster" Target="/ppt/notesMasters/notesMaster1.xml" Id="R1744c5af67f341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2f30d72650449d" /><Relationship Type="http://schemas.openxmlformats.org/officeDocument/2006/relationships/notesMaster" Target="/ppt/notesMasters/notesMaster1.xml" Id="Ra20eb788741d4f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05199e8f3c4dc1" /><Relationship Type="http://schemas.openxmlformats.org/officeDocument/2006/relationships/notesMaster" Target="/ppt/notesMasters/notesMaster1.xml" Id="Rbd62f9431bbc44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f529989c6449f3" /><Relationship Type="http://schemas.openxmlformats.org/officeDocument/2006/relationships/notesMaster" Target="/ppt/notesMasters/notesMaster1.xml" Id="R588eeb58d72b4a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af01211d8f4f48" /><Relationship Type="http://schemas.openxmlformats.org/officeDocument/2006/relationships/notesMaster" Target="/ppt/notesMasters/notesMaster1.xml" Id="Ra6d7110954b143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b32acc6d1964621" /><Relationship Type="http://schemas.openxmlformats.org/officeDocument/2006/relationships/notesMaster" Target="/ppt/notesMasters/notesMaster1.xml" Id="R25b87ffc20e348a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354966210d4120" /><Relationship Type="http://schemas.openxmlformats.org/officeDocument/2006/relationships/notesMaster" Target="/ppt/notesMasters/notesMaster1.xml" Id="Re8df37089aef45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ddbb5233b642f5" /><Relationship Type="http://schemas.openxmlformats.org/officeDocument/2006/relationships/notesMaster" Target="/ppt/notesMasters/notesMaster1.xml" Id="Rf121d9e52eaf43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a2a3a62af84f2e" /><Relationship Type="http://schemas.openxmlformats.org/officeDocument/2006/relationships/notesMaster" Target="/ppt/notesMasters/notesMaster1.xml" Id="R090a14f817d045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c802c690ac2488b" /><Relationship Type="http://schemas.openxmlformats.org/officeDocument/2006/relationships/notesMaster" Target="/ppt/notesMasters/notesMaster1.xml" Id="R9a5a60baec86464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e4c32fe8a945c6" /><Relationship Type="http://schemas.openxmlformats.org/officeDocument/2006/relationships/notesMaster" Target="/ppt/notesMasters/notesMaster1.xml" Id="R67034fdade3149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3a12d15955f4ca0" /><Relationship Type="http://schemas.openxmlformats.org/officeDocument/2006/relationships/notesMaster" Target="/ppt/notesMasters/notesMaster1.xml" Id="Rd297492453014b6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36386d1eab74237" /><Relationship Type="http://schemas.openxmlformats.org/officeDocument/2006/relationships/notesMaster" Target="/ppt/notesMasters/notesMaster1.xml" Id="Ra9ee9e46efdd49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d7c8cead3204c54" /><Relationship Type="http://schemas.openxmlformats.org/officeDocument/2006/relationships/notesMaster" Target="/ppt/notesMasters/notesMaster1.xml" Id="Rbd651c9734324c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e936552e7c34989" /><Relationship Type="http://schemas.openxmlformats.org/officeDocument/2006/relationships/notesMaster" Target="/ppt/notesMasters/notesMaster1.xml" Id="R9a193f4a174140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a15431d8a7044c2" /><Relationship Type="http://schemas.openxmlformats.org/officeDocument/2006/relationships/notesMaster" Target="/ppt/notesMasters/notesMaster1.xml" Id="R27b9dcf6d0a94a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a36947deba4692" /><Relationship Type="http://schemas.openxmlformats.org/officeDocument/2006/relationships/notesMaster" Target="/ppt/notesMasters/notesMaster1.xml" Id="R2000e06fad734a1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50cd0af4b8c4dcc" /><Relationship Type="http://schemas.openxmlformats.org/officeDocument/2006/relationships/notesMaster" Target="/ppt/notesMasters/notesMaster1.xml" Id="R9aa7f5928d1741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62aae6f004469e" /><Relationship Type="http://schemas.openxmlformats.org/officeDocument/2006/relationships/notesMaster" Target="/ppt/notesMasters/notesMaster1.xml" Id="Raafbb570b25841d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84cf22f8e4040ef" /><Relationship Type="http://schemas.openxmlformats.org/officeDocument/2006/relationships/notesMaster" Target="/ppt/notesMasters/notesMaster1.xml" Id="R1d0dd82b88084d0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48843dde2f4c0b" /><Relationship Type="http://schemas.openxmlformats.org/officeDocument/2006/relationships/notesMaster" Target="/ppt/notesMasters/notesMaster1.xml" Id="R9dfbf4bef74647a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8de80888b2d46c1" /><Relationship Type="http://schemas.openxmlformats.org/officeDocument/2006/relationships/notesMaster" Target="/ppt/notesMasters/notesMaster1.xml" Id="Rd70aaae502f946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db43b70aa1c4e0a" /><Relationship Type="http://schemas.openxmlformats.org/officeDocument/2006/relationships/notesMaster" Target="/ppt/notesMasters/notesMaster1.xml" Id="R0fd448ca6ce144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def097b02e945c6" /><Relationship Type="http://schemas.openxmlformats.org/officeDocument/2006/relationships/notesMaster" Target="/ppt/notesMasters/notesMaster1.xml" Id="R3094456247574ba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fb555edd7b84a2d" /><Relationship Type="http://schemas.openxmlformats.org/officeDocument/2006/relationships/notesMaster" Target="/ppt/notesMasters/notesMaster1.xml" Id="R405cc84a689c492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f5158bfe187434f" /><Relationship Type="http://schemas.openxmlformats.org/officeDocument/2006/relationships/notesMaster" Target="/ppt/notesMasters/notesMaster1.xml" Id="Rfa2821374a4b4c5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b82e91e70aa46e5" /><Relationship Type="http://schemas.openxmlformats.org/officeDocument/2006/relationships/notesMaster" Target="/ppt/notesMasters/notesMaster1.xml" Id="R20a649e779fa4d5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768ace173ba4d6a" /><Relationship Type="http://schemas.openxmlformats.org/officeDocument/2006/relationships/notesMaster" Target="/ppt/notesMasters/notesMaster1.xml" Id="Rdebff34214b448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b7463993dc049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01f2977e4a4fd4" /><Relationship Type="http://schemas.openxmlformats.org/officeDocument/2006/relationships/slideLayout" Target="/ppt/slideLayouts/slideLayout1.xml" Id="Raa39699cf91b47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39699cf91b47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8f9a0fddaf64982" /><Relationship Type="http://schemas.openxmlformats.org/officeDocument/2006/relationships/image" Target="/ppt/media/image.jpeg" Id="R5434efd4a8f843f3" /><Relationship Type="http://schemas.openxmlformats.org/officeDocument/2006/relationships/notesSlide" Target="/ppt/notesSlides/notesSlide1.xml" Id="R73781cdd3f074a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6f402d205c04c6b" /><Relationship Type="http://schemas.openxmlformats.org/officeDocument/2006/relationships/image" Target="/ppt/media/image2.jpeg" Id="R58b48e97e0b5478a" /><Relationship Type="http://schemas.openxmlformats.org/officeDocument/2006/relationships/notesSlide" Target="/ppt/notesSlides/notesSlide2.xml" Id="Rea887c79141743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678c463b404616" /><Relationship Type="http://schemas.openxmlformats.org/officeDocument/2006/relationships/image" Target="/ppt/media/image3.jpeg" Id="R08984a5ca2994590" /><Relationship Type="http://schemas.openxmlformats.org/officeDocument/2006/relationships/notesSlide" Target="/ppt/notesSlides/notesSlide3.xml" Id="Re0547cd245804a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e84104ac1b4416" /><Relationship Type="http://schemas.openxmlformats.org/officeDocument/2006/relationships/image" Target="/ppt/media/image4.jpeg" Id="R854a9a1573f94df1" /><Relationship Type="http://schemas.openxmlformats.org/officeDocument/2006/relationships/notesSlide" Target="/ppt/notesSlides/notesSlide4.xml" Id="R2f9822f187a04f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58294f450d4f0b" /><Relationship Type="http://schemas.openxmlformats.org/officeDocument/2006/relationships/image" Target="/ppt/media/image5.jpeg" Id="R05d95823f5a74ddc" /><Relationship Type="http://schemas.openxmlformats.org/officeDocument/2006/relationships/notesSlide" Target="/ppt/notesSlides/notesSlide5.xml" Id="Rd152d6db13a44c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ce7493f73ae48c2" /><Relationship Type="http://schemas.openxmlformats.org/officeDocument/2006/relationships/image" Target="/ppt/media/image6.jpeg" Id="Rc16f179b24cf429e" /><Relationship Type="http://schemas.openxmlformats.org/officeDocument/2006/relationships/notesSlide" Target="/ppt/notesSlides/notesSlide6.xml" Id="R33bd2427202142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3159b55cd544d5" /><Relationship Type="http://schemas.openxmlformats.org/officeDocument/2006/relationships/image" Target="/ppt/media/image7.jpeg" Id="R9b1c8deb0a6f47b0" /><Relationship Type="http://schemas.openxmlformats.org/officeDocument/2006/relationships/notesSlide" Target="/ppt/notesSlides/notesSlide7.xml" Id="R5a6590284a524b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d60d1d884ef4b00" /><Relationship Type="http://schemas.openxmlformats.org/officeDocument/2006/relationships/image" Target="/ppt/media/image8.jpeg" Id="Rcd9f6b0b848a4fc2" /><Relationship Type="http://schemas.openxmlformats.org/officeDocument/2006/relationships/notesSlide" Target="/ppt/notesSlides/notesSlide8.xml" Id="Rff105b6c16da45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626f0cd725448e0" /><Relationship Type="http://schemas.openxmlformats.org/officeDocument/2006/relationships/image" Target="/ppt/media/image9.jpeg" Id="Rd3f98d428d814c36" /><Relationship Type="http://schemas.openxmlformats.org/officeDocument/2006/relationships/notesSlide" Target="/ppt/notesSlides/notesSlide9.xml" Id="R7f41fc3d60b64c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d8890a9e1af4aea" /><Relationship Type="http://schemas.openxmlformats.org/officeDocument/2006/relationships/image" Target="/ppt/media/image10.jpeg" Id="R4418822f87404c8d" /><Relationship Type="http://schemas.openxmlformats.org/officeDocument/2006/relationships/notesSlide" Target="/ppt/notesSlides/notesSlide10.xml" Id="R4979992f6d2b4cc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72c5fa6c6154e75" /><Relationship Type="http://schemas.openxmlformats.org/officeDocument/2006/relationships/image" Target="/ppt/media/image11.jpeg" Id="Redb0fc7eafde4753" /><Relationship Type="http://schemas.openxmlformats.org/officeDocument/2006/relationships/notesSlide" Target="/ppt/notesSlides/notesSlide11.xml" Id="R99316a3006ce42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eb9e632de2f47c0" /><Relationship Type="http://schemas.openxmlformats.org/officeDocument/2006/relationships/image" Target="/ppt/media/image12.jpeg" Id="Rb117c7394e63414f" /><Relationship Type="http://schemas.openxmlformats.org/officeDocument/2006/relationships/notesSlide" Target="/ppt/notesSlides/notesSlide12.xml" Id="Ra585a5a9666e42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5a33e533f6e43fa" /><Relationship Type="http://schemas.openxmlformats.org/officeDocument/2006/relationships/image" Target="/ppt/media/image13.jpeg" Id="R9f3bded9aa224a4b" /><Relationship Type="http://schemas.openxmlformats.org/officeDocument/2006/relationships/notesSlide" Target="/ppt/notesSlides/notesSlide13.xml" Id="R729a661a36a541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c2c3830dc534c0d" /><Relationship Type="http://schemas.openxmlformats.org/officeDocument/2006/relationships/image" Target="/ppt/media/image14.jpeg" Id="R14f81a253d054741" /><Relationship Type="http://schemas.openxmlformats.org/officeDocument/2006/relationships/notesSlide" Target="/ppt/notesSlides/notesSlide14.xml" Id="Rb444fb6f827c46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23c03634c5a4a7e" /><Relationship Type="http://schemas.openxmlformats.org/officeDocument/2006/relationships/image" Target="/ppt/media/image15.jpeg" Id="Rf4290f9426f24a23" /><Relationship Type="http://schemas.openxmlformats.org/officeDocument/2006/relationships/notesSlide" Target="/ppt/notesSlides/notesSlide15.xml" Id="Rc69c11c671c449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20cd9e22c9241ba" /><Relationship Type="http://schemas.openxmlformats.org/officeDocument/2006/relationships/image" Target="/ppt/media/image16.jpeg" Id="R51a1064e09914fa9" /><Relationship Type="http://schemas.openxmlformats.org/officeDocument/2006/relationships/notesSlide" Target="/ppt/notesSlides/notesSlide16.xml" Id="R0102fd2e53f440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ad04fbda78049b1" /><Relationship Type="http://schemas.openxmlformats.org/officeDocument/2006/relationships/image" Target="/ppt/media/image17.jpeg" Id="R0156442749ed48ab" /><Relationship Type="http://schemas.openxmlformats.org/officeDocument/2006/relationships/notesSlide" Target="/ppt/notesSlides/notesSlide17.xml" Id="R5c58f3c57359418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c3e8ed1a00498a" /><Relationship Type="http://schemas.openxmlformats.org/officeDocument/2006/relationships/image" Target="/ppt/media/image18.jpeg" Id="Re56659ee0f3846eb" /><Relationship Type="http://schemas.openxmlformats.org/officeDocument/2006/relationships/notesSlide" Target="/ppt/notesSlides/notesSlide18.xml" Id="R591a69f90fa4461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d48b741423d4a47" /><Relationship Type="http://schemas.openxmlformats.org/officeDocument/2006/relationships/image" Target="/ppt/media/image19.jpeg" Id="Rd3c3892d6bdc4d32" /><Relationship Type="http://schemas.openxmlformats.org/officeDocument/2006/relationships/notesSlide" Target="/ppt/notesSlides/notesSlide19.xml" Id="R045807375e9243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8fcdc8780864b6e" /><Relationship Type="http://schemas.openxmlformats.org/officeDocument/2006/relationships/image" Target="/ppt/media/image20.jpeg" Id="Rea5fcaff2d724824" /><Relationship Type="http://schemas.openxmlformats.org/officeDocument/2006/relationships/notesSlide" Target="/ppt/notesSlides/notesSlide20.xml" Id="R920f200e1f374fa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4c0fed31a864913" /><Relationship Type="http://schemas.openxmlformats.org/officeDocument/2006/relationships/image" Target="/ppt/media/image21.jpeg" Id="R427241e585f84cc5" /><Relationship Type="http://schemas.openxmlformats.org/officeDocument/2006/relationships/notesSlide" Target="/ppt/notesSlides/notesSlide21.xml" Id="R62c0ba17473349d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7433ed30db34e4d" /><Relationship Type="http://schemas.openxmlformats.org/officeDocument/2006/relationships/image" Target="/ppt/media/image22.jpeg" Id="R02ef4f87be11457f" /><Relationship Type="http://schemas.openxmlformats.org/officeDocument/2006/relationships/notesSlide" Target="/ppt/notesSlides/notesSlide22.xml" Id="R52c18a8f7dcd4f2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981a33d2e34f4e" /><Relationship Type="http://schemas.openxmlformats.org/officeDocument/2006/relationships/image" Target="/ppt/media/image23.jpeg" Id="R08a0fe913ddf45c3" /><Relationship Type="http://schemas.openxmlformats.org/officeDocument/2006/relationships/notesSlide" Target="/ppt/notesSlides/notesSlide23.xml" Id="R0f0d9c6ad5e4437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565ed128b414ad1" /><Relationship Type="http://schemas.openxmlformats.org/officeDocument/2006/relationships/image" Target="/ppt/media/image24.jpeg" Id="R78eeb810638e4e92" /><Relationship Type="http://schemas.openxmlformats.org/officeDocument/2006/relationships/notesSlide" Target="/ppt/notesSlides/notesSlide24.xml" Id="Rf8b6ffd986d248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85f54f749ec4652" /><Relationship Type="http://schemas.openxmlformats.org/officeDocument/2006/relationships/image" Target="/ppt/media/image25.jpeg" Id="R4e82ef9cfa284947" /><Relationship Type="http://schemas.openxmlformats.org/officeDocument/2006/relationships/notesSlide" Target="/ppt/notesSlides/notesSlide25.xml" Id="R6ce7d3f220fc4e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8074c4a67264019" /><Relationship Type="http://schemas.openxmlformats.org/officeDocument/2006/relationships/image" Target="/ppt/media/image26.jpeg" Id="Raf1c6dd5a4b0455c" /><Relationship Type="http://schemas.openxmlformats.org/officeDocument/2006/relationships/notesSlide" Target="/ppt/notesSlides/notesSlide26.xml" Id="R5d9f0d43d39c4b6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2ee470d01a94593" /><Relationship Type="http://schemas.openxmlformats.org/officeDocument/2006/relationships/image" Target="/ppt/media/image27.jpeg" Id="Rb4ed1509198d4557" /><Relationship Type="http://schemas.openxmlformats.org/officeDocument/2006/relationships/notesSlide" Target="/ppt/notesSlides/notesSlide27.xml" Id="R569acf909c4f497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9c81fa9aab341d0" /><Relationship Type="http://schemas.openxmlformats.org/officeDocument/2006/relationships/image" Target="/ppt/media/image28.jpeg" Id="R4febcec0e73e410d" /><Relationship Type="http://schemas.openxmlformats.org/officeDocument/2006/relationships/notesSlide" Target="/ppt/notesSlides/notesSlide28.xml" Id="R2f1696aad529479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cad981728e14891" /><Relationship Type="http://schemas.openxmlformats.org/officeDocument/2006/relationships/image" Target="/ppt/media/image29.jpeg" Id="Rff1b3545365a4a42" /><Relationship Type="http://schemas.openxmlformats.org/officeDocument/2006/relationships/notesSlide" Target="/ppt/notesSlides/notesSlide29.xml" Id="Rc6a70109a01b4c6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34de584b0e54f4f" /><Relationship Type="http://schemas.openxmlformats.org/officeDocument/2006/relationships/image" Target="/ppt/media/image30.jpeg" Id="Rd571d875c16947c7" /><Relationship Type="http://schemas.openxmlformats.org/officeDocument/2006/relationships/notesSlide" Target="/ppt/notesSlides/notesSlide30.xml" Id="R56f527558f6c466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434efd4a8f843f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B103544-4B9D-4D43-B92C-C963CA2BDC9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94797489-1ED6-47EA-9112-4AC85D47B450}"/>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3EF30D14-CF09-49E2-9D1A-A852B2917C7E}"/>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AB60136D-E6B1-43DC-B7C9-1DB477BBFC1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8B85916D-11B1-4594-9899-99A2C1E7BFF9}"/>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18A6B1A-ECC0-4852-86E3-C21A232079E4}"/>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F510D838-AA30-4155-AD66-C9A8F531EF97}"/>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F1036635-D175-47AA-A36E-64BFC1060998}"/>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CC447A81-7990-45F9-BB39-EB48C77A15F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6D764E60-0993-46DE-8533-165A73C7C376}"/>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C3367422-067A-4A06-A356-C12D54CFC57F}"/>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2B7F662B-3EF4-42A3-BD0C-2907EA2D0D61}"/>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4DE18FC6-D69A-450A-A33F-9BE1598F34F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784B178B-3945-47A7-8878-577A57CE607C}"/>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766242C9-2DEE-44F8-AE10-CFB008FC5526}"/>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AD0E4AB1-0465-461B-98F7-B1FD0F0FF586}"/>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CA3521C5-5529-4AF3-9ED1-8EF4F6E6F231}"/>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7E2AD436-9D9D-4F29-80B7-A64873C70CBC}"/>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C08926E6-F40E-4952-A037-9CB108219443}"/>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0BEDF14C-2327-493C-936D-A91F632A5D91}"/>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7830FED-79D7-4EBB-903E-5FB20343273A}"/>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21F08B8-8A17-45EF-B702-733A649C39F8}"/>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5D0FDC45-69FA-418B-B925-75698D7774AF}"/>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20D96BDA-D26B-443B-AB72-AEC2D7442FA1}"/>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14CA78EA-656F-43F0-8341-CDA72BD464D0}"/>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73954A69-104A-4AFE-BC5C-43C409ACAC0A}"/>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F4E29A8-FD0D-464B-A0D2-AABE3F9F7FF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1B95239B-F5A7-4618-A1FF-456AA0AF6B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26850568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58b48e97e0b5478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D64CA3-53A3-440F-BA26-70804764600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35E5670-D952-4039-A79B-D3F6CC15862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6984BC92-F540-4292-BA06-0FA633E3D5A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1363B49-B64E-44CB-99AF-A729A857A2D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8AB1A0B6-EA25-4EF6-910D-CFBE33C2AD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9FAF181-C98D-4281-8668-B565EFC30B5A}"/>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F2DB922D-901C-4A0D-9787-FE883528632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24FC1833-25F4-4B98-9ED8-3E4AEEC4A39A}"/>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55E6B8C6-77A3-4841-A020-CB1DD1D02125}"/>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397B5DCA-33D7-4E8A-8A72-65CE01CC17E4}"/>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66C61719-2E79-4C36-A713-652A773A43FE}"/>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BC2B73E7-4694-4642-BCBE-65FCF94F0096}"/>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C34730B4-9151-4DB0-ACC6-B6E36F99ADDD}"/>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C1E624D2-A2F7-4378-A19C-530D1B076D1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AFE0E6FE-7FE4-4CC3-B9DD-297A4C8133C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45E15549-B675-4FBC-8204-BB7A6429F569}"/>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EF975CDF-0499-4267-B8B2-CF869035B7A0}"/>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AC59E453-56C4-4D7B-9A55-684D1A40665F}"/>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6521A45C-5094-4A0A-B300-14F10A410C7F}"/>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9966B663-9CAC-4ABA-BDDD-D6BB9FA620E3}"/>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9FF58DBF-131A-42C4-9623-F5128EA7DB40}"/>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69FA96DB-AA2F-4F68-AC4D-83BD0CA98858}"/>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3739FE35-4AC0-4FA5-B43F-C02E3F86352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705C3042-6CAD-495A-A289-D63C21C4CD54}"/>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3CA23EA5-60D0-4AA9-9D41-369DF28FD357}"/>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028B660A-F8D1-4190-82B1-7CE486BD5567}"/>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03191DD0-031A-47FD-81BD-539F0DB35541}"/>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153821F9-8050-425E-9529-1E8CFA1D55AF}"/>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0AE60466-18AF-410D-9029-CEEA814DAE18}"/>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187917FA-6000-4514-9034-354266F3FBF6}"/>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441E2739-5373-412A-8A37-7B0E8251D91A}"/>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3618E419-F0E9-43EF-BFE2-32E27EBE8F86}"/>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80DB5DD3-449A-4715-A2B3-BB5FAF08411F}"/>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749521FD-AE6F-4059-9A77-1FEE8D5340A6}"/>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221E64B6-8118-463B-A42C-FD79E76A12D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62492203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8984a5ca299459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C73507-BEC4-4E00-833E-3D85D28B5EF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560C3CB-61DB-4DED-9B75-CE97532A790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86CCE5AA-C6D4-479C-9A11-718627301CA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89DEFA8-F7F0-4B69-8083-E80C7A09C65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7FDE9467-2D94-4BC5-ADB8-A2DB6E6AB8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2D6B64B-1340-4F0E-A28C-B17A2F746675}"/>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76C1E46E-AA38-41B3-A47E-48B2DBE5EDB2}"/>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9C27E0DD-71F2-4669-AD90-AA7581CE8624}"/>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23F2FCC2-271A-467C-99AA-8DDD8E83B0C6}"/>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6231643A-C42E-4EA7-B40B-FE824D86D1F0}"/>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C97BE266-A5F4-4DE7-8712-9DE8CDF0A3E9}"/>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06092EAB-5DEA-436B-94D6-D3A8A54310A0}"/>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3C394633-4877-4C24-9681-7AE8B22F51C7}"/>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E0CA1FEF-6116-43EF-95DD-B6E2C32E433B}"/>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7D480CE8-4B90-4FC5-9471-1E75F8A4217A}"/>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BDEE6390-58F4-4411-B28F-F5D1FDE8D7E6}"/>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DB79076C-CCBA-43B1-A1D3-0FE6CDD1C371}"/>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D9FEA07C-1B84-4B2A-8661-6E4F31A79E3C}"/>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9B818758-3198-425B-8845-6493C033226D}"/>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377E2A4A-02E9-4017-8102-904F0D14B82F}"/>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14AD007E-E7EC-4987-8B5A-7C79F72D107E}"/>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A4DDF8E4-0789-4A39-92AA-C4FF77F32B17}"/>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4B3927F7-1771-4AE1-95B5-6CBA5D225CA8}"/>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9F56D58E-D4E6-4093-BD7F-4E621C20DBB8}"/>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D4192360-F4F9-46BC-B216-32E20C5FC8C5}"/>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CFF6E479-5C20-44EA-8540-9C41C044AE40}"/>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A4CD05D4-3A2C-4560-B8D0-BAE8ECA25EE9}"/>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80F74B39-408A-4AC5-964F-4FF6B9235890}"/>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DB021525-7A5D-48E2-B60B-897EDAAADFAD}"/>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7A396E00-DE27-4F35-A8DC-91E1C501544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03628955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54a9a1573f94df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1EBCF0-F12F-44F0-B602-24E35D014DD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47FD56F-B9FA-4D4E-91CE-0CE0ED793AD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FA0A7627-398C-4BD4-8F4A-E5A985A3FD0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1E7D6E4-1564-4DE9-8701-F2DF54196F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B1BC240-66A9-49BE-ADD0-E8357B7357E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184825A-9629-4A24-A08E-E4B834D91A2C}"/>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5786C1EE-C155-4ECF-8C04-9E0592AD284A}"/>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4E295382-D487-4356-9C5F-2CD8788C5F22}"/>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236E162-2FE0-4D16-8173-0B0E4AD018BB}"/>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C439CA8F-551D-4068-A7B7-4DA372251443}"/>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FCC7A88E-979D-440C-923C-1F4D2C5D5F21}"/>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370F9111-D46A-4D30-88A9-96BB397EA300}"/>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873E1E31-38E8-442F-9580-553E644C4970}"/>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FC109015-AE37-4565-AFC7-4DCABFF6F0A5}"/>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678D0751-9D59-4C68-80BF-442563914395}"/>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B251FFA2-459D-41DA-83BC-51CAE278932B}"/>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53586082-3F6E-48AD-B20F-AE2C285FF64D}"/>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7F45E8D5-46F8-4CA3-9335-227E5F7F18E4}"/>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BA191DBF-1650-4FBB-97E0-F264AF22B588}"/>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72AC4A94-F2D1-4825-A2FE-D786886305E8}"/>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DCC8772B-06C8-491D-8B84-ABA7FB4AAB71}"/>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91920B96-56E1-4F90-86F5-9402E8EF3964}"/>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6779521B-96D8-4786-9418-64DCF70D89C6}"/>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7994F3A5-1FA6-493F-862C-8BDFA8A5B8A2}"/>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C54F94F4-C04D-4839-9A93-CD3C5850FE5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03107028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5d95823f5a74d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AD2C4C5-14F4-4380-8073-332EA65213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B53650C-DBFA-4295-96E1-3EE376F4145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AE985633-05EF-4D19-9362-048AFAA9717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D46FA4B-A882-4DB2-B4E1-B39C0034D7E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927BD63A-AA99-40B5-8574-2384CEA7589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6F742A2-AA3E-45DA-BC50-81D1A1891236}"/>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7FF6EE96-D2D6-4267-B86E-D25C75EB0B8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1F1B1652-8BDC-415F-A389-55A1BB9CA977}"/>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FE31F237-4F63-42FE-B6A7-7AA56495726D}"/>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D8B98490-1628-4606-8182-0EC73C0FC11B}"/>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2397102-D903-4DD8-93B5-02372248F517}"/>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C41735D2-DDAF-4637-B81E-D9BD2FA7CD3D}"/>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85A8179B-AD1E-40EB-8CC9-0C382F3C7932}"/>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9DA20DCE-D33A-48DE-868D-59B47956DA06}"/>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15BBD38-667D-42C9-ABD7-B7A6CC7301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22B2152-40FB-4A8D-B9D2-38112A142C49}"/>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ECDEF1A4-9D82-4F94-9187-9A0C91AD5A37}"/>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89274220-2999-4CE7-A30C-AAFCBFAEF098}"/>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6A7456A-D260-4CAE-B612-537140FE9F95}"/>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779CE729-6DC0-4C97-B071-DABD63330E15}"/>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1C99DCCC-FF9C-4459-A6C3-0496889D478F}"/>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9557134B-D9FF-4B20-AC9C-9C05CCEB6227}"/>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BA19F93F-DAA4-46EE-9AA3-3972D9DA4CAF}"/>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E159D1F1-3EB5-48E4-A191-77175BF88002}"/>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E73DB047-28AB-4EA4-A69C-6E4EE0BB67FD}"/>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4373F3C4-AE5F-4558-B96C-E565B838FE2C}"/>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74F9C77F-F69D-4BA7-87FF-CDB9CCDCCD0D}"/>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67E89215-1E30-48B3-8B10-A9259B4BAABC}"/>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20AF33AC-CD28-4F47-A1C3-4CDD74F48A53}"/>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07D1BCBE-0295-4234-88F1-B4365841B328}"/>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05272DA0-A23C-4906-B3C7-5B25FE43744E}"/>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160F7764-78EE-4A25-B3DD-FFD3A0574592}"/>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8174A48E-079F-4C78-B84A-1129C821EDD6}"/>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26DB8994-4C32-4BBA-8F66-3D7968CFA3DC}"/>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B68AE2EC-BF51-45BF-80E5-74D02B4AA834}"/>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6FFFB8D1-B229-4978-851E-A5FFD5C324E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77681147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16f179b24cf429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052C29-C60C-4483-8959-7F2B23984F7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0AE83BC-3BEF-44DC-8453-ABC2FAB9A04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6AEC59DA-363C-4A0D-A2FF-56694747EF6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1C4BC7D-D7A9-4088-A9E5-8415B8BE283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2F37F801-8B4B-41EB-8438-AF88AD82CF1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44A137B-D293-49D4-BE53-05E4B5E06FD4}"/>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61F87270-4F3D-489D-91FA-2795970D1BCC}"/>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1451A245-1894-41ED-9FA5-B68FD4B1C067}"/>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1CD50807-2DA8-458D-9301-8B842A5C8E91}"/>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08DB22FE-D58F-416D-AAA7-2B8D3B60D6ED}"/>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FA377BE7-893C-4111-AA1C-D1A902478527}"/>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E2ACFD12-C16A-4D93-BF18-D9574F9C3AA7}"/>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928A8784-461E-4456-BBDD-A86B490B0B0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42E31176-07C2-4C17-B86A-696A13B3709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2021059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b1c8deb0a6f47b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E8D7D8E-232D-4CD1-9E2F-7B96FE053EB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DD7D49-A8C5-45F4-A08F-2DB850D4824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1E9CA1C9-5CDA-4F2C-841B-E3AFD4BF607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B2837A-F106-4CF1-81D7-4178158AFC2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A407A1BE-CF25-45CA-8FA1-476E975347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C0F86D1-0213-4F00-BD02-291E18677879}"/>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7D55F0B-6FA0-4C1E-AF33-0144541E3985}"/>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713169DA-CB20-451F-ACD7-08AD40D5C66B}"/>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4064037-2DE4-4ECD-8EB6-A7CF038E0B31}"/>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ACDFD476-2721-470A-B2BC-723B8B2E3FF8}"/>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5DB4AD55-AB0C-4071-8249-57C47F45573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8C0068B5-E017-485C-8B8D-639174A30AB1}"/>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44896D41-F94C-419C-9577-2132FA22A2F1}"/>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9F072AEF-566E-4701-9A08-B1D7C9CBED7D}"/>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487F7105-1E51-409E-A7E2-DB1799AC22BA}"/>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650BFE80-C94F-4E96-9F26-03F3F5B8687F}"/>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377400A9-676E-4818-8325-DC60607996EF}"/>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8CC2447E-8388-4274-B3D7-816B6568FDBD}"/>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9170E263-9184-40D0-A2F2-4A45BB8340A0}"/>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3D9D05A0-9358-47E4-A55D-188D7915EF6F}"/>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50112C12-56DE-4415-8899-C62154D88EE2}"/>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C3BB890F-F2AA-49B2-84A7-751C0DC31215}"/>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EDB59DAA-7B4D-4EEB-A40E-1F5DABB0A081}"/>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D4E2E035-DA95-40C0-A2AD-7691A0A4818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78635276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d9f6b0b848a4f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19C3D34-D31D-4315-A4FD-1B34B03A928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9516AA4-DA7D-4812-AC1C-F95FE572E08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4BAFF048-3E34-4318-90D1-938C44BE6A8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C1AF3C7-4071-4015-98D1-2FA7EACB396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17B5A4BD-1052-4355-8AB8-86A90D5D24A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A017C74-CEAA-4E8C-9B70-1EB227083EF7}"/>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6363605-382C-4201-8035-CB2400087F51}"/>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BB162787-96CB-485E-8476-4DB9AB80388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A8268AAB-4210-45E1-95F4-0B2A3A52B5CA}"/>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534A1A8-5133-4027-9E83-0005E6AB003A}"/>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57E5264A-1A93-416B-9F5D-6E6CEDC34937}"/>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559AA9AE-5B0F-4F2A-A181-A1D7F5952C9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36F5C947-3BEC-4DF2-98CF-088D9653245D}"/>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7D199580-200B-407A-B6AE-261E08E59FAE}"/>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1D2008DB-E0E0-4F6B-8D96-519F3C6B8402}"/>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BBB6679A-0184-4FC7-A4B3-C1AB5FA81004}"/>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FBBBB8EA-75A3-43C3-8257-BFFE3EFFE55D}"/>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0AFBF2D2-6DA5-42DF-9545-6834A4429554}"/>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138048CB-684F-479C-B03A-365C3930E9F8}"/>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B073ABCC-991D-44B9-9A3B-9177FBBEFE71}"/>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D0F80B9F-7A04-4BF6-B362-3F3CFCC36924}"/>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2CE7ECEE-B030-483D-B345-331BFFDD1825}"/>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F5550C53-1423-474F-B6AF-0D295F70AB0F}"/>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24352EAA-E6F4-449C-8BED-D2DE6158C9CC}"/>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EDA732AC-AAB1-4397-B11F-26A7FA30B8BC}"/>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83360810-4BF6-46AC-99C4-4A265AAD9542}"/>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E3B62D4A-0A57-4959-AAE1-D2D01ADCB8E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08396641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d3f98d428d814c3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22575A1-2A36-4391-8A84-07B50CAAB55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5205FA5-07E9-4017-9480-D1BDE5D37C8D}"/>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45C5DA12-3D05-4721-8F7C-629F4214F0BD}"/>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05A36D64-6E2F-45E7-9D9F-019442435C88}"/>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C565FC2A-EDAB-4B85-9925-A059BE16808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CB1B82C6-97A0-47E4-978A-0C20CAFAB3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54441200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4418822f87404c8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140A8E-FCE8-43A0-A640-79817915D58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7F126CF-7272-46B5-8DBA-2AC21F245DB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65EC0E02-749E-4E25-B27A-31F964A0ED8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A4A51CC-0097-4CFC-957A-288FD71CB84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CBF2C0FE-C52F-4607-AF20-49FFDE32599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6E05ED4-1A56-4932-B64F-DEBC6CF62D8D}"/>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B2277A54-8F01-46A9-89C9-F2F9DCD17633}"/>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12082447-D26B-4094-A3A5-35D2DC173229}"/>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AC8182F-1711-41EB-987B-AACA4527D548}"/>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F9D91FC-9CB9-45DA-8243-596CCB93AB92}"/>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3C1B816E-74D6-49C0-894B-34035B939186}"/>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2CB96A3-7E5A-48FF-A593-207D67D8FB0C}"/>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632DB4-4CE7-4B9D-A1AB-1E9DD63A4FC4}"/>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A6B81C6E-F0C7-46A5-8ED7-14EACF5AC477}"/>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66A5DF4-6F82-4DC3-9030-0C9B15D6D399}"/>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36498B5A-EB1D-4575-847D-235B30712DF8}"/>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3BA9F3C-B87A-4ED3-9741-F45359A2872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7D2C2E84-3EA8-4E95-8657-DF57013DB583}"/>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BD7AE76-AE0F-499C-983D-0FA8A44A231C}"/>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F53CD39A-FE9B-40FF-8C5F-A9E61B642E5F}"/>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9F9C8C53-0BAC-47CF-9091-4FAFD1D73AF9}"/>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08D68E61-9D59-4FA1-9A4B-87CFA637EE38}"/>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15A03EE-277F-44FB-BAF9-DE1136C90B62}"/>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F95AB405-DF80-4161-B5A0-4703548A4B81}"/>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DDCC66C-18B1-4B7D-9C33-0ED2792CE946}"/>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69D06870-96C5-46E3-BDFE-DB3388D5962B}"/>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2C30EC01-6654-4EDA-8E5A-F82348F5393A}"/>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FD54C87D-1917-41A8-8060-ED0194025D7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ECBFC773-AB28-49C2-80EB-BADB2787DCCD}"/>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AB5FBB8D-5A72-4716-B9EB-41AEC580B919}"/>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648D9CE8-2963-4666-AE0E-6A47705A057A}"/>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FBD2B0C4-2823-4B49-BFFE-B7FDEB6BBFB1}"/>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FECB8D3-5989-4803-A480-AE21F8B3C086}"/>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B83AA004-0626-4187-B9FC-CB51522DFD69}"/>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0E61D537-AD8C-4714-9A8C-EA087BC1D87E}"/>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570521F6-5652-475D-86BF-875D7DA4794E}"/>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787FCC73-0E02-4133-8E30-B32680D5BDD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41CC9524-2F74-4932-873F-CF002DFF185C}"/>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5B756F6F-71C7-493D-95E0-A34EFE48398D}"/>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9950BEDB-A198-4351-9AA6-9185672F1853}"/>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E0FBF45-7AFD-42F5-82BB-2735D8D68505}"/>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BF9F9FC-1D68-4AA6-8BB8-B6F2FFEC8BB2}"/>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4D818AD1-B8C9-4486-AC88-31BA87E98A76}"/>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BCCB6CE6-CF4B-4101-B3D0-20725860E87E}"/>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55A9075E-872C-4B7C-A029-A3BC5ACAD4C4}"/>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FCB576EE-C6E5-4D9A-A33A-F41B8FA49AE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4DC971F-1888-4EE2-82C5-51AC76E5EEEE}"/>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0CEFCABC-65F2-4BFD-95D6-6E29D9DB823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2F3FA0B1-465C-4235-912F-3670EF588105}"/>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9D4F84B0-8775-4BC3-9F8A-03DEDF71484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2E9A2D5B-CBEC-4B90-8DDF-56F20F272515}"/>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449CE843-EF0E-4DD2-92E0-87BE9B035F1B}"/>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FD7DD352-F876-4548-B7CB-F84AF3835B7D}"/>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EF8338AD-DBEA-4854-96B4-EA62D362BCC0}"/>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8EA8F1A7-C6DE-4A45-81F9-DB5FD44F7827}"/>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2492F307-349C-4121-92D1-44FD3EFE9993}"/>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396FD6D1-192B-4525-A5EA-7BBF817EFB68}"/>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112334C6-DA36-48BD-AC13-0ED14B25793C}"/>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0AEE043F-2D6E-4E9E-B98D-636BEA830CA0}"/>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323D24D0-3D65-4825-85D5-77BA0FA04AC7}"/>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FAF7DC55-13F4-4B53-8EF2-FC80C19D3D33}"/>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A56C77CB-AEBB-4614-97E5-8EE667DA415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412D1A0D-6C42-4A3B-9BB5-3CFC1AE4C52E}"/>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6873F618-D989-4CCD-A20F-10679A9BBEB0}"/>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F94F3500-22AC-4F9A-B1C4-2CBD0E6A3222}"/>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8E0703EB-D1E8-4C3F-A5D6-919CD5DF0CB5}"/>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BC9F3A2A-2A5D-4A79-97C2-F70E8825FA6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CF81E3EC-40F9-4694-8B2A-7BBDFE0B4A9D}"/>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3159B00B-DCFB-428F-923D-523569E0C5FC}"/>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0DC0661B-9A67-43AA-888A-AE4D1C73AA3A}"/>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C76D2FEE-D91C-4900-BB6B-BE45485F67C9}"/>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03C54BA0-8B50-493F-B2C1-807C0A99049F}"/>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F282F7BF-2F19-4061-B799-EDBA828CB85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AAF586A-8DDC-4121-A40E-EA210F458CE8}"/>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A51BDA6-0147-43D2-B118-C438E0FC9188}"/>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298A01E5-A4BD-47FF-B8AA-C20D0EF0881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86EBC69D-5B04-4AC7-A281-116AA919C00F}"/>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40025BD4-8D71-4C0A-B2F0-B3CE4568D643}"/>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33BFA733-CC76-487A-A449-88E80D30F37F}"/>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ACD42386-836B-4C51-87E7-92463CC6DEBB}"/>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08A3F87D-D2D7-4E4F-B6C2-5538CCFD75A0}"/>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80A33358-215E-49A4-9B94-94C58AEBA098}"/>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44145040-308D-401A-BE09-10D3FE219824}"/>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09AD500B-7ACC-458E-82D7-4843E5AED367}"/>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B6CD858B-5BCE-4388-8FA2-3E962B0B7D1C}"/>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AD153F77-65CA-4024-B414-6BC26178827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79961342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db0fc7eafde47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46DEBC-60C3-43DC-9CCB-DFC98E6AF9D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E78A4C6-1BE5-4281-A018-6265D84DA93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AC167F8-01AD-47B5-A384-08951CBD2A4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280836F-6F9A-4A27-9150-3370A7B0472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688986E4-8599-40B8-BF6E-2D67C1BD034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98F3B72-937D-4C26-B376-9DA50211E87A}"/>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1FC94650-6E60-4956-BF42-6D8CE4B4CA10}"/>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5F46DCF2-0D2D-4383-B5C2-B1DE4B9D4664}"/>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CF88398-806E-42A6-8527-998C4CB36612}"/>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61ED6915-0178-479D-8F86-BD6DEA396C3F}"/>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1950B26D-CC2C-4A5F-9932-CCECDADD24D0}"/>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5CD44A1-47FF-4703-9613-FE25940C07B4}"/>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71CE5818-7845-4506-9952-B667029B8E4B}"/>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5BBBE8B3-9654-46C0-B62B-5ACF54FA9BE6}"/>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5AB6DEC-D099-4299-9E41-BA415D0A98DB}"/>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8250CE38-4654-44F0-AB05-9FFD648D733E}"/>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E7119C1F-1E50-465F-8D0B-456552EDE899}"/>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86EBAC-C9CF-4C18-B0D3-560147F8CA9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531DCF67-5C0D-484E-9AEA-40171465A767}"/>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BA50D8E8-9D35-4E34-B5ED-D535CFA9F98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30393803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117c7394e63414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C9ACC7E-9035-4BD3-89BF-342337CA5F7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8E185-EF8B-45D9-879C-F2D05B546F4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F8E0D27C-725A-49D1-AA41-91C4CB8BD2F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F32DC87-9E82-4424-9FD0-17E4197E7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EE8A3D9C-EDFF-40BA-8834-3E805B92070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41C3EFE-2F01-4EE5-BDB2-D926E4733FEE}"/>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00832340-219D-4B61-BDDA-9006D464A60B}"/>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9B34B9D7-A75F-46DE-9608-E2ADC470DB69}"/>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440C41CB-88D4-4308-BEE4-8D166B34498F}"/>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9BCDB6E3-980D-4704-891D-2DE5DA56039D}"/>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E7E387B7-F83A-4ED9-A1BA-5828D851EE44}"/>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CC534370-318F-4DCD-B645-534234320A11}"/>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2F43053-A4D6-425F-8895-DA93C3B522A4}"/>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E851AD71-B87A-486E-9636-C4BCFA7FAC1C}"/>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D74E8F15-ED45-4CD4-B9F9-1D362A3CE3D2}"/>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9BA4D889-F6B8-4AF8-ACD0-D80AE1BC5A95}"/>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C0AE809B-4E4C-40C4-921B-E12B98114310}"/>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93CE7165-556F-4CE5-B3C4-9FD7CF3E80B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FBC3E4FB-784C-45AE-950A-93E97C1BF413}"/>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0ADEE728-0B75-4986-84ED-64C7A1D9BD23}"/>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2F06F53-897A-4FE1-A14E-3FE244D5ED4D}"/>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C09A7F3F-838E-41C1-8AB8-C4462319BFFC}"/>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088EF8EA-0827-4AEB-8AA9-E9542D800507}"/>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10A97CF-01D6-42DD-BCA6-0E631E184FCC}"/>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39049C2C-2ECA-4E25-818B-0FCF4AFB9FEC}"/>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6FA0229D-0BEE-43E9-9C01-3584D9DD2F35}"/>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EDCB578-5022-4BA8-9D6E-A7E6DC98B5B5}"/>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D3081021-3ED3-4404-B7A8-DC91934566D4}"/>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8C23C35A-2BFA-494F-A357-554F63E5723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E739C1B1-F404-41A1-9536-9DB018463C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37928804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9f3bded9aa224a4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9407A19-8554-4075-99B0-75B69D216E5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8DF457E-80A1-47C7-87AD-441D8FEFEEE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A87544E2-B8C7-46BB-8FE5-4FF42209B07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C0106F3-7F76-4130-B252-BF8B054FCFE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CE4378B1-E3C8-4ADE-B82B-C2FF11EC99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F7F99E4-F121-4C3D-94BA-42434DE1F77F}"/>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83640866-D99B-4846-9B07-551793E4AD2D}"/>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2634A98F-162D-4B4F-9C2B-EB106F8BC39D}"/>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AC5C653C-997B-4ECA-8B9E-740B3CFC77EE}"/>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28533D02-7E8F-4C0F-B2F9-A31A40FF3EDD}"/>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1C8D210A-B884-4421-83E9-D603A87CD8CA}"/>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C6869142-462A-4C45-8F25-0E599C99521C}"/>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8E219E56-74D5-4C22-AAC5-09944C9A728A}"/>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EF8D3A5D-D6CF-4E92-8C63-79D5DAEC7913}"/>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2A78BC1B-05FB-49D4-A957-4A57E6CA4020}"/>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6EAE6A4E-7A24-4AC0-A978-04B15F1D32C8}"/>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56C4C0B3-3FF9-413B-B3B4-FA3B4D6D4333}"/>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6829B027-96F5-41F7-8E3C-0DBCE8793A79}"/>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78ADB6B5-3E7F-4347-9C56-3D8C01308CC4}"/>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AA6F6886-4D85-44FE-A96C-DAC4BE492EEE}"/>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A7666D87-A7F2-4969-B981-328322477738}"/>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9E31B289-42D4-4ADC-A2EB-0E54F4E24C89}"/>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B4B96BB7-FDE2-499F-9768-88B7255B3900}"/>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A0A8F291-D23C-4CD5-AB6C-9F55C3E9B0A5}"/>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B62F3F51-A4AF-4102-9DF2-C88DA7A9BD97}"/>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23A554B6-053B-4D39-81E5-D3CC2B4F8767}"/>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2E94C6B0-43AF-4B7B-A978-E543B1A04181}"/>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812AF90B-14D4-4759-A367-E8D07DF3170D}"/>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98417F22-3E83-4E7A-B71B-DC6B7E70AB85}"/>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5319BB9B-754F-43AA-AE7B-BDA8A84F6112}"/>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5161BCF5-AE95-4AC8-BFFE-5FA1F2A2BEA6}"/>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202EA74B-D938-461E-834C-AAEC653744D8}"/>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F6987D3E-D343-48E3-A8A8-B54503D4060C}"/>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1A10348D-473C-463B-A6D7-A9BF544F3D7C}"/>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69DE8F08-4426-424C-9BA7-B10DD280246B}"/>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45D99901-7BA5-473B-B92C-7ED5370E9C31}"/>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92E1114C-3964-432B-8822-B656505F180E}"/>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26F987B9-5975-4E52-A068-593E49562E06}"/>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9AB4F03C-CEFF-4469-98F8-27244F7F348F}"/>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8B8E8C3F-7828-4029-842C-03A4EFAB9C2C}"/>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45E4D37E-4759-45B9-A8C6-AEA22AB5718F}"/>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107A83CA-6E29-4545-BF11-6B8A95DC5A94}"/>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C3A2F3B0-520A-4C21-9A4C-70E5A3DF75EB}"/>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7F5E6C2E-3608-48BB-B839-FD828946354E}"/>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C3EC19A2-124F-4EA3-9DEF-3E6695F9F9C6}"/>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B7DA4A2E-FD4B-43C6-94C3-670CA1F5A94A}"/>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CC50C177-99E6-4C9C-A719-EC1795FB7E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44422042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4f81a253d05474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D25FF7-9E5E-467F-9192-51A6F0FA6CD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C4FB594-D0D7-4B37-988E-569B563866D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DD28AC15-BC26-4973-9908-707A2EA2D99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FF3B589-81A0-4791-A0EA-21FDE7C61D9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F5A5C909-8471-4D41-BAE4-4911E1DA236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9793F7B-3B7B-4063-8BFB-FBB848D008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EBA179DC-ED16-4F53-8AB0-0BAF6D3ECB00}"/>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606F795A-9231-4399-8FF2-622180B86D37}"/>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C8349BB8-4B6C-4829-A589-BF9B881746C3}"/>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DAACF04F-602B-48B5-B214-15AB301409E5}"/>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5B4369D7-25B9-4895-8456-FD60FDF41D75}"/>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41127ADA-DCF3-4021-92C3-1301A0CDE390}"/>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AF49237E-ACA9-4EF4-A452-0D055A2B7C7C}"/>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E7886DE-3A5B-4265-B89B-30F6063C5B2F}"/>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CFA0371C-852D-46A3-A632-0C4C21FD0133}"/>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5B285B18-74AF-488A-8EA9-E59870B3676D}"/>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4E9A2D54-90F4-40FB-B805-4F9FB38FE891}"/>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09663DF-7826-464C-BF70-9C9F1A94F840}"/>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A6A91713-2A13-448B-978E-3208EDF4D6CF}"/>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5ADA0C06-657B-453A-8A91-CE4E5E23DCF1}"/>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2265F831-9101-4301-981B-6EA521B53E62}"/>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523E518B-A1EA-4B6F-8FE3-59C39F17E8E9}"/>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ABA98FA3-8E01-4FB9-B155-660A5F617B62}"/>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4F4109A1-306B-46D5-AFAA-5248DA5BE37F}"/>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1C8ADAEC-FB34-4676-8834-BE211641A82D}"/>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4C9F10EE-DEEC-4F1D-86A3-0ADF8F91C6B0}"/>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E6AEAAB8-96ED-4C20-98A3-B0CF2746D628}"/>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76B78675-6DDB-47ED-A3DE-36CAD4D1363D}"/>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82D8FD47-CE58-438C-8792-CDEE095425C0}"/>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39CBDAB2-D4CF-4A58-A887-5FFA674336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44801450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4290f9426f24a2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A596C21-A950-4538-9ED2-7F59DE4F833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29AAC0E-8CF7-441D-8702-2ABA169891E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BC32D2B5-19D6-4E9A-BD9B-E480F32BFF3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295E23A-CC80-430E-9D5D-EC552D8E6E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6D7AE89B-FCA8-4EA4-A4F9-7C29B775C59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BD1C828-3F7B-49AB-A5EC-38C2FC9D165B}"/>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75C52E9-4034-4B55-BE9A-5575BD8A49C2}"/>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78232AAD-0441-478B-87BD-912E94E8F592}"/>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7528B5FC-9E40-4D7F-A2F4-9B00E0BDC4BA}"/>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857A424D-1145-4FA0-B019-05013493B8D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CF5D108D-2BC8-462A-8984-D42DD6F5844D}"/>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FFEB7047-824D-4E8B-A0C3-CACEF3EF33F1}"/>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66859DC6-56B3-404D-BFD0-D35045B534CA}"/>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AC072ED0-0AA6-4EB9-BB6E-D3A00D11B045}"/>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18408B5D-A9F5-42AC-8509-22F224E32A81}"/>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EB959211-B403-40D4-8DFC-C4A419485788}"/>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4DB0B504-8D56-49BD-AF3A-67E0C83AC036}"/>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A631AE3F-0D3D-430B-990D-B99875D5CC4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D0750FD6-5678-41FD-8F49-BCEF949E2A5F}"/>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3335017D-A8B5-4DC9-9916-4133A59CAE6C}"/>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47EE3F3E-5543-47D2-B42F-A7BF89CA8C3E}"/>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87E3831-A1BC-42B5-B3AE-3180E22B151A}"/>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71AB39DE-1BD2-4A00-9C60-58D52828905F}"/>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9FE6ACFB-7277-4A20-B7AA-A886B56E53A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8568386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1a1064e09914fa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2DFCEA8-0D09-4705-8D5C-32A9EF4F847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56E152F-C069-4C4B-A3DE-EEE117EE83E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4430F877-005D-4924-9D9D-C30E6962BC9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F02A70-2BE6-4B77-A71E-4743770A5C6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571A0F06-7D36-4C09-AC4D-C0854664945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9950541-4807-4941-ACC4-2978D93C2E30}"/>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53FE5024-D286-4D54-8F2E-65D1495AB48E}"/>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18F83956-3698-467C-9885-B34AC1FFA73B}"/>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006FD108-FD07-410D-BF03-E0BB419ACDFB}"/>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4D47C801-887D-49ED-8009-2B1FFAA920E0}"/>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25DBF2AB-6892-4B9C-8CA6-142A917B960C}"/>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B2A72244-511A-4456-94B9-4ED1CE9C123A}"/>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8E6199E3-9E64-40FD-82A2-EE08EAE2A471}"/>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0A8F8290-4ABE-425E-BAF5-5121873996D2}"/>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E9BB5C36-DFC9-4CB8-B1DA-5198E8607C82}"/>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7386AFE3-CDDD-43E8-803D-FD53FAE487E7}"/>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97412821-013A-4511-9380-D17F6910C5B6}"/>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99A01A75-3795-4B45-83DC-7297F8325DF4}"/>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F2C3949C-16B9-425A-BD46-739435F2B424}"/>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A9CAF225-8BF0-4881-9E40-F0A015889A04}"/>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526A83AA-4103-4F41-A63A-D29448A653AC}"/>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FD8A6E14-093E-4D01-90AB-13D758D137E0}"/>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F49C2EF-BCA5-4156-A045-F7F5912438F0}"/>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0F2F9992-A1BE-4BFE-83DF-44AE039A0FF5}"/>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AAAEF1A0-FD5B-4029-95BC-53682B7F80A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984432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156442749ed48a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D5A4094-E1CE-4863-BC4F-B0E2AA02BAC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CA8D963-C2A7-43EC-980E-AB8E4E0C41E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66D0C0FC-E66C-47BC-AC31-6970A3CE2E5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7E15532-9F4C-465D-A4A4-A5610B8B398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5C09DEAA-DA82-49CE-A21F-DA8BDDCE3BE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7B5E596-2D19-49BE-BA1C-DA64949DE1E4}"/>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8EA34FE5-F83C-4D62-91AE-F9895A97B0DC}"/>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3765EBE6-C966-4188-888E-510E1503AF0B}"/>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9E60DB8A-837B-451D-9381-D27D8374BBC5}"/>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A41C125F-9E11-4071-8967-CF4C5E45A263}"/>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15211C6F-0583-40DB-9B85-A2865D3EB5A7}"/>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08823D27-4B13-4003-A620-3826AE744BB9}"/>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5B657435-9AFA-4543-A6FE-7227AA6E839F}"/>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A4D02E14-16C9-4F61-8DA5-03847E42A7B9}"/>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F7336153-9DAA-4C55-A5A2-4138F69698D4}"/>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8688A48E-5711-44FA-992F-878472B8022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556401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56659ee0f3846e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B697A8-9D45-42E6-869D-C89DE1A33A7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801EE2F-47DE-41A6-88E7-7F2010C2D4D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19433E12-9CBB-4BC4-BE67-1E277B878C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28D28DA-8F5D-4154-9A31-EB4104999CC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C7DEC4D3-AE43-448B-AD4B-703617B6BD5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E6A63AF-1CD0-418D-A8DE-CA0B99C8138B}"/>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3580921D-0A77-41E8-9FA3-49C1FD8FBB2F}"/>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774F41D5-932A-4FFF-BF66-0FE0A9DAEB47}"/>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9EA51D93-3622-4E77-8DB8-7D2FE97C8C0D}"/>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AEFF40EE-924D-4975-9935-A29A17A26CC5}"/>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3E7B1C7-F74C-49D5-B1D5-1494D919D145}"/>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21638A4C-F500-4E9E-9F06-E0FB12746FAE}"/>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354EB841-1AAA-4ADB-BB0F-AAF80FCAF41E}"/>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EDEAD93F-DFD5-4D73-820F-6AA08EBAC99E}"/>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C2A13170-875B-46FD-8D15-84808BC352F8}"/>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39A60E6B-2961-4348-B247-E715071DF279}"/>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D96888D9-72CF-47D4-B5AC-F5FC40DD4376}"/>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1C2D9406-55F5-416B-ABDE-0DC805DF594D}"/>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4B0C477B-0E6B-4E85-A12A-6D327738376B}"/>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769050DF-F559-4F32-BF0A-8E6CCB8193A0}"/>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DA8372E0-8413-432B-8B92-9E2A557CE3EC}"/>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1AF73A31-D5A0-4839-B069-4A260F4A3EC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73603450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3c3892d6bdc4d3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26852B-3F34-4D2A-B182-293F683E98D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A8103F-4411-4994-9906-4D11824C886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A3880C5E-6301-4136-84D6-A4A395E5BDD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EBD2CEC-2E01-430F-A9FC-4B6BD06600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2EA0F0F3-F08A-431C-95D8-640FC9A13EF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8C9744E-5F93-4B5C-855D-19D27B0D0C3F}"/>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020BB4CA-F06C-46FF-AD8B-B619664AFDBF}"/>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B5484F8E-ABF3-47D1-B136-F0CC111CF134}"/>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0E88707E-4630-481B-8FE0-5CAF170E6A8F}"/>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7E63ECAA-9F09-4B96-9D71-B734647F9DDD}"/>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8DDB595B-F5A0-4E76-9781-9FE3D1AFCB3C}"/>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29102238-1D98-4E3E-8C7A-DAFA7602E08B}"/>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2C1F2AEF-57C6-4E65-9D23-214B21631E25}"/>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03CE4211-2DEF-4AFC-B609-3DDD511821FB}"/>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060CC7BD-7831-4923-9C06-9372A4E55B37}"/>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CD93E549-F3F6-4FFE-A8BC-ABF5319BCFD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28138632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a5fcaff2d72482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D03C437-91AA-4C0A-8997-7CA07FF7055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D9FB316-4A67-49C8-8891-C3EFE2F11F1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84E8CDC8-4CAE-447E-A379-7A1A0F350D4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452C0D-106C-46A7-B1CE-B533B06B745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C92EECCB-C10D-4CE1-A549-F38FE1CAF4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BCAA696-DB7A-4DC8-BE7F-06D55786AE11}"/>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0AA415-71C3-4849-893C-241316F1A078}"/>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2C037902-0600-41CE-84B7-6BEE24B2D3C2}"/>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B814094B-F09B-4FBD-99B6-02F01CA64B48}"/>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3EE0755D-08D6-42F1-9448-069DDB9AA032}"/>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52401DAC-67E2-4762-A9FD-7CF8802EA5E2}"/>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B2CD5477-A930-4DF4-9DB6-F8E352590485}"/>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206B24C4-E9B6-4893-BC3A-82CEA4048431}"/>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214A3091-F4D1-4E7C-AF1B-63A7547CB727}"/>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B2440640-4BDD-4E79-A156-0697F2554BA7}"/>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4F70656B-0C3C-4B13-BB59-441338D7BB63}"/>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66E5BBA5-38EC-46E7-B5FC-5610A21B7FBD}"/>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0023C0E9-F0B4-48AF-B219-50B1B11569F5}"/>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B5A6788F-AFDA-46C8-97AA-3705B5942ABA}"/>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87736A-FE87-4E4E-B783-10B99C1B9E7D}"/>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53503634-62DB-4D14-B967-23B43547103A}"/>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B26C59E4-D7BE-4DFC-B3ED-D3929BB5C642}"/>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E443ED4A-1351-4253-9836-CE4B2B929C3F}"/>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71874A1B-41B4-4E3E-A232-5181328D639A}"/>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CD102DD6-A6CD-4A4A-A15D-84B04CE348B8}"/>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8610E2C2-8364-45F8-88D2-640D7CAC5246}"/>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4393AFF2-4D20-4499-9E7F-E3639C9C70DC}"/>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6A7E497B-3F22-4F87-AF90-A534ED36EE41}"/>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8F062E1E-6323-4246-8CB5-61AF43247A6A}"/>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E4D55438-D12F-4B6E-A6E7-919B4FAF71FD}"/>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4872F19F-67E6-4525-A2A0-881F03946B88}"/>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D3ADE0E9-DE8E-416B-B684-6D1C5FC75742}"/>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E5E2B555-1540-474C-9894-1A58A96688ED}"/>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D396F2C-0C8B-48AA-AC49-8FD86503A02C}"/>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B1DC9D7A-92F2-47CA-BED4-2CD6EEA87742}"/>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2E203C34-3156-4E97-8966-5F47F1360F7B}"/>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9E160DE9-0632-41F3-8979-5D5DBD7BE180}"/>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4D21956A-F3F1-4A8E-A9CB-61D323E72433}"/>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60A99361-EC80-40B2-BB66-5475D5A63A89}"/>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457D7A1E-A826-409E-89A7-41893D32402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93657068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427241e585f84c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37D0BAA-D103-4E3F-B972-B8C23C50584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A5CED71-357F-4003-A830-862AF6A1EEE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BA9A6D2F-F899-4ED4-B3FD-50137F5F6F3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194C7A5-078A-47F5-9EC5-2EC5B95C87A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420973B3-B92F-42F8-8FC6-28776265A44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E58C6A6-4888-4AB7-B544-4CF271720DA9}"/>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EE468827-4AEE-4B3F-8778-FA3ADDFE1DD4}"/>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496BAD7F-D176-4E3A-8C98-D700D5ECCE94}"/>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FF80F0A4-96F0-47E5-BD3C-115DDCFAF413}"/>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5AC7D0AA-D496-404B-B48A-9F894D8DC54C}"/>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6004EDAA-21E0-4FD3-B14B-93975739B74E}"/>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397FE873-B00E-4ACB-8789-4009E4B55572}"/>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4C116D3C-DDC7-425D-AC6C-6683955C6B24}"/>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279089B9-F64E-4300-B606-59E50E2ACCE5}"/>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311BABA1-26BC-4EF3-8ECD-7017CADF599A}"/>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9FD03412-451E-488B-9580-2B36C9D4FB88}"/>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A5D16557-4257-4DB0-9DB4-A66ED205E9C7}"/>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D743F44C-251F-47BE-B0CC-5255FC9C6E28}"/>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6CC67B92-ABAD-4F97-BD0B-3D8C172F6DA8}"/>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928F007-1F37-45EF-9CC3-2CE193869DCD}"/>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807F21D-904A-4590-9030-1D14A124AECD}"/>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CBE2B49B-711A-4907-AA7C-E7253E0FF200}"/>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EA3F7533-401C-435E-988C-F96398A132B7}"/>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2E108A7-63F4-4C47-9C23-A5766BA74701}"/>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AAA72F7D-4F31-4F0A-B5CA-447B6C88D8F4}"/>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F0F6961-B9CA-4FF5-8021-B7C31B0FC57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CED48FC7-87E2-4480-8370-FAB58E929CD6}"/>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48E62C0-192D-4E59-ACC8-80ABD37F92E1}"/>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C21232C9-508A-476D-B053-AE4921C02A44}"/>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FBFBAEC-939F-4A25-93A8-F5B8197B4C61}"/>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CF9254AB-FA76-4CEC-8B1F-5924A99346CC}"/>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2E6F335-3344-45C5-BCF4-FFDC05C5D463}"/>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176265E0-C307-4120-A201-86AF54B2D48D}"/>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1D6C7BF5-5881-4AD8-9500-1C35715F19D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20970955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2ef4f87be11457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B6CAC9D-A5B6-441F-B72C-912DF01F6EB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BD25BDE-36C5-46CF-BE8C-DF35A9E8936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55DEC5A4-1A80-4C18-A7D3-0F22B800B0D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8AE04A0-ECC5-41FA-8697-81D42E1994D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D58A65BB-9D86-42E3-AC86-BE00AACA8C4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EF117D9-30D5-4102-9A33-9637F410C4BD}"/>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C153BB80-8027-4D46-A9DB-DA468C6DAD48}"/>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F3E340C-FAD2-4AD2-AE65-99E409B05ABE}"/>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EC9AA398-DCD4-4640-9461-68F3EF40B54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67D7865B-3524-4909-A82A-E477F68CFA95}"/>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001E0F2A-D49F-4CEC-B69D-A3B2A61FE37E}"/>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206C921-7B28-41B2-AB6A-32D1F4B4451A}"/>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10725D6-68D9-4105-8AC6-338A126733F0}"/>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377877A0-CB73-41EC-B5B8-034D6898468D}"/>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7DA9B3E7-69C8-480F-86CB-520B510DF346}"/>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4D762FE-DF84-4E5C-8C2B-DFC664147917}"/>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23E5275B-CF74-4975-99B1-133906001F5D}"/>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7E7886C3-A5EF-4E23-A487-8B3B451E8886}"/>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21828104-507A-42BA-8ABE-D5F5F7C564C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66393848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8a0fe913ddf45c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DC7B9B8-639D-4C26-946A-2A2497FCBB0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AED9D52-0D01-41FA-844F-942A4941238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A8262EFA-AFD8-4D48-80FA-891A09A7405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32E2B37-C012-4D25-AB60-FA858E9CDC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8D5C2D16-0AC5-45D7-93B4-BAB2E0DC665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88A0BF4-151B-45F2-B1A8-CEFA2F64A0E5}"/>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ADAEFA75-F1B2-466C-B4D1-44D80E81CCDC}"/>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B89028E7-1A8F-4578-9FBA-DF32084552BB}"/>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5D09D8E9-D08C-42D6-B000-FA8DDA59DDA3}"/>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68D8E10D-449D-48DD-A726-533C99590B9C}"/>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8D5A5E47-5869-430B-BB50-4F200085CBBE}"/>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A4A776C2-5F46-4828-8A06-679B1C0AD736}"/>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22BADEDF-09E3-4651-BBFD-1F621D79A855}"/>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3650D03B-CE95-49E7-8DB2-B8D4A216D50F}"/>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3112DD39-2CC8-4389-B2AB-7C7D1E54CF53}"/>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7E358D42-052A-46A1-BE89-1DDE0B92A517}"/>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576ADBC6-B7A2-428F-8D58-01B6DF25A576}"/>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D133A030-5C19-41F0-87BD-75290E220D4B}"/>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3825B20-D1C1-4FAB-9195-BA767121B77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210843830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8eeb810638e4e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C5D549-A0B2-460C-AEEB-9EC8EBAA9A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4BBC7B-3D08-4184-A1E4-CE98653971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9C5AB46B-9CB1-4FC5-8A29-E63B7045A1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67BC67-F4AB-4F7E-B5AE-7326C0ACD82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48339538-AF85-48A7-A0A0-FDDC67E3A72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1C13229-E7FB-4FD9-9311-7CA7E7122C21}"/>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3D763C6D-4E51-4DBE-A5DE-647F26E4CC00}"/>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478D6757-3797-47B4-93A8-E19D8BD1DA06}"/>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985C0DB9-9A1E-4133-9929-EEE185333DB7}"/>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E7C912EA-84CD-4F7A-863D-0B2F24A105E7}"/>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5A5F18C9-D59E-406B-B9EB-BEDC07BC17A6}"/>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C9B47623-239A-4EA5-9785-B2B3B87581FE}"/>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16A4D70E-92D9-4F72-9DFC-D6DD77DA653F}"/>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3A8063B0-7900-400C-A7DB-CDDEFB63563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59099737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e82ef9cfa28494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302D0A-B5FC-41EC-9B91-2BC89C8DCC5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B843925-CB62-4761-98B9-24884509986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D73B391-9319-4F46-9B08-025F5C34C92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D384EE8-B310-4204-BA7A-A5F4035464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4702E8BC-FDF6-41CE-83FF-BED10ED6208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5823536-BE79-4EA7-8BE0-C14925E0C4AF}"/>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3B085D-C82F-4515-84D5-6939E9D2FE28}"/>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91C6D5C1-F181-4FC3-BD2C-3645A84BD714}"/>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27D270A4-A8D5-4E54-BCF4-FAD2D05B9938}"/>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FEF4DDE-B93A-4F93-8266-344C278E513A}"/>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798339F1-81BF-4F1E-9C4C-A9F857B21E40}"/>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8F8C8DD9-CB01-40CA-8E5B-7C6E49EA488E}"/>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A7A019-F7F8-4D0B-8BF9-1990B1BC701F}"/>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E68FA65B-8814-470E-9BA0-DB245D088F40}"/>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5E6A5C1C-D2AB-49C8-A8DC-270F940EE355}"/>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E910CBD-6B09-4267-9A3C-E80490F971B9}"/>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EBB4A781-D6EB-4C94-9462-466E4ACE52FC}"/>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7665F543-1E73-42E0-84C5-8B5B2252CF7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BC738CB-9293-47DE-800A-D500232A35F8}"/>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17F8A48-209D-4BC7-90C9-2C35836C3604}"/>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97A0ADE8-F327-405F-A38F-9FD02A5B52E8}"/>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6CFD428-5B85-46AF-8A93-754CB3F32E7A}"/>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EEBA73B2-4EA8-4EC1-84A3-97B719DC223A}"/>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FBA7D890-B384-4F22-911E-809103191C8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5F227F1-6696-4AEE-9CC2-D1CBB565F455}"/>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2FA79A1C-C650-4446-A27E-FE848C006791}"/>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C9357404-8B8E-4411-8076-95816D70EA6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986AAE4-BA21-49D0-A3D0-72E85305C478}"/>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C6CF7552-B1A6-4026-9FD7-B73B83BC9938}"/>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3821D372-6CBF-4FA0-BDF5-F6F790394471}"/>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D871A48-31F0-4C81-8472-41C7A4BEF6F4}"/>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EC267FA3-E7C7-42F4-B3D6-BC1E762B54F7}"/>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C2495B97-2CFE-435D-B44C-57A8EE9929AB}"/>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E28F2DD5-2B37-432E-8985-EE16BAD8CD99}"/>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6E493692-715A-4655-BD55-99D9C896EE04}"/>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A1A95DDD-1729-44FE-855A-F164FD21C68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69799170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f1c6dd5a4b045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8109CF-E8CD-4466-BBB0-0E2EF5F8249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7D5BA3D-6F40-4D6A-BF1F-4142A6C57C1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8B3C41D8-93F7-4AAE-94D8-30AFEC1D8BF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6154B54-F5EB-4DFB-8956-6D9BC52A08C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6E50ABA3-7DBF-4BB1-987A-58932DAA949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0DF33E9-9AF2-47A1-AA9F-E04BBCAE5DCB}"/>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721EC75-AD63-439D-9607-BD834CE787E1}"/>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E1D232D7-FED0-4BF1-A634-13A54323CBF5}"/>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59B94B02-5A70-486D-B3FA-F329055AABB9}"/>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F332042-A05E-4E84-8D88-AE501EE657DE}"/>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861F962D-D6DD-4EB7-B433-3DE5581AEB60}"/>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2427E82C-A5F0-45B2-BF1A-6F456CC895B8}"/>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DA9DAE3C-FF02-4213-A9E8-96EFD173C92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796E8B29-4F84-4A8E-9B4E-FBAF044AFA49}"/>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00C57C43-9191-46A3-A555-224A4203F8C3}"/>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7D486A17-17CC-43CF-8F99-143CDC53FEC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167371703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4ed1509198d455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56AF85-BF35-45A1-B433-AC521AE8872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870FC053-4EC4-4671-A899-D1791ED2A7A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3141386D-0FA0-4288-A781-C9AA7B0CD0A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FD128A8-AA4D-4DFB-8D95-F34A3776A43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C033F088-043A-4FE2-8581-DA4E72821A0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3AD008B7-7AD2-4CC4-8EC5-8DBC35564556}"/>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7FEA5E8B-B3D9-411A-88E4-C3031D4D369D}"/>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44006F7-B9CA-4A27-8A86-A102FE5CA3A1}"/>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CA7F52AF-52A5-43CA-B8F3-41F5F8476509}"/>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081221FA-6206-4AC0-9C17-14424F13DACF}"/>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43E483F-2553-4FB8-8E3C-115E6C49714C}"/>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F9ECF05-334C-4388-9845-DF8FE0B002D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164A107-9D16-4925-96ED-EADE9761B666}"/>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F24F30CE-5225-404A-B0D8-8A05FA2112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217545C2-388C-47A6-BE99-A9442890C685}"/>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43C6CECB-4FD4-4BB7-B112-36FDB02B3720}"/>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456557C4-FB31-4659-8981-773EABE2C99C}"/>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A845A9E-4E1E-46A6-9542-CD9053500DBE}"/>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D97F065-D08D-4C4C-97D1-3124FB39D553}"/>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D116E01C-FA2E-4A11-BCD9-ECBED75CE910}"/>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9C0116D7-B8C9-40D2-B13C-A7F6EA129F23}"/>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FA7C670E-C4AC-4FB9-9962-D102A758B641}"/>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62BC1624-4C1B-47A6-AB61-E5AF6B6ACD6D}"/>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8E17024-718F-4E90-943F-9105834540D3}"/>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C502CCF9-69AF-4A5C-9567-A5906D133784}"/>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CE04812-F9CC-4FF5-8945-F88DB8D76956}"/>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44A58CEE-6009-4E34-97AE-DC0CABBD3A64}"/>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89C895F5-FCBB-4AA6-96FA-65DE4A353AD4}"/>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C28636E6-6FEF-4180-895F-B65608E77EA1}"/>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DB363A42-4F01-4AC1-A7A6-E2286D4AC855}"/>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BB97004C-A3CC-498C-A959-F55C57AEC9AC}"/>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7D916A9E-A410-4B2A-88CA-A2F83EBBBA40}"/>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CE247791-B112-4183-8C3A-E8190DAE90F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26DFC987-E7C9-4BF2-99AC-A36B14B308D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41070710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febcec0e73e41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0E8CCDF-F1F6-4B5B-B27D-CCDF5EE71EE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FBA39A-0F83-4094-82C8-9240F33BC64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FCD9FB79-2678-4A10-B0FD-76A98AF04B6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BB93AC9-090B-4D57-A384-3E9097E1E9B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455FC301-8631-4303-909D-6D0535D9FF4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13BD3C4-B3B8-484D-9EF8-1D97FC821F7E}"/>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720F36D4-C1D3-459A-B139-18E36D16274E}"/>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C256D26-24FD-4103-99D3-DA7D491251FD}"/>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9D3B1056-0CCE-4CB7-92D8-56D3BB2DEB1D}"/>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439ECFFB-47CC-4C1D-971E-9AFC15C26467}"/>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97D5F6B2-B0EF-44C9-A2F2-1CAB19430E58}"/>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7686B3DA-F05F-4DF8-BB2F-82CBDB6C8D5C}"/>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D58C7C58-7419-4C36-B0E9-B448CFD5AB54}"/>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616083D8-7856-49D1-B18E-BA3CB21EEE97}"/>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DDAF0F90-2D04-420E-8897-A027ABE7BFB9}"/>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8CEC4C65-CABE-4A7F-8E9B-51181DBE42DC}"/>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74850BA1-78F0-45A5-B1B3-FE06DDAB2E08}"/>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76E608A9-5F6B-4A7B-8E61-9B9F0CE2369B}"/>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C9C67181-5940-486D-9CB2-1531B42C5BCA}"/>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68E7A950-31D8-4CBF-95EB-0E2E6BB4FB8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796712617"/>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f1b3545365a4a4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F93BC15-617D-4707-B984-B9AC4C4746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3DC180A-5F8B-4EA1-AAC7-0E2B40800C4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57A1DF4B-D45C-4ACE-8705-36F8914DE83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B75911C-DEA7-45D6-B6BC-0350E9001C3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22405BF4-6452-4172-87DC-7BA8BB7DE19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EDBE174-3C56-4842-A864-D7DB983EFE5F}"/>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6BB0476-2C1D-485A-8243-C8C0E66F3E3F}"/>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AD9FFB8F-12F8-452E-8D32-EFC42C01031E}"/>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505A03D-6EED-4973-BA94-CB7A6B1FE5E4}"/>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C7BA1A36-D52E-48E0-90F3-F7FC8F44FA5F}"/>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C655C5B2-B83F-4D66-9150-81B463A84D3B}"/>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72B1DDF2-6239-4DEA-8B29-8EF0BCB203F8}"/>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C0AF8821-C62A-4C56-80B3-FCFB3FB0E031}"/>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5802C3B-14EA-4D94-B8BC-085116FC8047}"/>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27481711-0EDC-498B-A84D-7B1AE273E336}"/>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1F27E3E-92FF-4C46-AD7A-21780ABA2C4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85CAD983-5184-4AA0-9F65-F402988F84EB}"/>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B095E857-0FD9-4280-A9AF-0C73401CA05F}"/>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ABBFF9D-2BD5-470D-94D8-2E332F963B4B}"/>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3663DDD4-7BAD-4413-80EB-551DAF947E1D}"/>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01540036-D512-4018-B2D9-13D30FD6F62C}"/>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C6658F5F-2BB2-477E-885C-1B7FBA364A85}"/>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A87AF35F-DB6B-4B5D-84A5-94F4474531E4}"/>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6870778E-75A8-43B4-AE8F-A59EBAA22FE8}"/>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4934C2CB-959A-4A82-B898-0295693869D8}"/>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36296B0B-E323-416C-8590-9410673192A6}"/>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FB9CAFB7-C8C4-4096-AF15-CC108AAAF4C3}"/>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E8B06675-C736-489A-BEF6-24072A0DD95D}"/>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CB3FE748-B6B9-4E83-A76E-9BCD871F6AD4}"/>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22489272-4310-4D92-931A-1EBA3554095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373219138"/>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571d875c16947c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C6229A-B666-4A69-8DD0-29F6B12B484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780CD5E-3A8E-4E8F-9758-A1BFC329F8A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6BD71191-5A60-49DC-8730-A75E490D698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A7470C-AADB-4E1A-A094-311C806BDC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82FC0BC5-8C24-4282-BB4D-B93D7918666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5B999F8-B557-49A6-A1AC-CB05B1EC7B2C}"/>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06004330-1F0F-4DD0-8AA9-8D4DBF088F03}"/>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7E6F43CC-234D-470E-ACF7-E178A8B85737}"/>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0252447E-12CA-4CC9-ADC2-CD1FD1624A32}"/>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022CB43B-B82B-434F-A0B4-E6BC4B6D62A6}"/>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196B9C4E-4952-4470-9FFB-3D0081D2E8B2}"/>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813937F1-30E5-449D-9604-BB154E6CF735}"/>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AEDCBD4C-1DE2-44E1-BF2D-53086B45ADDE}"/>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64319DFC-CCE2-4356-A944-3B3B55DCDD80}"/>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BCA8F214-F985-4532-9037-41A895A7C504}"/>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57813272-C9BF-4A94-B092-D0D347CB271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4225211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2026-08-25T03:35:42.2960000Z</dcterms:created>
  <dcterms:modified xsi:type="dcterms:W3CDTF">2026-08-25T03:35:42.2960000Z</dcterms:modified>
</coreProperties>
</file>