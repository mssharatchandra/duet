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c7b9eda168c4b82" /><Relationship Type="http://schemas.openxmlformats.org/officeDocument/2006/relationships/extended-properties" Target="/docProps/app.xml" Id="R1cd278c590274ced" /><Relationship Type="http://schemas.openxmlformats.org/officeDocument/2006/relationships/officeDocument" Target="/ppt/presentation.xml" Id="R4a6531a3bbdb49ab" /></Relationships>
</file>

<file path=ppt/presentation.xml><?xml version="1.0" encoding="utf-8"?>
<p:presentation xmlns:p="http://schemas.openxmlformats.org/presentationml/2006/main">
  <p:sldMasterIdLst>
    <p:sldMasterId xmlns:r="http://schemas.openxmlformats.org/officeDocument/2006/relationships" id="2147483648" r:id="R3046d5b358ce432a"/>
  </p:sldMasterIdLst>
  <p:notesMasterIdLst>
    <p:notesMasterId xmlns:r="http://schemas.openxmlformats.org/officeDocument/2006/relationships" r:id="R78578a90f8f043d2"/>
  </p:notesMasterIdLst>
  <p:sldIdLst>
    <p:sldId xmlns:r="http://schemas.openxmlformats.org/officeDocument/2006/relationships" id="256" r:id="Rbbd47131724d42be"/>
    <p:sldId xmlns:r="http://schemas.openxmlformats.org/officeDocument/2006/relationships" id="257" r:id="Rb6d566aae3dc4e61"/>
    <p:sldId xmlns:r="http://schemas.openxmlformats.org/officeDocument/2006/relationships" id="258" r:id="R0c2c6d9ddecc4ceb"/>
    <p:sldId xmlns:r="http://schemas.openxmlformats.org/officeDocument/2006/relationships" id="259" r:id="R5fe06f7cf05c4ab8"/>
    <p:sldId xmlns:r="http://schemas.openxmlformats.org/officeDocument/2006/relationships" id="260" r:id="Rba9a71a103324e49"/>
    <p:sldId xmlns:r="http://schemas.openxmlformats.org/officeDocument/2006/relationships" id="261" r:id="R81a53106854c439a"/>
    <p:sldId xmlns:r="http://schemas.openxmlformats.org/officeDocument/2006/relationships" id="262" r:id="R5982276b5b4c41d4"/>
    <p:sldId xmlns:r="http://schemas.openxmlformats.org/officeDocument/2006/relationships" id="263" r:id="R7ebd815c5b504c02"/>
    <p:sldId xmlns:r="http://schemas.openxmlformats.org/officeDocument/2006/relationships" id="264" r:id="R70e0b516c22f4192"/>
    <p:sldId xmlns:r="http://schemas.openxmlformats.org/officeDocument/2006/relationships" id="265" r:id="Rab11e933909e4d76"/>
    <p:sldId xmlns:r="http://schemas.openxmlformats.org/officeDocument/2006/relationships" id="266" r:id="R95ecbef352f14129"/>
    <p:sldId xmlns:r="http://schemas.openxmlformats.org/officeDocument/2006/relationships" id="267" r:id="R6f59390f463242ef"/>
    <p:sldId xmlns:r="http://schemas.openxmlformats.org/officeDocument/2006/relationships" id="268" r:id="R421a5da256fd4978"/>
    <p:sldId xmlns:r="http://schemas.openxmlformats.org/officeDocument/2006/relationships" id="269" r:id="Rf72b3e5c594040e7"/>
    <p:sldId xmlns:r="http://schemas.openxmlformats.org/officeDocument/2006/relationships" id="270" r:id="Rcd5f01cf808b48a7"/>
    <p:sldId xmlns:r="http://schemas.openxmlformats.org/officeDocument/2006/relationships" id="271" r:id="R33a6c841aa084cfa"/>
    <p:sldId xmlns:r="http://schemas.openxmlformats.org/officeDocument/2006/relationships" id="272" r:id="R9a9a8a5659654de4"/>
    <p:sldId xmlns:r="http://schemas.openxmlformats.org/officeDocument/2006/relationships" id="273" r:id="Rcca3249ec76c4302"/>
    <p:sldId xmlns:r="http://schemas.openxmlformats.org/officeDocument/2006/relationships" id="274" r:id="Ra5aefc68ef2d4cdf"/>
    <p:sldId xmlns:r="http://schemas.openxmlformats.org/officeDocument/2006/relationships" id="275" r:id="R885350e5869c4626"/>
    <p:sldId xmlns:r="http://schemas.openxmlformats.org/officeDocument/2006/relationships" id="276" r:id="R4af942a0b4534a2c"/>
    <p:sldId xmlns:r="http://schemas.openxmlformats.org/officeDocument/2006/relationships" id="277" r:id="R19b7e7fb37084fe1"/>
    <p:sldId xmlns:r="http://schemas.openxmlformats.org/officeDocument/2006/relationships" id="278" r:id="R89123b38bb464d82"/>
    <p:sldId xmlns:r="http://schemas.openxmlformats.org/officeDocument/2006/relationships" id="279" r:id="R699831f44dee4a6a"/>
    <p:sldId xmlns:r="http://schemas.openxmlformats.org/officeDocument/2006/relationships" id="280" r:id="Rdf22f368f20d47a3"/>
    <p:sldId xmlns:r="http://schemas.openxmlformats.org/officeDocument/2006/relationships" id="281" r:id="R03731dccc5d54fa1"/>
    <p:sldId xmlns:r="http://schemas.openxmlformats.org/officeDocument/2006/relationships" id="282" r:id="R9c416724d7e5432d"/>
    <p:sldId xmlns:r="http://schemas.openxmlformats.org/officeDocument/2006/relationships" id="283" r:id="Rf2f277daaa484aab"/>
    <p:sldId xmlns:r="http://schemas.openxmlformats.org/officeDocument/2006/relationships" id="284" r:id="Ra207c7d2b9e74e41"/>
    <p:sldId xmlns:r="http://schemas.openxmlformats.org/officeDocument/2006/relationships" id="285" r:id="Rd1b849bd360e49e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74adeb468b7495b" /><Relationship Type="http://schemas.openxmlformats.org/officeDocument/2006/relationships/slideMaster" Target="/ppt/slideMasters/slideMaster1.xml" Id="R3046d5b358ce432a" /><Relationship Type="http://schemas.openxmlformats.org/officeDocument/2006/relationships/notesMaster" Target="/ppt/notesMasters/notesMaster1.xml" Id="R78578a90f8f043d2" /><Relationship Type="http://schemas.openxmlformats.org/officeDocument/2006/relationships/presProps" Target="/ppt/presProps.xml" Id="Rf810091f28f64386" /><Relationship Type="http://schemas.openxmlformats.org/officeDocument/2006/relationships/tableStyles" Target="/ppt/tableStyles.xml" Id="R6cae5a9282914949" /><Relationship Type="http://schemas.openxmlformats.org/officeDocument/2006/relationships/slide" Target="/ppt/slides/slide1.xml" Id="Rbbd47131724d42be" /><Relationship Type="http://schemas.openxmlformats.org/officeDocument/2006/relationships/slide" Target="/ppt/slides/slide2.xml" Id="Rb6d566aae3dc4e61" /><Relationship Type="http://schemas.openxmlformats.org/officeDocument/2006/relationships/slide" Target="/ppt/slides/slide3.xml" Id="R0c2c6d9ddecc4ceb" /><Relationship Type="http://schemas.openxmlformats.org/officeDocument/2006/relationships/slide" Target="/ppt/slides/slide4.xml" Id="R5fe06f7cf05c4ab8" /><Relationship Type="http://schemas.openxmlformats.org/officeDocument/2006/relationships/slide" Target="/ppt/slides/slide5.xml" Id="Rba9a71a103324e49" /><Relationship Type="http://schemas.openxmlformats.org/officeDocument/2006/relationships/slide" Target="/ppt/slides/slide6.xml" Id="R81a53106854c439a" /><Relationship Type="http://schemas.openxmlformats.org/officeDocument/2006/relationships/slide" Target="/ppt/slides/slide7.xml" Id="R5982276b5b4c41d4" /><Relationship Type="http://schemas.openxmlformats.org/officeDocument/2006/relationships/slide" Target="/ppt/slides/slide8.xml" Id="R7ebd815c5b504c02" /><Relationship Type="http://schemas.openxmlformats.org/officeDocument/2006/relationships/slide" Target="/ppt/slides/slide9.xml" Id="R70e0b516c22f4192" /><Relationship Type="http://schemas.openxmlformats.org/officeDocument/2006/relationships/slide" Target="/ppt/slides/slide10.xml" Id="Rab11e933909e4d76" /><Relationship Type="http://schemas.openxmlformats.org/officeDocument/2006/relationships/slide" Target="/ppt/slides/slide11.xml" Id="R95ecbef352f14129" /><Relationship Type="http://schemas.openxmlformats.org/officeDocument/2006/relationships/slide" Target="/ppt/slides/slide12.xml" Id="R6f59390f463242ef" /><Relationship Type="http://schemas.openxmlformats.org/officeDocument/2006/relationships/slide" Target="/ppt/slides/slide13.xml" Id="R421a5da256fd4978" /><Relationship Type="http://schemas.openxmlformats.org/officeDocument/2006/relationships/slide" Target="/ppt/slides/slide14.xml" Id="Rf72b3e5c594040e7" /><Relationship Type="http://schemas.openxmlformats.org/officeDocument/2006/relationships/slide" Target="/ppt/slides/slide15.xml" Id="Rcd5f01cf808b48a7" /><Relationship Type="http://schemas.openxmlformats.org/officeDocument/2006/relationships/slide" Target="/ppt/slides/slide16.xml" Id="R33a6c841aa084cfa" /><Relationship Type="http://schemas.openxmlformats.org/officeDocument/2006/relationships/slide" Target="/ppt/slides/slide17.xml" Id="R9a9a8a5659654de4" /><Relationship Type="http://schemas.openxmlformats.org/officeDocument/2006/relationships/slide" Target="/ppt/slides/slide18.xml" Id="Rcca3249ec76c4302" /><Relationship Type="http://schemas.openxmlformats.org/officeDocument/2006/relationships/slide" Target="/ppt/slides/slide19.xml" Id="Ra5aefc68ef2d4cdf" /><Relationship Type="http://schemas.openxmlformats.org/officeDocument/2006/relationships/slide" Target="/ppt/slides/slide20.xml" Id="R885350e5869c4626" /><Relationship Type="http://schemas.openxmlformats.org/officeDocument/2006/relationships/slide" Target="/ppt/slides/slide21.xml" Id="R4af942a0b4534a2c" /><Relationship Type="http://schemas.openxmlformats.org/officeDocument/2006/relationships/slide" Target="/ppt/slides/slide22.xml" Id="R19b7e7fb37084fe1" /><Relationship Type="http://schemas.openxmlformats.org/officeDocument/2006/relationships/slide" Target="/ppt/slides/slide23.xml" Id="R89123b38bb464d82" /><Relationship Type="http://schemas.openxmlformats.org/officeDocument/2006/relationships/slide" Target="/ppt/slides/slide24.xml" Id="R699831f44dee4a6a" /><Relationship Type="http://schemas.openxmlformats.org/officeDocument/2006/relationships/slide" Target="/ppt/slides/slide25.xml" Id="Rdf22f368f20d47a3" /><Relationship Type="http://schemas.openxmlformats.org/officeDocument/2006/relationships/slide" Target="/ppt/slides/slide26.xml" Id="R03731dccc5d54fa1" /><Relationship Type="http://schemas.openxmlformats.org/officeDocument/2006/relationships/slide" Target="/ppt/slides/slide27.xml" Id="R9c416724d7e5432d" /><Relationship Type="http://schemas.openxmlformats.org/officeDocument/2006/relationships/slide" Target="/ppt/slides/slide28.xml" Id="Rf2f277daaa484aab" /><Relationship Type="http://schemas.openxmlformats.org/officeDocument/2006/relationships/slide" Target="/ppt/slides/slide29.xml" Id="Ra207c7d2b9e74e41" /><Relationship Type="http://schemas.openxmlformats.org/officeDocument/2006/relationships/slide" Target="/ppt/slides/slide30.xml" Id="Rd1b849bd360e49e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d6514814581489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8b370b610184691" /><Relationship Type="http://schemas.openxmlformats.org/officeDocument/2006/relationships/notesMaster" Target="/ppt/notesMasters/notesMaster1.xml" Id="R25f2d34e866940d9" /></Relationships>
</file>

<file path=ppt/notesSlides/_rels/notesSlide2.xml.rels>&#65279;<?xml version="1.0" encoding="utf-8"?><Relationships xmlns="http://schemas.openxmlformats.org/package/2006/relationships"><Relationship Type="http://schemas.openxmlformats.org/officeDocument/2006/relationships/slide" Target="/ppt/slides/slide2.xml" Id="Rb68fc32c63f8486a" /><Relationship Type="http://schemas.openxmlformats.org/officeDocument/2006/relationships/notesMaster" Target="/ppt/notesMasters/notesMaster1.xml" Id="Ra229e0b728cd4619" /></Relationships>
</file>

<file path=ppt/notesSlides/_rels/notesSlide3.xml.rels>&#65279;<?xml version="1.0" encoding="utf-8"?><Relationships xmlns="http://schemas.openxmlformats.org/package/2006/relationships"><Relationship Type="http://schemas.openxmlformats.org/officeDocument/2006/relationships/slide" Target="/ppt/slides/slide3.xml" Id="R91844401a04442a0" /><Relationship Type="http://schemas.openxmlformats.org/officeDocument/2006/relationships/notesMaster" Target="/ppt/notesMasters/notesMaster1.xml" Id="R5973bec7b350489a" /></Relationships>
</file>

<file path=ppt/notesSlides/_rels/notesSlide4.xml.rels>&#65279;<?xml version="1.0" encoding="utf-8"?><Relationships xmlns="http://schemas.openxmlformats.org/package/2006/relationships"><Relationship Type="http://schemas.openxmlformats.org/officeDocument/2006/relationships/slide" Target="/ppt/slides/slide4.xml" Id="R4fef564ec16d4193" /><Relationship Type="http://schemas.openxmlformats.org/officeDocument/2006/relationships/notesMaster" Target="/ppt/notesMasters/notesMaster1.xml" Id="R0b84d2e98d654a91" /></Relationships>
</file>

<file path=ppt/notesSlides/_rels/notesSlide5.xml.rels>&#65279;<?xml version="1.0" encoding="utf-8"?><Relationships xmlns="http://schemas.openxmlformats.org/package/2006/relationships"><Relationship Type="http://schemas.openxmlformats.org/officeDocument/2006/relationships/slide" Target="/ppt/slides/slide5.xml" Id="Re97dd09ab7fd4715" /><Relationship Type="http://schemas.openxmlformats.org/officeDocument/2006/relationships/notesMaster" Target="/ppt/notesMasters/notesMaster1.xml" Id="R9e17090712874ad9" /></Relationships>
</file>

<file path=ppt/notesSlides/_rels/notesSlide6.xml.rels>&#65279;<?xml version="1.0" encoding="utf-8"?><Relationships xmlns="http://schemas.openxmlformats.org/package/2006/relationships"><Relationship Type="http://schemas.openxmlformats.org/officeDocument/2006/relationships/slide" Target="/ppt/slides/slide6.xml" Id="Re1efdd7a18f24350" /><Relationship Type="http://schemas.openxmlformats.org/officeDocument/2006/relationships/notesMaster" Target="/ppt/notesMasters/notesMaster1.xml" Id="Rd8bdb7513f04474e" /></Relationships>
</file>

<file path=ppt/notesSlides/_rels/notesSlide7.xml.rels>&#65279;<?xml version="1.0" encoding="utf-8"?><Relationships xmlns="http://schemas.openxmlformats.org/package/2006/relationships"><Relationship Type="http://schemas.openxmlformats.org/officeDocument/2006/relationships/slide" Target="/ppt/slides/slide7.xml" Id="R21a31e5dd4214db9" /><Relationship Type="http://schemas.openxmlformats.org/officeDocument/2006/relationships/notesMaster" Target="/ppt/notesMasters/notesMaster1.xml" Id="Rcddf344b356f452a" /></Relationships>
</file>

<file path=ppt/notesSlides/_rels/notesSlide8.xml.rels>&#65279;<?xml version="1.0" encoding="utf-8"?><Relationships xmlns="http://schemas.openxmlformats.org/package/2006/relationships"><Relationship Type="http://schemas.openxmlformats.org/officeDocument/2006/relationships/slide" Target="/ppt/slides/slide8.xml" Id="Rf83ec55c78ba4da8" /><Relationship Type="http://schemas.openxmlformats.org/officeDocument/2006/relationships/notesMaster" Target="/ppt/notesMasters/notesMaster1.xml" Id="Rb16b80fa0a6945a7" /></Relationships>
</file>

<file path=ppt/notesSlides/_rels/notesSlide9.xml.rels>&#65279;<?xml version="1.0" encoding="utf-8"?><Relationships xmlns="http://schemas.openxmlformats.org/package/2006/relationships"><Relationship Type="http://schemas.openxmlformats.org/officeDocument/2006/relationships/slide" Target="/ppt/slides/slide9.xml" Id="R38031ebd52d84885" /><Relationship Type="http://schemas.openxmlformats.org/officeDocument/2006/relationships/notesMaster" Target="/ppt/notesMasters/notesMaster1.xml" Id="R365fda7b406d41f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0a992b9b5b04a48" /><Relationship Type="http://schemas.openxmlformats.org/officeDocument/2006/relationships/notesMaster" Target="/ppt/notesMasters/notesMaster1.xml" Id="Rff79f9b0d0c44f3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6fbb2a3bab441dc" /><Relationship Type="http://schemas.openxmlformats.org/officeDocument/2006/relationships/notesMaster" Target="/ppt/notesMasters/notesMaster1.xml" Id="Rb3ab3275db7049c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eaf38c6259b44f0" /><Relationship Type="http://schemas.openxmlformats.org/officeDocument/2006/relationships/notesMaster" Target="/ppt/notesMasters/notesMaster1.xml" Id="R89fc25908a044ac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531cd3b8fcc4221" /><Relationship Type="http://schemas.openxmlformats.org/officeDocument/2006/relationships/notesMaster" Target="/ppt/notesMasters/notesMaster1.xml" Id="R8e6aceea92a14c3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bf523f8fbb04065" /><Relationship Type="http://schemas.openxmlformats.org/officeDocument/2006/relationships/notesMaster" Target="/ppt/notesMasters/notesMaster1.xml" Id="R519e86c7b64f45f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5997821805c404f" /><Relationship Type="http://schemas.openxmlformats.org/officeDocument/2006/relationships/notesMaster" Target="/ppt/notesMasters/notesMaster1.xml" Id="R83e896068cef427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f9afcb670504485" /><Relationship Type="http://schemas.openxmlformats.org/officeDocument/2006/relationships/notesMaster" Target="/ppt/notesMasters/notesMaster1.xml" Id="R0faee3693c804f0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e15296256c7408e" /><Relationship Type="http://schemas.openxmlformats.org/officeDocument/2006/relationships/notesMaster" Target="/ppt/notesMasters/notesMaster1.xml" Id="R4707827820c74fd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959d63fc0584aac" /><Relationship Type="http://schemas.openxmlformats.org/officeDocument/2006/relationships/notesMaster" Target="/ppt/notesMasters/notesMaster1.xml" Id="Rf4aa0e5f23d74dd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13fed693e204713" /><Relationship Type="http://schemas.openxmlformats.org/officeDocument/2006/relationships/notesMaster" Target="/ppt/notesMasters/notesMaster1.xml" Id="R9518ce1df14c43f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95a5534baa94c91" /><Relationship Type="http://schemas.openxmlformats.org/officeDocument/2006/relationships/notesMaster" Target="/ppt/notesMasters/notesMaster1.xml" Id="Rf1a8fe31003948b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5b529d8aaa94491" /><Relationship Type="http://schemas.openxmlformats.org/officeDocument/2006/relationships/notesMaster" Target="/ppt/notesMasters/notesMaster1.xml" Id="Rb1441ffac90e48b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2e7b5b134f44783" /><Relationship Type="http://schemas.openxmlformats.org/officeDocument/2006/relationships/notesMaster" Target="/ppt/notesMasters/notesMaster1.xml" Id="Reb4e2db3076840e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36483195f494cb9" /><Relationship Type="http://schemas.openxmlformats.org/officeDocument/2006/relationships/notesMaster" Target="/ppt/notesMasters/notesMaster1.xml" Id="R1b9bcb0afcb24db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aa9f07c086f43ad" /><Relationship Type="http://schemas.openxmlformats.org/officeDocument/2006/relationships/notesMaster" Target="/ppt/notesMasters/notesMaster1.xml" Id="R45b8547ff16942f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049afe5e6a24847" /><Relationship Type="http://schemas.openxmlformats.org/officeDocument/2006/relationships/notesMaster" Target="/ppt/notesMasters/notesMaster1.xml" Id="R8261bbe71c1d4c4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aed12044d804eec" /><Relationship Type="http://schemas.openxmlformats.org/officeDocument/2006/relationships/notesMaster" Target="/ppt/notesMasters/notesMaster1.xml" Id="Rd08eb6c700a14e0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342c9bd67874568" /><Relationship Type="http://schemas.openxmlformats.org/officeDocument/2006/relationships/notesMaster" Target="/ppt/notesMasters/notesMaster1.xml" Id="Rded7bb43886643d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468d42283c44998" /><Relationship Type="http://schemas.openxmlformats.org/officeDocument/2006/relationships/notesMaster" Target="/ppt/notesMasters/notesMaster1.xml" Id="R76397f38cc364f9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65163887a21443a" /><Relationship Type="http://schemas.openxmlformats.org/officeDocument/2006/relationships/notesMaster" Target="/ppt/notesMasters/notesMaster1.xml" Id="R4cc35d9a4db743a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2be7976e9644444" /><Relationship Type="http://schemas.openxmlformats.org/officeDocument/2006/relationships/notesMaster" Target="/ppt/notesMasters/notesMaster1.xml" Id="Rf08a881e341d41d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31 ms gap from normal variance. Gemini explicit cache storage was unavailable on the free tier, and implicit caching did not engage. We recorded the negative result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 When a trace reveals a failure pattern—an interruption miss, stale answer or action error—we turn that pattern into a new eval scenario and regression test.</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point is not a single headline number: this trace links response timing, three playback cancellations, two accepted actions and 11 caller turns, making the conversation diagnosable and improvable.</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 If the workflow scales to millions of historical inquiries, the agent creates coverage and triage—not a replacement for the human conversation where trust and negotiation matter.</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“Do Not Call (DNC)” is the persisted suppression list that prevents prohibited or opted-out contacts from being called. The current app is single-session and browser-first; these are the production capabilities still needed before outbound use.</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ASBL’s hundreds of hours of historical sales calls are a differentiated learning asset only when they are used with appropriate consent, retention, access controls and legal review. They can reveal real objections, silence patterns, accents, turn-taking and qualification signals that generic benchmarks miss. The opportunity is not to declare multilingual voice solved: Telugu, Hindi, English and code-mixed calls still need their own ASR, TTS, factuality, turn-taking and trust evaluations before deployment.</a:t>
            </a:r>
          </a:p>
          <a:p xmlns:a="http://schemas.openxmlformats.org/drawingml/2006/main">
            <a:r>
              <a:t/>
            </a:r>
          </a:p>
          <a:p xmlns:a="http://schemas.openxmlformats.org/drawingml/2006/main">
            <a:r>
              <a:t>SOURCES</a:t>
            </a:r>
          </a:p>
          <a:p xmlns:a="http://schemas.openxmlformats.org/drawingml/2006/main">
            <a:r>
              <a:t>- ASBL call-recording asset ·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7b39bc3b044451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c94017fc3f345a3" /><Relationship Type="http://schemas.openxmlformats.org/officeDocument/2006/relationships/slideLayout" Target="/ppt/slideLayouts/slideLayout1.xml" Id="R511aa46e687240b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11aa46e687240b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c2c3fe3226643d9" /><Relationship Type="http://schemas.openxmlformats.org/officeDocument/2006/relationships/image" Target="/ppt/media/image.jpeg" Id="R752b581dd20e46d3" /><Relationship Type="http://schemas.openxmlformats.org/officeDocument/2006/relationships/notesSlide" Target="/ppt/notesSlides/notesSlide1.xml" Id="R8f0f9f75476444f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2afe35ac0f54939" /><Relationship Type="http://schemas.openxmlformats.org/officeDocument/2006/relationships/image" Target="/ppt/media/image2.jpeg" Id="R607a355d0d3344dc" /><Relationship Type="http://schemas.openxmlformats.org/officeDocument/2006/relationships/notesSlide" Target="/ppt/notesSlides/notesSlide2.xml" Id="R8053f1a4300145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0afded9b6ed4200" /><Relationship Type="http://schemas.openxmlformats.org/officeDocument/2006/relationships/image" Target="/ppt/media/image3.jpeg" Id="R4e6de5e7c8d14cc2" /><Relationship Type="http://schemas.openxmlformats.org/officeDocument/2006/relationships/notesSlide" Target="/ppt/notesSlides/notesSlide3.xml" Id="R130801bf89ad4fe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290340dd21e4a38" /><Relationship Type="http://schemas.openxmlformats.org/officeDocument/2006/relationships/image" Target="/ppt/media/image4.jpeg" Id="R7774f477e05249b7" /><Relationship Type="http://schemas.openxmlformats.org/officeDocument/2006/relationships/notesSlide" Target="/ppt/notesSlides/notesSlide4.xml" Id="Ra6ba3d311015405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c387e7fb8b64186" /><Relationship Type="http://schemas.openxmlformats.org/officeDocument/2006/relationships/image" Target="/ppt/media/image5.jpeg" Id="R47fce7a417f940df" /><Relationship Type="http://schemas.openxmlformats.org/officeDocument/2006/relationships/notesSlide" Target="/ppt/notesSlides/notesSlide5.xml" Id="R3ccaa9fd62c54d5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aff6742ff9647e0" /><Relationship Type="http://schemas.openxmlformats.org/officeDocument/2006/relationships/image" Target="/ppt/media/image6.jpeg" Id="R255e24c9d5034a33" /><Relationship Type="http://schemas.openxmlformats.org/officeDocument/2006/relationships/notesSlide" Target="/ppt/notesSlides/notesSlide6.xml" Id="Rb0c0ac570b6349f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6a6764830b34e00" /><Relationship Type="http://schemas.openxmlformats.org/officeDocument/2006/relationships/image" Target="/ppt/media/image7.jpeg" Id="R624d31556e2e424e" /><Relationship Type="http://schemas.openxmlformats.org/officeDocument/2006/relationships/notesSlide" Target="/ppt/notesSlides/notesSlide7.xml" Id="R34df90817c8148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8f14ea1e62c40e4" /><Relationship Type="http://schemas.openxmlformats.org/officeDocument/2006/relationships/image" Target="/ppt/media/image8.jpeg" Id="R8a35886c295047c4" /><Relationship Type="http://schemas.openxmlformats.org/officeDocument/2006/relationships/notesSlide" Target="/ppt/notesSlides/notesSlide8.xml" Id="Ra17494bc347d4c8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c408d9eb5a8409c" /><Relationship Type="http://schemas.openxmlformats.org/officeDocument/2006/relationships/image" Target="/ppt/media/image9.jpeg" Id="R8de6fabd39324d71" /><Relationship Type="http://schemas.openxmlformats.org/officeDocument/2006/relationships/notesSlide" Target="/ppt/notesSlides/notesSlide9.xml" Id="R2433ad7303d94bb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156c9e660de4600" /><Relationship Type="http://schemas.openxmlformats.org/officeDocument/2006/relationships/image" Target="/ppt/media/image10.jpeg" Id="R3a3a96b6aa8942b2" /><Relationship Type="http://schemas.openxmlformats.org/officeDocument/2006/relationships/notesSlide" Target="/ppt/notesSlides/notesSlide10.xml" Id="Rc3a333454fb74c7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86932f43e2147ff" /><Relationship Type="http://schemas.openxmlformats.org/officeDocument/2006/relationships/image" Target="/ppt/media/image11.jpeg" Id="R08872036037f421e" /><Relationship Type="http://schemas.openxmlformats.org/officeDocument/2006/relationships/notesSlide" Target="/ppt/notesSlides/notesSlide11.xml" Id="R565cd1b01c2b4fc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1fbb478743f4ff8" /><Relationship Type="http://schemas.openxmlformats.org/officeDocument/2006/relationships/image" Target="/ppt/media/image12.jpeg" Id="R439af523c4a64dd0" /><Relationship Type="http://schemas.openxmlformats.org/officeDocument/2006/relationships/notesSlide" Target="/ppt/notesSlides/notesSlide12.xml" Id="R84ce6a810782400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51673926db64a6d" /><Relationship Type="http://schemas.openxmlformats.org/officeDocument/2006/relationships/image" Target="/ppt/media/image13.jpeg" Id="Rb52a5d9e3180409d" /><Relationship Type="http://schemas.openxmlformats.org/officeDocument/2006/relationships/notesSlide" Target="/ppt/notesSlides/notesSlide13.xml" Id="R05bf8372fc47414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50c0cd27f6447b1" /><Relationship Type="http://schemas.openxmlformats.org/officeDocument/2006/relationships/image" Target="/ppt/media/image14.jpeg" Id="R3eea90f9d086445b" /><Relationship Type="http://schemas.openxmlformats.org/officeDocument/2006/relationships/notesSlide" Target="/ppt/notesSlides/notesSlide14.xml" Id="Rb491b6a9a5324e6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9e90885e56241d8" /><Relationship Type="http://schemas.openxmlformats.org/officeDocument/2006/relationships/image" Target="/ppt/media/image15.jpeg" Id="Rdc9e21f9167f4f07" /><Relationship Type="http://schemas.openxmlformats.org/officeDocument/2006/relationships/notesSlide" Target="/ppt/notesSlides/notesSlide15.xml" Id="R90773638e57e400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ccdbd0d25c34ddf" /><Relationship Type="http://schemas.openxmlformats.org/officeDocument/2006/relationships/image" Target="/ppt/media/image16.jpeg" Id="R0de33671fed74dc8" /><Relationship Type="http://schemas.openxmlformats.org/officeDocument/2006/relationships/notesSlide" Target="/ppt/notesSlides/notesSlide16.xml" Id="Re4c1f0665afd4cc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dd38ee24ad44575" /><Relationship Type="http://schemas.openxmlformats.org/officeDocument/2006/relationships/image" Target="/ppt/media/image17.jpeg" Id="R93803e2f6e4144f6" /><Relationship Type="http://schemas.openxmlformats.org/officeDocument/2006/relationships/notesSlide" Target="/ppt/notesSlides/notesSlide17.xml" Id="Rbc3f0e161eaa492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7f93a31cb694582" /><Relationship Type="http://schemas.openxmlformats.org/officeDocument/2006/relationships/image" Target="/ppt/media/image18.jpeg" Id="R89bbc59e28fa4783" /><Relationship Type="http://schemas.openxmlformats.org/officeDocument/2006/relationships/notesSlide" Target="/ppt/notesSlides/notesSlide18.xml" Id="R757201e758f74fd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ce6471c075e42ce" /><Relationship Type="http://schemas.openxmlformats.org/officeDocument/2006/relationships/image" Target="/ppt/media/image19.jpeg" Id="R2b77036ed942402f" /><Relationship Type="http://schemas.openxmlformats.org/officeDocument/2006/relationships/notesSlide" Target="/ppt/notesSlides/notesSlide19.xml" Id="Rc3b680df7a084c9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5be52a4fe9541ea" /><Relationship Type="http://schemas.openxmlformats.org/officeDocument/2006/relationships/image" Target="/ppt/media/image20.jpeg" Id="R201e43f85fbb4f38" /><Relationship Type="http://schemas.openxmlformats.org/officeDocument/2006/relationships/notesSlide" Target="/ppt/notesSlides/notesSlide20.xml" Id="R48a7496220a1426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ef21e745f0e433e" /><Relationship Type="http://schemas.openxmlformats.org/officeDocument/2006/relationships/image" Target="/ppt/media/image21.jpeg" Id="R254a2deb35654a26" /><Relationship Type="http://schemas.openxmlformats.org/officeDocument/2006/relationships/notesSlide" Target="/ppt/notesSlides/notesSlide21.xml" Id="Rf48e960296b04ea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05f4e6d4b6d495b" /><Relationship Type="http://schemas.openxmlformats.org/officeDocument/2006/relationships/image" Target="/ppt/media/image22.jpeg" Id="R06154bafa4184570" /><Relationship Type="http://schemas.openxmlformats.org/officeDocument/2006/relationships/notesSlide" Target="/ppt/notesSlides/notesSlide22.xml" Id="R99eb7bda67e74f0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9009c64889f4585" /><Relationship Type="http://schemas.openxmlformats.org/officeDocument/2006/relationships/image" Target="/ppt/media/image23.jpeg" Id="Rdd08e7a9e53148c9" /><Relationship Type="http://schemas.openxmlformats.org/officeDocument/2006/relationships/notesSlide" Target="/ppt/notesSlides/notesSlide23.xml" Id="R3170694a25234d6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c4e6320cc5647d6" /><Relationship Type="http://schemas.openxmlformats.org/officeDocument/2006/relationships/image" Target="/ppt/media/image24.jpeg" Id="R6c85d12a5b834cb6" /><Relationship Type="http://schemas.openxmlformats.org/officeDocument/2006/relationships/notesSlide" Target="/ppt/notesSlides/notesSlide24.xml" Id="R31ac2ed7238045c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f49d20b2bf340de" /><Relationship Type="http://schemas.openxmlformats.org/officeDocument/2006/relationships/image" Target="/ppt/media/image25.jpeg" Id="R0155de5912024f3d" /><Relationship Type="http://schemas.openxmlformats.org/officeDocument/2006/relationships/notesSlide" Target="/ppt/notesSlides/notesSlide25.xml" Id="Ra35ffe8c810a4ba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daef5e4fcc74298" /><Relationship Type="http://schemas.openxmlformats.org/officeDocument/2006/relationships/image" Target="/ppt/media/image26.jpeg" Id="Rc76e66da1ff142a5" /><Relationship Type="http://schemas.openxmlformats.org/officeDocument/2006/relationships/notesSlide" Target="/ppt/notesSlides/notesSlide26.xml" Id="Rfcce228651f74f0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fb25a5fbdff4131" /><Relationship Type="http://schemas.openxmlformats.org/officeDocument/2006/relationships/image" Target="/ppt/media/image27.jpeg" Id="R7b18e914de3a4cea" /><Relationship Type="http://schemas.openxmlformats.org/officeDocument/2006/relationships/notesSlide" Target="/ppt/notesSlides/notesSlide27.xml" Id="R5c782e3051ee488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42d7c958f5e343db" /><Relationship Type="http://schemas.openxmlformats.org/officeDocument/2006/relationships/image" Target="/ppt/media/image28.jpeg" Id="R94af4cd540d94507" /><Relationship Type="http://schemas.openxmlformats.org/officeDocument/2006/relationships/notesSlide" Target="/ppt/notesSlides/notesSlide28.xml" Id="Rb37a276494f646a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5262f235ffae49d5" /><Relationship Type="http://schemas.openxmlformats.org/officeDocument/2006/relationships/image" Target="/ppt/media/image29.jpeg" Id="Rf069d6060b344fd0" /><Relationship Type="http://schemas.openxmlformats.org/officeDocument/2006/relationships/notesSlide" Target="/ppt/notesSlides/notesSlide29.xml" Id="Rf24ba40c9397479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67b079ad37184b2e" /><Relationship Type="http://schemas.openxmlformats.org/officeDocument/2006/relationships/image" Target="/ppt/media/image30.jpeg" Id="R360eb30cb5ef49e2" /><Relationship Type="http://schemas.openxmlformats.org/officeDocument/2006/relationships/notesSlide" Target="/ppt/notesSlides/notesSlide30.xml" Id="R7347c0ba6a0b45c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752b581dd20e46d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A986B4D-4EA6-404F-ACE1-BA2CD3C08A0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99D90124-DE67-4CFB-9E23-50407625F53E}"/>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10DA8DF2-7FFC-44CC-BBA4-0D7CD592932E}"/>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9E8E283C-FA44-4FBF-AE8F-FAA6EC98F42D}"/>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78D6DD11-E6AB-484D-8504-AF41BB7FB304}"/>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8952E5AC-C4A3-4F15-AE8D-CC7F82394B10}"/>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24AF7F4B-14E2-4CAD-BFAA-70C2A235392C}"/>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FB5A9744-8E47-4859-BDFD-CA5E5B2D6064}"/>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98774FA2-34BB-485C-8B2F-D91A909C0A9E}"/>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83B1F7B0-1F87-427D-863C-726C688395A0}"/>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1C281CC9-0910-47F6-8B35-441F4D6B62D0}"/>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9D451F29-9F67-4456-BE5E-A0C5D97EE09D}"/>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0E7BCABD-CDFB-454E-B2DD-2F34A81BF725}"/>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E561546A-157C-4075-9D50-139E4C914098}"/>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9938FA85-26A9-47EC-9795-FD62C364E362}"/>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D24B7AAD-E798-428F-B38E-5A62933EB720}"/>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912A7AF5-21FD-424D-825D-30CA6349BFEF}"/>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933FEE51-0A24-4D9B-82BC-B8BE899032CF}"/>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EBC3EEC9-7A0F-46F9-9E0B-05917ED07B70}"/>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82B6B4E0-1441-4BD2-B38A-401D46E9B78E}"/>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AB0E0096-B0AE-4D9D-8083-E5843D1B4283}"/>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FEEE99C-87CE-4F25-8278-2DFA5E29E745}"/>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16152BAF-B81E-46F7-87CA-E38A9A327645}"/>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39BAA25E-74CA-476F-97AD-1F21A4032068}"/>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69914AFD-7E5B-4E47-AB7C-7A2523BCBFD3}"/>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073ACB49-211A-4BCE-B169-98C13B3856B1}"/>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2CB2F3AF-772C-4CDC-A38F-EF0DD89C2B3C}"/>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AE617EF4-72FC-4161-8F58-5339E4C5843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254885088"/>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607a355d0d3344d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EFA9508-22FD-448B-A134-E3E98A724D2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21F8D9F-38FD-4ABB-930C-0E852E680FE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1E14F677-4DE4-4BD0-B9EA-A0FA0C1698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CAFA4E3-46BD-4B64-9363-2B10BF2BF14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6A56C0EF-A027-4A05-9392-1E7BFA75930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063C292-7C9C-4619-9367-291056B6F32C}"/>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39FFCAEA-B773-476C-A5FB-5F66BE0B8EFE}"/>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913D8242-5F2A-499B-B680-6154DBCC60A3}"/>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1B67A88C-BC0B-4A12-9129-FEDFAB94F625}"/>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DA929DFF-3249-47D7-9881-510C6B7D04A4}"/>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E38B8EF4-5E80-4A7E-B9E5-78D958227164}"/>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BEBD704B-7D1B-4556-88C9-5D4C7E64FBDA}"/>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DD40D42D-DB14-4140-BF92-6A9160878EC8}"/>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9B5B93DA-BDCC-4410-BE8B-5EB065D8D6E5}"/>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7A52C31F-742B-4DDF-BD8F-D30C6C000664}"/>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44A0FA80-0988-43D9-8014-6BB428E0F5AD}"/>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360AF261-6A91-4F25-A35A-CFC70FAD17D3}"/>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1D6B3C75-9535-41E1-8A83-E06888C47500}"/>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BC676D12-5076-4C2B-BAC3-8DBE6907F397}"/>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1ABF9DAC-BC95-4B33-A640-1FBBDB68001F}"/>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BEAD5111-3BB7-4A01-9EF6-7B0518D32BD8}"/>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F1E7BE13-DA53-4FFB-A711-9510480AF6D9}"/>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9E6253FB-5971-448A-B0C8-849426858027}"/>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146FA7EE-B5D9-4653-BC5F-68CB84763621}"/>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9422221E-BCCC-4E30-B99F-95262F6FC0BD}"/>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DC62E876-6D5E-4C36-8867-6E9B19C629A0}"/>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5D913130-8A64-4052-8F98-744E0E49C86B}"/>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55EB4BA2-35F5-4BCE-A30B-EB222E4EE928}"/>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F8C5D881-2277-4A9C-BD9E-6EF304450101}"/>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981CF050-5D94-41AF-AA28-0E19586B65C0}"/>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379A1CA7-698E-4677-89EB-25EE84315085}"/>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4DFEED18-CEE9-4DAD-9E86-CA7917678736}"/>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A3BA5B78-B5B3-4EE0-A7AC-C060435FE1CC}"/>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0525B52E-8F0B-4E3B-BCE4-3DFFAE09E666}"/>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24C5C507-6FB9-4A5B-B4E9-7432BD951F4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687376798"/>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4e6de5e7c8d14cc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42F6CB3-3709-4A8C-B598-9829743F056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96C492B-D2AF-46FB-9F58-E068CEC19E2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6C6B261A-A13F-4FEA-B511-A5F65390FAB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4FAC31B-6E58-4AB5-905B-30EDBFCB607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78103AC0-B2A6-49FB-9729-C0C57D3D8A7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3576457-0305-4C82-BA87-D46B002630C5}"/>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CBEEFDBB-B49E-4C53-93C2-C5919ACCDB27}"/>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FBB95F8E-CA46-4B2E-9FF3-B5545F32034C}"/>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E4C17287-CCF2-44E6-87A2-A7399E7A8CB0}"/>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D953A336-29DE-4378-8901-8E44A9DFF765}"/>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E67C1E03-B7A2-4221-94F1-9C228A71819E}"/>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52D34835-BAE6-4EF1-AC93-78A9753B3078}"/>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A27BF017-CCE4-45B9-B340-D7202B62AC2B}"/>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9051C7F9-0318-4E38-BCAB-129A02760C7B}"/>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2A0C7701-0D52-42BA-9B74-A7F3CEE0B7F5}"/>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ED2ACC22-76E1-42EA-8646-197976454D36}"/>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AFE4A329-FFBB-4EAE-9B75-4CB47EA4B7E0}"/>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07D21F16-E868-48AD-BBED-6D4D0ABB5ED0}"/>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6ACD39C0-A4A8-461B-B158-4935A2C7646F}"/>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3BCBE3B5-FE50-4962-80DA-A74C2F6FA054}"/>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2D78963F-8540-4F3A-80F1-C150688D5D1B}"/>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50CA533A-4252-47EE-83BA-4ED769616187}"/>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94F31E99-5932-411B-9767-0B1967A1920E}"/>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BF4954CA-E46D-4C0F-BC7B-D35657342118}"/>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644563DD-DAC6-445E-8C76-F53E5E438928}"/>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03BFB454-9A55-4512-A6C8-C05F72D1113D}"/>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8DCA0917-3023-4403-96D9-0989B295771F}"/>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04904E19-301C-4574-AC82-322C3F38F615}"/>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C4AC542A-4E2E-42C8-80F6-DFE390A32E61}"/>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12480966-D183-4E93-8A49-DEBC751BC35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135804362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7774f477e05249b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6C8D393-DC3A-4002-8D44-60866EE9607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C9E2273-7006-4953-8D13-CDE6C4527B3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F4CF86B3-F761-4A83-A67F-114F123CC35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8CE255D-C900-4A6A-A8CE-9517623EF7C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ECEF710D-CE21-4F38-A7E0-1EBC77ACF2A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15B653D-9453-4BA0-B96A-792D70CBFBDB}"/>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A1971C97-3C26-4516-AB3E-803DD2123986}"/>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03CC80FB-A324-472A-9D8F-5A04E0161609}"/>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07344839-B06B-4FC6-A3C6-56A460462983}"/>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2A46DA14-3A3E-47ED-88DD-5476AAB58A56}"/>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2E49BE1B-C139-4708-B286-A0EBA41618E5}"/>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E05E8F76-B86A-463F-B4F4-BC4923E7A618}"/>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51074884-1D38-4F9A-B86B-B9E7BBFFF004}"/>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8DB5FE37-940A-432E-BB2D-70566662C778}"/>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774340FF-21DC-41E1-83FC-49DEF9289892}"/>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8627BCEE-9D94-4DF6-9725-A2BD27FCE33A}"/>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CA8A5B0C-CFE1-4B0F-94ED-8A2EC04ED09F}"/>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C0D5D53B-2725-416F-B1CE-F83D34B072F1}"/>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24281D86-DDCB-4DC0-829B-AE4930A2930D}"/>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1DC1624E-C85F-4ECD-8630-A866A88C3B1E}"/>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76DBA1D0-3947-4616-9967-0FF33497C40A}"/>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2CF65560-3BF2-4645-ADDF-AE2C185575E3}"/>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B8D22E19-458D-4547-BA23-ADD421D4B47B}"/>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FE3F6D09-A7D8-4337-AA07-C82C38091988}"/>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705BCEB4-CB5A-40FF-B94F-1D61D5B8A08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87346334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47fce7a417f940d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444064D-3136-473A-A68E-0C5C53DB09B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8C8A83C-54A9-4E0B-9BA7-146ACC0E649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ED452AD9-A7B5-4700-B03F-3E17F3477CB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31E4D0E-161C-433F-9A0C-128779FABE1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2C2DF901-D840-473D-B7B4-F66EDEBC98C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EDD3BC1-D14C-4341-92C5-81F0B646E855}"/>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5E1452EF-485B-4667-A35A-E562B47B5D0B}"/>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6F21CABF-CB88-45A7-911B-CAA60E1853A7}"/>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F0D32BD9-F367-4593-B4AB-9515BFD6E9DC}"/>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30954A49-6298-473D-9D72-C83C265E2989}"/>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3FB7EB16-1899-4D23-ADA2-3611DF926C03}"/>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EA289CCE-38B1-4DD1-BC0F-EA34B612ACF0}"/>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0D446142-AA11-42DC-8E1F-B98D5E996CE8}"/>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D321ECA1-B42A-4610-8296-2BF6D35C18BE}"/>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6D33457E-5DB2-484E-8DD5-4093953A9F71}"/>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E5D9368A-6DE5-4D09-8135-A30CEAB5D8DD}"/>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EE4A7598-D86D-44C9-8C71-C6DA13CE4AE2}"/>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BB16FB8A-19A1-425E-9EAE-F84219C05CF1}"/>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3F6F94EC-CAE6-42ED-8FA2-1D9D39294587}"/>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98EC5D14-D6C5-4CE8-965E-B98CD92A76AF}"/>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55E9CD11-4E12-4E26-BF2C-B2E9B2AEA2A9}"/>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3C286D8F-B294-4404-91F3-A0E55B3A887C}"/>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A261F375-4DDB-4951-A358-FE21F130396F}"/>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857EC5B7-9E30-4B7C-820E-681C4935E674}"/>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AACAF3A4-6216-458A-8BDD-A8FE552D8B14}"/>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25F32D96-B13F-4C17-B3D3-6923B046162A}"/>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4D4F3DFB-F878-4674-99CA-8E6C0E8BE9FD}"/>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3B6B837E-E4C6-47D2-829F-2B6EBB7C5365}"/>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F1288BE7-C121-4ADA-A011-5FED43105BF8}"/>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84BAB9D4-8DB7-448A-8905-1E06F34E110B}"/>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929CC62E-FF7D-4228-A539-17D104649C33}"/>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3ABAE04E-B532-48CF-A118-C90CDFCBB178}"/>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42E287BB-2AB5-4ECE-BA5C-3405BCEC057E}"/>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8DA45809-C462-4A24-9EF6-CA49FC82B14A}"/>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ACA09276-A228-4AED-BC0D-7F84E51619E5}"/>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8002EAF7-1BFB-439D-A059-CFDD2AC29B2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124053553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255e24c9d5034a3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7FAF411-0D78-4932-B80D-AAFDDF554D7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E9B6BB4-D67D-4F64-84CA-A00FA998659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59AE98DC-21AD-4D11-B7DF-716A21E1D8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A01E327-5BAC-43F3-AD78-AE13573E53B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705ED5FF-B458-4380-B9EA-D2E59CB93AE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940F411-5686-40AD-BA8A-782C4A07BE86}"/>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4FF562D9-56F0-485F-92C9-9B81870965D6}"/>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F2252EEC-62A8-4AE0-8B73-198FE1956776}"/>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8CAE06F4-7182-4CDA-8491-51DC3D169FFD}"/>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F48FDF11-D3D3-4CC2-BDD2-59684DE33DC6}"/>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40BCD94F-A447-47D7-86C3-1E2FE2D28D40}"/>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F209EB06-E740-43F9-AB10-CA92FABA2E86}"/>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249ED247-107A-4750-9A45-9BD984BE5D2F}"/>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F8B38BDF-5788-4D65-A23E-AE83F42B172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49661861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624d31556e2e424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4ACF119-18DB-4366-8FFD-8412B3FDFA9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04C2E85-FE8D-4944-BC09-F95D5BEE437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A78D7F09-6E3B-4E51-807D-DEA5FC7B9B3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9EDEFC1-E19C-4E98-8E73-05DEAE1827B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17DDDF83-24AE-420D-ACB1-607CAFD68EB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2461EB7-1B66-4EB9-B4F4-1185484FF1AB}"/>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8495F33B-8486-4BA4-BF11-0F9CCB447948}"/>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CE70E987-8EBD-412D-92B0-EA36B941FE21}"/>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C6090006-C272-4475-B59D-4580EEBBFE57}"/>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99850D1D-3170-47F6-BB64-54A8E012018C}"/>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FF14FE3C-9545-4EEF-83B9-8E67FE2A20A2}"/>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AF155002-BFD4-420E-AB9C-63E18D5C4958}"/>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7320E7E1-B91D-4FF7-A47C-A37A4BD476F9}"/>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1330D03B-337B-47C9-A659-7F8F9EB75A64}"/>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2422D660-E900-4193-B2B8-A71391C30725}"/>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4D088CFF-4FB2-433B-A2D8-3A0C706267A0}"/>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298D2AEF-69FD-4B62-8601-E2C79CB9E9C5}"/>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8DDED6F6-3800-4108-9BB5-FB333F2C267A}"/>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6BEC9027-971D-427A-9D38-24438DBC00CD}"/>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605B1A77-74B6-4BF7-A2A2-E2A7E3939CBA}"/>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5C1E1B8F-612E-48B8-A589-4516C307F26C}"/>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A661413C-7F9C-4CFA-990D-6EB7AB3B73AF}"/>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A0218C76-2C85-431B-A2D4-4EF1C4676541}"/>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A748E1AA-3130-4332-99F9-1CCE65FC1E5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98423277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8a35886c295047c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F0BF6B0-ACCC-4E2C-AD87-D70C52AFB65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9DA6C89-2D61-43CC-942A-92AC2981A8F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51D1B841-FA57-4C1E-9837-C4CE2ABE199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4A2F187-D393-47E7-91FB-5398A217D2C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2875E387-CB3E-4DE2-AA27-693D2D3C7EC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6280E93-BF7E-4D6B-851F-94D0551BAD41}"/>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BB3CC879-3BB3-466A-9415-E96CE9DC5837}"/>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220C846D-AB32-417D-ACC0-496AFC191BD5}"/>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E800FF2C-DFA7-4FB3-BC9C-81ABF9B2B53D}"/>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7A11644E-3463-48D7-9FAE-DB773C7C6A8E}"/>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F696FB3A-0C6C-4DF4-8088-4D773725BD53}"/>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D0CE3FEC-FFFF-4E6B-84CF-FA30D55F2458}"/>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A38D2055-8C04-4372-A07D-F3F34DB093F0}"/>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8D04CB83-55AB-4317-8B43-18454EC1AD63}"/>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8482D2D1-F70C-46E6-9FED-9B56B13FEC18}"/>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3D95866A-16F1-4DFA-A7AB-5E8A69FA47E2}"/>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7ED14DCD-D5AC-4849-9DC8-9253F733BB12}"/>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F01D8586-B87B-4551-831E-486CB944F66B}"/>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62834B7C-BCFC-4DDB-91FE-C974D8F4F162}"/>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1E2F0210-8666-4616-BCFF-05B954DA212F}"/>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D88D10B7-1087-42CE-9380-7483903FA98A}"/>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B43D92DB-64E6-4CEE-A5E7-7EB0FB61695F}"/>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276748C4-40E9-4B04-9744-F5FA647BBCF9}"/>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4F6BD20E-CF14-42C4-8B57-2F1FB7169D7D}"/>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75B84652-CFF1-4E0B-8966-4E1DECAF749B}"/>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E1497C12-68D4-47AE-97BC-F95A2CF4167D}"/>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97CF6319-B3DC-441B-AA70-0C0FC4EF9A8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97721477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8de6fabd39324d7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8B4A182-29FE-48C7-A9AC-C303568C8CB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A1996390-C427-4052-9237-05A4F38B6EE8}"/>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59052202-FFA4-4A2C-A70E-99577D06F174}"/>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A66E4404-3925-4F8B-889C-B28C93CE00C7}"/>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3D9BC8EA-67AE-4B65-90D7-4D3591C8AAF0}"/>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2B53EA7A-D96A-4B06-A32D-C5983987C8B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483547831"/>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3a3a96b6aa8942b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F0CBC0F-BB18-4551-8534-6FF92CB24CD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47F143A-44E3-40F0-B9BB-84283AF3556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9B2B27F6-BA92-4813-9501-EA95F53EC36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6D73409-5B75-4DAA-A694-0EC569EEAA5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903A99E3-E058-443C-ABF6-41FA4EA56FC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1342D51-800E-4007-A19A-BB86047D93AB}"/>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0068448B-6F9B-4E33-8C26-0F5AA8D75816}"/>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3DAA5B01-5999-4819-AA00-7A4E955EC26A}"/>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B13EB6C7-2D76-4D3F-A675-416E15D40F6E}"/>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E2A52857-87BF-4C9C-A6C9-9000D9F8D3BE}"/>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E4B48DC4-C28B-4228-972D-57497A7D0E5D}"/>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F347BFC7-E628-4C75-B754-37ACA81D784A}"/>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1F2CFB39-E262-4A50-BE1B-1604584801C0}"/>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AE398BF4-F98A-48FD-9F06-F5394E730969}"/>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C26850A3-A560-4F01-BBAA-9AAAF100EBDA}"/>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4CAE862A-6445-4F8E-85F6-F999F2F6BE43}"/>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F7A7F704-D2A8-4C01-B020-5B1243DDF2B0}"/>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FB27D70B-F55A-40C9-9600-925B724CD001}"/>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D158923A-4E2F-48EA-A18A-FA1792F06BB7}"/>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41DB08D1-C358-4AF0-8227-21DF97EFFB79}"/>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C9626268-8D95-4AF1-A657-D8D1E0CB6D84}"/>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1CEEDD98-48D5-49C7-A548-E9D1D7414098}"/>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5E8EE15D-B78A-4042-B57B-94F0474F86D0}"/>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E41D7D0F-92D9-4606-BAD8-70E6E3F68006}"/>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8877CA6A-AA7D-4D61-A02F-959D9BFD5D5C}"/>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54F22FE3-2AE8-4F92-B4F7-8AA79A9FED9F}"/>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5CA94F35-4F37-4EDE-B791-6DC7F24D3C67}"/>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6CAC5344-8C1E-4DD6-B921-53D1DFBB8B3E}"/>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ADA8FF73-CF7C-47CE-9744-58E25D820BDE}"/>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E559DB01-3E47-4E7F-93C0-F75040E00551}"/>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A0D4DE62-3848-4C89-BD13-0093C6B67D8E}"/>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BEE80039-37AE-41DD-902F-027EAB132FAB}"/>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471B8F3C-13FE-4E35-9250-560D08EDCEE9}"/>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47155587-0EDF-4AF5-A7CD-A0AF7ECDF77C}"/>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4C46B79F-AD4B-4ACF-945D-626AA1E01F10}"/>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1EAEC6DC-0C79-4CD0-8273-D8A7514EE424}"/>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4F7181AC-CE44-4A4F-B8D1-2116ACA6FDAC}"/>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69F73CDA-97E2-4834-8038-1BBB0E7A499C}"/>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C22797F2-CEB4-4ABD-B6B6-3012D55F9D42}"/>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ADBEFDE8-A06E-4DA5-9470-54BE9FE262C1}"/>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3E71784E-30C1-4DE9-995B-64B1AF118406}"/>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5C97FE95-88CC-490C-9879-C42D623A749D}"/>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557FFB65-B0D0-4A25-871D-91C2EF0F878F}"/>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348A73B8-F20F-440D-A64B-2A207DE692C3}"/>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1EAC95F0-007F-4747-B60F-B4E78F84EF21}"/>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784E62F7-78B7-42BC-B698-8F3464E9CF17}"/>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7518B7E1-AA24-42DC-B577-5315B98A938B}"/>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EDBA3A5E-CB87-448B-90AE-732DDFD3517F}"/>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670F0989-0588-403A-895A-C9A589856161}"/>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A67A1AB7-BCA3-4BD9-A2E8-2C78DC8BD3B4}"/>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59671C2D-975B-43F0-AAB6-5EC415AF9FF0}"/>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1B2190BB-866E-473E-B24A-00BC9133374C}"/>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3361CBEB-164E-49FA-8567-C2E3C06F9B55}"/>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9DEA9117-5CED-4ED6-BBC5-932A1DB6B511}"/>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D89B1F3E-955C-4854-8EB3-E68B1B6073DE}"/>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39BE1DB2-4E83-402D-8800-39217B3A384E}"/>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2D1CB6BB-0853-4365-B52A-84A7C3B25B8B}"/>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E74C6A3E-50DB-4400-9317-3B584FFCB7F7}"/>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1E03A4ED-C25F-463F-9482-4953150272D4}"/>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3F9B07A4-352D-4265-BF0D-6816D70A8650}"/>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09614567-6BE2-4C4A-9F6E-9D8B131DCB0E}"/>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66883BE4-438A-419E-875B-22688EFEE994}"/>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AC103B5C-8F2D-4D2B-BF58-E157D7D41708}"/>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7622AD72-FC49-4311-BF92-AB92E1D0B926}"/>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C7292ACF-4603-45A5-A006-C83C555444AD}"/>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4F9929DA-7CB3-4FDB-A43C-7DF03128D774}"/>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09E6DB84-A5BA-4D8F-9A63-DD713F455968}"/>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0DF99E78-9755-4AFE-8CD5-CD0681E10BE3}"/>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8FD7CB2B-EA2D-4D76-B0C6-F78AD256C77E}"/>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68F19E83-44E0-415D-9FAF-D75A050C475B}"/>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0BFD57D7-97DA-4C3B-A610-41D146DC76E7}"/>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C7BCB048-B903-45E4-90DB-3BE5D1105594}"/>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1A3831AE-6E04-4D0F-94DB-22721071CFFF}"/>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354172BF-4E9A-4DD9-800A-6240BE06C9EE}"/>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4B3E0F52-0110-4808-B7B9-66D72EF13FEE}"/>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0407831A-A107-4768-8171-FA01C9CA4904}"/>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FD8D7684-8068-4A03-93C8-31E61D6A14F8}"/>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E2E590CD-EEB3-40A2-8CE3-960D5E620A2A}"/>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50E9541B-79F2-4C3D-9340-31D678F8768E}"/>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238D3514-BA08-4007-A4D1-51BD456DCC37}"/>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FD74D058-2BA1-4890-BA1C-C7249167EBAD}"/>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E06E69EE-75EF-4540-9E51-E22788F1C9D6}"/>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AA333570-E8CB-426F-8D19-03906BAA7003}"/>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0F3C73FE-D1CC-4D22-AD9F-46FD351EC72C}"/>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C0050591-08D8-40F3-90B9-727E90DB6136}"/>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4E58E85C-41A7-40A0-807C-CDF28BEA135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17931131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08872036037f421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42E56AF-CC11-40CD-8966-29A8E85765F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13B64FE-C504-4ED0-A0C0-4E759FD2FC5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B665E8A1-F5F0-485B-8B7A-C5C8B846DA5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B9A8BB8-05B2-492A-8D6F-ED033E03B04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9C832A12-642C-44AD-A074-4598A5461AE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9B5E577-975D-4CA5-A1DD-88FCB5B82DA0}"/>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23B5E005-0D81-4D76-A355-638FD7FDEC6D}"/>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61A5E670-EEE3-4C44-90DE-5A4D38FDCAFA}"/>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8D26500-44E8-401B-8D3A-C500915D2621}"/>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A8C776FD-ABD5-4469-8DF2-CA28C9353BE1}"/>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03D5214B-44E6-44D6-896D-3BFBA2C6598A}"/>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E30D406-B3D5-4A21-A634-93CAC608EDEF}"/>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8E15D1BD-E226-4471-972B-9FDD8E3C52D4}"/>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55366A72-C24F-42DF-B536-C995B98912F0}"/>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78B5E0B-D87D-4EC7-B606-054078BA0942}"/>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B9FE821D-8D3A-4FD1-9683-D516BADD8E42}"/>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538A3C1D-660D-4642-97E1-8CBB89D435B6}"/>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A80A6A1-447E-4542-87DC-B706C9CCA3FF}"/>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EC646804-5EB3-4985-A696-5E0BC767EF83}"/>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3142DF5E-B6A2-4083-8E96-841FF2848F0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1792590569"/>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439af523c4a64dd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E3657AB-7DFC-4B9D-A44D-31437A8C008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F23D71E-16C3-43AA-B202-37770500060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AEFAFC35-C681-4A16-B36C-DC61894EFF9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DCBF3E8-236E-486D-9EE2-274222C745E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7DEB3D19-6298-4DB7-B4E5-7C0CA6792EA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150D10C-B076-44A7-814C-8BC32CFA62E2}"/>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761788A2-F533-4443-A616-125864521E4A}"/>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78287DF9-AB90-4594-8D5D-3EF326110718}"/>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09B8C54C-0BF5-4BAF-B3C8-64C483C84324}"/>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42BA7A73-994F-4A02-A235-17B1F20C1C31}"/>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90B54ACF-A481-4648-8968-C1A724C92E1B}"/>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B69F32BA-A455-4336-9439-F2B1CD8500E7}"/>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F7B97B55-6EF1-4ACD-A7C6-EEFFCEB95628}"/>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A1E6F92C-926B-48C9-8DAB-3B9568AFF15B}"/>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71E3727B-7506-49BD-8247-3D84946E522F}"/>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D0CF3D3D-6B65-4941-993D-00E5077AE3B0}"/>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8D1DA147-C694-450E-BEC9-F25080990513}"/>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BF65EF50-0CB5-4ECD-BDBC-2C6E680E8A9A}"/>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4D6280FD-5673-45AA-B0BD-7A2CB03257F8}"/>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34F15F4F-160B-4C6C-AE38-6C8AF32D73EC}"/>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5D6CA61-12B5-45EB-BE32-8233AB50C094}"/>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0F723EC0-C493-4DDA-A0B1-1956B5696A17}"/>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D91611BB-665D-4605-B27F-D74D243E52FA}"/>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30195F7E-0DFE-4DFD-8FD3-CFFF63D7B945}"/>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1D023322-5544-41B1-A4ED-7A534574C70C}"/>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B2842F6D-CEDF-4E0E-94E7-A4F5DECF7B43}"/>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72161B0-E7FF-4684-A65B-9C6E2E5E9D33}"/>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B897A36F-3D0D-4DD4-ABFA-255671BD7FDA}"/>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8B14A781-6276-44B3-A40D-0C8888A355E1}"/>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0A2DEF2B-F004-4E74-842F-A43D673473E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254654279"/>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b52a5d9e3180409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B8A402B-75EE-48EB-82EB-9B7FAFA1A2F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255EA25-EEA7-4C45-A617-B7F35DC2D84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928E76F8-8F25-4F34-AF64-8953E6B88DC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7E9BA93-A688-4C50-BE7F-702110FE55C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DA08DFA3-45A0-466E-886A-6C31F92FE10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754971D-FA7D-4F4C-B4CD-F14F90AE7154}"/>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7F8ADAF0-8198-4D59-BF42-C04274720548}"/>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520AC75C-86B2-4EF4-B240-3E69D24E63C4}"/>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CCC8B540-C1F7-4C72-8BC3-24128FD80783}"/>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592BF9D8-853B-4457-96CC-B2002BCEA0BD}"/>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AAF7A44-8F91-4F23-AB77-3042AA51E918}"/>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9146353C-855D-4F0E-98CE-74BC75E438A1}"/>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ED63CFE1-F2B1-492B-9841-5A405C001E28}"/>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7A8F601F-B6D9-4A45-9FCB-F64D9792FB48}"/>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687C45CD-A1A2-41E5-BD7D-8C6ABEE73619}"/>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6128CD46-5D11-43F2-87F8-267FEB4C5EAE}"/>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AAD1C869-569F-499E-8D52-86A3D749F94A}"/>
              </a:ext>
            </a:extLst>
          </p:cNvPr>
          <p:cNvSpPr>
            <a:spLocks xmlns:a="http://schemas.openxmlformats.org/drawingml/2006/main" noGrp="1"/>
          </p:cNvSpPr>
          <p:nvPr/>
        </p:nvSpPr>
        <p:spPr>
          <a:xfrm xmlns:a="http://schemas.openxmlformats.org/drawingml/2006/main">
            <a:off x="742950" y="2857500"/>
            <a:ext cx="135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GROUNDING / POLICY</a:t>
            </a:r>
          </a:p>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EVIDENCE</a:t>
            </a:r>
          </a:p>
        </p:txBody>
      </p:sp>
      <p:sp>
        <p:nvSpPr>
          <p:cNvPr id="19" name="">
            <a:extLst xmlns:a="http://schemas.openxmlformats.org/drawingml/2006/main">
              <a:ext uri="{FF2B5EF4-FFF2-40B4-BE49-F238E27FC236}">
                <a16:creationId xmlns:a16="http://schemas.microsoft.com/office/drawing/2014/main" id="{EF60C286-2834-4781-9C69-611F1B2E13AA}"/>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CFB949B6-C41D-46A1-A5B6-AD4A038EA533}"/>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D0389ECF-C101-4136-A724-D9D3A72D1D78}"/>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8E50DB19-5111-4FB8-9819-56382A631B3B}"/>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20149665-9D46-4706-A3F7-93341C64A4E4}"/>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89957A4F-682C-4961-ADE0-DB095A3945CB}"/>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DDC22D86-B4E3-4AFF-B94F-84946BC515E0}"/>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7C5D2B40-3D29-4196-8DA9-FF7898F5C034}"/>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6755702C-5AAF-49E9-9E62-1BF49FB4CFA2}"/>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73C5871E-26EA-4C34-B1DF-105CD72FE933}"/>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7CD1E130-430F-48F7-A5F4-B2394B96EDA1}"/>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8C055A1A-6833-4804-A830-32D7B0BFD35A}"/>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E21E6DEF-964E-48AF-AAF9-DC5F665D6496}"/>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47D381AE-A3C6-458E-8EDF-E5FE11BB7A7D}"/>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13D2D649-1F8B-4BC2-BBAF-69CFDEC23EEA}"/>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05582D03-DE38-4C3A-9A05-D088EF08DE68}"/>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54DA2B83-88CC-49B4-A274-E3430B5D0C2C}"/>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69CBDA6F-F41F-41AC-9779-8ADEA5A18174}"/>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8D33B513-E6CE-4423-832F-609EAFAF2BA0}"/>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DEAD23D1-3584-4D3D-A71C-612A245FA215}"/>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2138136A-BE48-45E3-9B58-B4C60564C2F7}"/>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1EFFF75B-1368-41BC-96E9-E02F89A8AE7C}"/>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ACB7201F-D326-472E-A171-433038CCBAE2}"/>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043F6BF8-779B-433C-948D-3C9F3A3F29C0}"/>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33D0ADE9-CA55-460A-BE13-0B7854BDA007}"/>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64759B98-2744-4B52-906E-7A139B1EDAC9}"/>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39FB4253-A7EC-4777-87BA-AF3D556A96D1}"/>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86071B0D-947E-4E34-9A1C-66B54BC7382D}"/>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A5E3CF97-D44A-4789-B42D-1E41D532E476}"/>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DE5B7145-4278-47FA-BF48-74D721FCCD9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401485540"/>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3eea90f9d086445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4C8A62-330F-4640-92B3-437AD155BB7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E5C1A9B-7135-43A8-B992-53AB51975F1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2FE8B283-7A14-47F8-9AB0-3EAE1A7C0F9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BBC4E59-A279-47BD-89A4-059C5148470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77872FF5-6A6D-4A2B-9569-602EC041CF9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003B24D-470D-4A6A-9D57-142F753BC9D6}"/>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A405FC80-8837-4F9E-B15D-2142DE762EC3}"/>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F10E761B-D110-4B5F-8B5F-F2FE4FC5A3A8}"/>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16C872CA-DBE0-4E8A-BF07-F429A142AB2C}"/>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44BAD754-9F6E-4D98-BC8A-08CD8642BFFA}"/>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9D2E58DF-D88A-4C97-91A1-D0C8BB0D2B0D}"/>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5AD1DAE7-F3FA-4ABA-92DC-2FCA56BAC002}"/>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FB2655C4-04F4-4312-B16E-C56A5817D91D}"/>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4A63D5A9-327A-4288-9A50-FE9E7BE75249}"/>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205C4AB7-7129-471F-A4C4-07536A25F0FC}"/>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00188496-1788-4B81-AD10-F8DA84A91898}"/>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FAD955BF-BB30-4972-A1C0-0BF7CA2B72CB}"/>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7B883293-F57E-49B3-BA68-DFE430533367}"/>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D7BA3232-C5A3-4CF3-A7D0-1594C64306D4}"/>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AECB47DC-3C3B-4FE1-9F2E-0CA474084CED}"/>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198C937B-9C78-48C0-9917-C9694E43C83F}"/>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8FACAB15-66E6-41C3-BBD3-6EA24BB20554}"/>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496DDCF8-037E-4D2F-B693-5347AA6FE51D}"/>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DF6870FA-9AF6-4E38-B582-C4E105BF6DEB}"/>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95774971-529F-46EE-AB4C-6D0EDC59DEEB}"/>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A2B0EBF0-D2FA-4529-AD51-5068C63E1E37}"/>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7692ABAB-A040-4448-B467-98AA6AFEEC03}"/>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5C9A12A6-6F5E-4B31-BF78-0B8681E24F58}"/>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42B0ED3C-63A7-4323-876C-DDD5C09BEA90}"/>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1127CA35-8BC4-4C0A-8377-A31829C4562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917256028"/>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dc9e21f9167f4f0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A71C19E-1C8F-4DB7-8356-C7F68D5A698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34BB91E-F7C2-4AD2-B1C2-60FC652ED87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FCDE8420-5A1B-432C-9BFB-C99795C338F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E27F549-012A-43A5-9672-5A0A3265BE7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60ACA3CC-AE10-4669-A1E4-497E1C42E63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EE39F0F-BA4A-4C7D-94AB-80DA3501D27B}"/>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E2BCB693-71F0-4E3B-987F-021F36A12DFD}"/>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48A7E9AE-D32E-4161-AE65-A66D4496A7F3}"/>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3A08C988-C5C2-4CBE-AD34-0D2C357E40FF}"/>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58FF8CD4-7E13-4EDA-A0CE-19AFDAECF368}"/>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9C525050-DBF4-43C9-8835-613CA3D1D816}"/>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84424C2A-74A1-45A2-AE1B-D374F84D482C}"/>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943B024E-1C55-4E5D-9EB4-3DF0100667FA}"/>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51015441-7CEB-46FA-8362-DD52B105CADE}"/>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AAC7EC4E-45EA-452D-85D0-148A2030A34B}"/>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8326E6A6-AB2C-4FF7-B154-2BD9DD06DB57}"/>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5DADC018-0C4D-4A56-8CD9-06E64DCC6E86}"/>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5088CC91-351C-4351-A260-543BAD13B389}"/>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4EB2A78B-AF9F-4E06-8F6B-980FE6E75C65}"/>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AAC9708D-C5D5-4947-B998-D60ED6CEBA77}"/>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ACAF922B-1407-47E7-B25C-FB45DD9A6ABD}"/>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EEB1CE4-9B26-4AA9-A942-CE4C79C28C29}"/>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D0C03494-FC73-4E91-8BEF-A50801C7BD26}"/>
              </a:ext>
            </a:extLst>
          </p:cNvPr>
          <p:cNvSpPr>
            <a:spLocks xmlns:a="http://schemas.openxmlformats.org/drawingml/2006/main" noGrp="1"/>
          </p:cNvSpPr>
          <p:nvPr/>
        </p:nvSpPr>
        <p:spPr>
          <a:xfrm xmlns:a="http://schemas.openxmlformats.org/drawingml/2006/main">
            <a:off x="1524000" y="59245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In simple terms: it answered quickly, but often spoke at the wrong time.</a:t>
            </a:r>
          </a:p>
        </p:txBody>
      </p:sp>
      <p:sp>
        <p:nvSpPr>
          <p:cNvPr id="25" name="">
            <a:extLst xmlns:a="http://schemas.openxmlformats.org/drawingml/2006/main">
              <a:ext uri="{FF2B5EF4-FFF2-40B4-BE49-F238E27FC236}">
                <a16:creationId xmlns:a16="http://schemas.microsoft.com/office/drawing/2014/main" id="{CF8F06AF-FF62-4D41-A033-A175E091AA6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112703429"/>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0de33671fed74dc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203136D-70FE-44E4-A240-923354CA072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29A9890-7D77-4A8B-A8B8-0DA5E4FB693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031EB4F2-A6D5-4E2B-83F4-6D9975E4CEE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FDC9BD8-5D58-4617-A051-0D110D779C5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did not prove speed</a:t>
            </a:r>
          </a:p>
        </p:txBody>
      </p:sp>
      <p:sp>
        <p:nvSpPr>
          <p:cNvPr id="6" name="">
            <a:extLst xmlns:a="http://schemas.openxmlformats.org/drawingml/2006/main">
              <a:ext uri="{FF2B5EF4-FFF2-40B4-BE49-F238E27FC236}">
                <a16:creationId xmlns:a16="http://schemas.microsoft.com/office/drawing/2014/main" id="{201EADBE-6A97-4578-B3DC-AACA4B6AC6B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F9551D4-DF36-415D-BB53-4D88C97D0219}"/>
              </a:ext>
            </a:extLst>
          </p:cNvPr>
          <p:cNvSpPr>
            <a:spLocks xmlns:a="http://schemas.openxmlformats.org/drawingml/2006/main" noGrp="1"/>
          </p:cNvSpPr>
          <p:nvPr/>
        </p:nvSpPr>
        <p:spPr>
          <a:xfrm xmlns:a="http://schemas.openxmlformats.org/drawingml/2006/main">
            <a:off x="781050" y="2000250"/>
            <a:ext cx="5105400" cy="1028700"/>
          </a:xfrm>
          <a:prstGeom xmlns:a="http://schemas.openxmlformats.org/drawingml/2006/main" prst="roundRect">
            <a:avLst>
              <a:gd name="adj" fmla="val 14815"/>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27AA5FDC-B8B3-4175-A0F2-756E56948366}"/>
              </a:ext>
            </a:extLst>
          </p:cNvPr>
          <p:cNvSpPr>
            <a:spLocks xmlns:a="http://schemas.openxmlformats.org/drawingml/2006/main" noGrp="1"/>
          </p:cNvSpPr>
          <p:nvPr/>
        </p:nvSpPr>
        <p:spPr>
          <a:xfrm xmlns:a="http://schemas.openxmlformats.org/drawingml/2006/main">
            <a:off x="1009650" y="21717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THE THESIS</a:t>
            </a:r>
          </a:p>
        </p:txBody>
      </p:sp>
      <p:sp>
        <p:nvSpPr>
          <p:cNvPr id="9" name="">
            <a:extLst xmlns:a="http://schemas.openxmlformats.org/drawingml/2006/main">
              <a:ext uri="{FF2B5EF4-FFF2-40B4-BE49-F238E27FC236}">
                <a16:creationId xmlns:a16="http://schemas.microsoft.com/office/drawing/2014/main" id="{6098380A-2F13-4C63-8D76-D53A60B3AA36}"/>
              </a:ext>
            </a:extLst>
          </p:cNvPr>
          <p:cNvSpPr>
            <a:spLocks xmlns:a="http://schemas.openxmlformats.org/drawingml/2006/main" noGrp="1"/>
          </p:cNvSpPr>
          <p:nvPr/>
        </p:nvSpPr>
        <p:spPr>
          <a:xfrm xmlns:a="http://schemas.openxmlformats.org/drawingml/2006/main">
            <a:off x="10096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Start reasoning after two stable words, rather than wait for four.</a:t>
            </a:r>
          </a:p>
        </p:txBody>
      </p:sp>
      <p:sp>
        <p:nvSpPr>
          <p:cNvPr id="10" name="">
            <a:extLst xmlns:a="http://schemas.openxmlformats.org/drawingml/2006/main">
              <a:ext uri="{FF2B5EF4-FFF2-40B4-BE49-F238E27FC236}">
                <a16:creationId xmlns:a16="http://schemas.microsoft.com/office/drawing/2014/main" id="{E48CC85B-931D-46AC-BD76-CD2E6A5307BF}"/>
              </a:ext>
            </a:extLst>
          </p:cNvPr>
          <p:cNvSpPr>
            <a:spLocks xmlns:a="http://schemas.openxmlformats.org/drawingml/2006/main" noGrp="1"/>
          </p:cNvSpPr>
          <p:nvPr/>
        </p:nvSpPr>
        <p:spPr>
          <a:xfrm xmlns:a="http://schemas.openxmlformats.org/drawingml/2006/main">
            <a:off x="6305550" y="2000250"/>
            <a:ext cx="5105400" cy="1028700"/>
          </a:xfrm>
          <a:prstGeom xmlns:a="http://schemas.openxmlformats.org/drawingml/2006/main" prst="roundRect">
            <a:avLst>
              <a:gd name="adj" fmla="val 14815"/>
            </a:avLst>
          </a:prstGeom>
          <a:solidFill xmlns:a="http://schemas.openxmlformats.org/drawingml/2006/main">
            <a:srgbClr val="E8F3F6"/>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68CE7614-1D5C-4B73-837B-3EB938C38BE8}"/>
              </a:ext>
            </a:extLst>
          </p:cNvPr>
          <p:cNvSpPr>
            <a:spLocks xmlns:a="http://schemas.openxmlformats.org/drawingml/2006/main" noGrp="1"/>
          </p:cNvSpPr>
          <p:nvPr/>
        </p:nvSpPr>
        <p:spPr>
          <a:xfrm xmlns:a="http://schemas.openxmlformats.org/drawingml/2006/main">
            <a:off x="6534150" y="21717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WHAT WE EXPECTED</a:t>
            </a:r>
          </a:p>
        </p:txBody>
      </p:sp>
      <p:sp>
        <p:nvSpPr>
          <p:cNvPr id="12" name="">
            <a:extLst xmlns:a="http://schemas.openxmlformats.org/drawingml/2006/main">
              <a:ext uri="{FF2B5EF4-FFF2-40B4-BE49-F238E27FC236}">
                <a16:creationId xmlns:a16="http://schemas.microsoft.com/office/drawing/2014/main" id="{F6D25DBD-89D4-400C-9DE7-F21030177843}"/>
              </a:ext>
            </a:extLst>
          </p:cNvPr>
          <p:cNvSpPr>
            <a:spLocks xmlns:a="http://schemas.openxmlformats.org/drawingml/2006/main" noGrp="1"/>
          </p:cNvSpPr>
          <p:nvPr/>
        </p:nvSpPr>
        <p:spPr>
          <a:xfrm xmlns:a="http://schemas.openxmlformats.org/drawingml/2006/main">
            <a:off x="65341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The reply should begin meaningfully sooner.</a:t>
            </a:r>
          </a:p>
        </p:txBody>
      </p:sp>
      <p:sp>
        <p:nvSpPr>
          <p:cNvPr id="13" name="">
            <a:extLst xmlns:a="http://schemas.openxmlformats.org/drawingml/2006/main">
              <a:ext uri="{FF2B5EF4-FFF2-40B4-BE49-F238E27FC236}">
                <a16:creationId xmlns:a16="http://schemas.microsoft.com/office/drawing/2014/main" id="{46063003-A4BB-4AD0-8213-ECFE4C4E6E82}"/>
              </a:ext>
            </a:extLst>
          </p:cNvPr>
          <p:cNvSpPr>
            <a:spLocks xmlns:a="http://schemas.openxmlformats.org/drawingml/2006/main" noGrp="1"/>
          </p:cNvSpPr>
          <p:nvPr/>
        </p:nvSpPr>
        <p:spPr>
          <a:xfrm xmlns:a="http://schemas.openxmlformats.org/drawingml/2006/main">
            <a:off x="781050" y="3333750"/>
            <a:ext cx="10629900" cy="1600200"/>
          </a:xfrm>
          <a:prstGeom xmlns:a="http://schemas.openxmlformats.org/drawingml/2006/main" prst="roundRect">
            <a:avLst>
              <a:gd name="adj" fmla="val 10714"/>
            </a:avLst>
          </a:prstGeom>
          <a:solidFill xmlns:a="http://schemas.openxmlformats.org/drawingml/2006/main">
            <a:srgbClr val="F6FBFC"/>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086A7D5A-A604-46C9-A34B-17BAA5D869D0}"/>
              </a:ext>
            </a:extLst>
          </p:cNvPr>
          <p:cNvSpPr>
            <a:spLocks xmlns:a="http://schemas.openxmlformats.org/drawingml/2006/main" noGrp="1"/>
          </p:cNvSpPr>
          <p:nvPr/>
        </p:nvSpPr>
        <p:spPr>
          <a:xfrm xmlns:a="http://schemas.openxmlformats.org/drawingml/2006/main">
            <a:off x="1066800" y="35623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4B687A"/>
                </a:solidFill>
                <a:latin typeface="Aptos"/>
                <a:ea typeface="Aptos"/>
                <a:cs typeface="Aptos"/>
              </a:defRPr>
            </a:pPr>
            <a:r>
              <a:rPr sz="900" b="1">
                <a:solidFill>
                  <a:srgbClr val="4B687A"/>
                </a:solidFill>
                <a:latin typeface="Aptos"/>
                <a:ea typeface="Aptos"/>
                <a:cs typeface="Aptos"/>
              </a:rPr>
              <a:t>BASELINE</a:t>
            </a:r>
          </a:p>
        </p:txBody>
      </p:sp>
      <p:sp>
        <p:nvSpPr>
          <p:cNvPr id="15" name="">
            <a:extLst xmlns:a="http://schemas.openxmlformats.org/drawingml/2006/main">
              <a:ext uri="{FF2B5EF4-FFF2-40B4-BE49-F238E27FC236}">
                <a16:creationId xmlns:a16="http://schemas.microsoft.com/office/drawing/2014/main" id="{613B1955-9F02-40D1-971D-CEC9E26A49E4}"/>
              </a:ext>
            </a:extLst>
          </p:cNvPr>
          <p:cNvSpPr>
            <a:spLocks xmlns:a="http://schemas.openxmlformats.org/drawingml/2006/main" noGrp="1"/>
          </p:cNvSpPr>
          <p:nvPr/>
        </p:nvSpPr>
        <p:spPr>
          <a:xfrm xmlns:a="http://schemas.openxmlformats.org/drawingml/2006/main">
            <a:off x="106680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102A43"/>
                </a:solidFill>
                <a:latin typeface="Aptos Mono"/>
                <a:ea typeface="Aptos Mono"/>
                <a:cs typeface="Aptos Mono"/>
              </a:defRPr>
            </a:pPr>
            <a:r>
              <a:rPr sz="2250" b="1">
                <a:solidFill>
                  <a:srgbClr val="102A43"/>
                </a:solidFill>
                <a:latin typeface="Aptos Mono"/>
                <a:ea typeface="Aptos Mono"/>
                <a:cs typeface="Aptos Mono"/>
              </a:rPr>
              <a:t>1,943 ms</a:t>
            </a:r>
          </a:p>
        </p:txBody>
      </p:sp>
      <p:sp>
        <p:nvSpPr>
          <p:cNvPr id="16" name="">
            <a:extLst xmlns:a="http://schemas.openxmlformats.org/drawingml/2006/main">
              <a:ext uri="{FF2B5EF4-FFF2-40B4-BE49-F238E27FC236}">
                <a16:creationId xmlns:a16="http://schemas.microsoft.com/office/drawing/2014/main" id="{43D124F9-7AAA-4202-9EA9-C2359547FA0D}"/>
              </a:ext>
            </a:extLst>
          </p:cNvPr>
          <p:cNvSpPr>
            <a:spLocks xmlns:a="http://schemas.openxmlformats.org/drawingml/2006/main" noGrp="1"/>
          </p:cNvSpPr>
          <p:nvPr/>
        </p:nvSpPr>
        <p:spPr>
          <a:xfrm xmlns:a="http://schemas.openxmlformats.org/drawingml/2006/main">
            <a:off x="1066800" y="4305300"/>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four stable words</a:t>
            </a:r>
          </a:p>
        </p:txBody>
      </p:sp>
      <p:sp>
        <p:nvSpPr>
          <p:cNvPr id="17" name="">
            <a:extLst xmlns:a="http://schemas.openxmlformats.org/drawingml/2006/main">
              <a:ext uri="{FF2B5EF4-FFF2-40B4-BE49-F238E27FC236}">
                <a16:creationId xmlns:a16="http://schemas.microsoft.com/office/drawing/2014/main" id="{284EEB24-1EC1-499B-A121-C405D59F46ED}"/>
              </a:ext>
            </a:extLst>
          </p:cNvPr>
          <p:cNvSpPr>
            <a:spLocks xmlns:a="http://schemas.openxmlformats.org/drawingml/2006/main" noGrp="1"/>
          </p:cNvSpPr>
          <p:nvPr/>
        </p:nvSpPr>
        <p:spPr>
          <a:xfrm xmlns:a="http://schemas.openxmlformats.org/drawingml/2006/main">
            <a:off x="5029200" y="3600450"/>
            <a:ext cx="0" cy="106680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F22CF4C1-0EAC-4858-B20B-CB1BA6E42AB2}"/>
              </a:ext>
            </a:extLst>
          </p:cNvPr>
          <p:cNvSpPr>
            <a:spLocks xmlns:a="http://schemas.openxmlformats.org/drawingml/2006/main" noGrp="1"/>
          </p:cNvSpPr>
          <p:nvPr/>
        </p:nvSpPr>
        <p:spPr>
          <a:xfrm xmlns:a="http://schemas.openxmlformats.org/drawingml/2006/main">
            <a:off x="5391150" y="3562350"/>
            <a:ext cx="2571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TWO-WORD SPECULATION</a:t>
            </a:r>
          </a:p>
        </p:txBody>
      </p:sp>
      <p:sp>
        <p:nvSpPr>
          <p:cNvPr id="19" name="">
            <a:extLst xmlns:a="http://schemas.openxmlformats.org/drawingml/2006/main">
              <a:ext uri="{FF2B5EF4-FFF2-40B4-BE49-F238E27FC236}">
                <a16:creationId xmlns:a16="http://schemas.microsoft.com/office/drawing/2014/main" id="{271D4A6B-4B2C-4610-8D67-2FD66B48D366}"/>
              </a:ext>
            </a:extLst>
          </p:cNvPr>
          <p:cNvSpPr>
            <a:spLocks xmlns:a="http://schemas.openxmlformats.org/drawingml/2006/main" noGrp="1"/>
          </p:cNvSpPr>
          <p:nvPr/>
        </p:nvSpPr>
        <p:spPr>
          <a:xfrm xmlns:a="http://schemas.openxmlformats.org/drawingml/2006/main">
            <a:off x="539115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268C82"/>
                </a:solidFill>
                <a:latin typeface="Aptos Mono"/>
                <a:ea typeface="Aptos Mono"/>
                <a:cs typeface="Aptos Mono"/>
              </a:defRPr>
            </a:pPr>
            <a:r>
              <a:rPr sz="2250" b="1">
                <a:solidFill>
                  <a:srgbClr val="268C82"/>
                </a:solidFill>
                <a:latin typeface="Aptos Mono"/>
                <a:ea typeface="Aptos Mono"/>
                <a:cs typeface="Aptos Mono"/>
              </a:rPr>
              <a:t>1,912 ms</a:t>
            </a:r>
          </a:p>
        </p:txBody>
      </p:sp>
      <p:sp>
        <p:nvSpPr>
          <p:cNvPr id="20" name="">
            <a:extLst xmlns:a="http://schemas.openxmlformats.org/drawingml/2006/main">
              <a:ext uri="{FF2B5EF4-FFF2-40B4-BE49-F238E27FC236}">
                <a16:creationId xmlns:a16="http://schemas.microsoft.com/office/drawing/2014/main" id="{83FA4BE8-A1C5-472F-A522-CAA2EFD0BA0E}"/>
              </a:ext>
            </a:extLst>
          </p:cNvPr>
          <p:cNvSpPr>
            <a:spLocks xmlns:a="http://schemas.openxmlformats.org/drawingml/2006/main" noGrp="1"/>
          </p:cNvSpPr>
          <p:nvPr/>
        </p:nvSpPr>
        <p:spPr>
          <a:xfrm xmlns:a="http://schemas.openxmlformats.org/drawingml/2006/main">
            <a:off x="5391150" y="43053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start from two stable words</a:t>
            </a:r>
          </a:p>
        </p:txBody>
      </p:sp>
      <p:sp>
        <p:nvSpPr>
          <p:cNvPr id="21" name="">
            <a:extLst xmlns:a="http://schemas.openxmlformats.org/drawingml/2006/main">
              <a:ext uri="{FF2B5EF4-FFF2-40B4-BE49-F238E27FC236}">
                <a16:creationId xmlns:a16="http://schemas.microsoft.com/office/drawing/2014/main" id="{7C884DF5-3795-4692-B6DC-CEB1558329B4}"/>
              </a:ext>
            </a:extLst>
          </p:cNvPr>
          <p:cNvSpPr>
            <a:spLocks xmlns:a="http://schemas.openxmlformats.org/drawingml/2006/main" noGrp="1"/>
          </p:cNvSpPr>
          <p:nvPr/>
        </p:nvSpPr>
        <p:spPr>
          <a:xfrm xmlns:a="http://schemas.openxmlformats.org/drawingml/2006/main">
            <a:off x="8858250" y="3714750"/>
            <a:ext cx="1905000" cy="381000"/>
          </a:xfrm>
          <a:prstGeom xmlns:a="http://schemas.openxmlformats.org/drawingml/2006/main" prst="roundRect">
            <a:avLst>
              <a:gd name="adj" fmla="val 40000"/>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91153"/>
          </a:bodyPr>
          <a:lstStyle xmlns:a="http://schemas.openxmlformats.org/drawingml/2006/main"/>
          <a:p xmlns:a="http://schemas.openxmlformats.org/drawingml/2006/main">
            <a:pPr algn="ctr">
              <a:defRPr sz="2100" b="1">
                <a:solidFill>
                  <a:srgbClr val="D96C5F"/>
                </a:solidFill>
                <a:latin typeface="Aptos Mono"/>
                <a:ea typeface="Aptos Mono"/>
                <a:cs typeface="Aptos Mono"/>
              </a:defRPr>
            </a:pPr>
            <a:r>
              <a:rPr sz="2100" b="1">
                <a:solidFill>
                  <a:srgbClr val="D96C5F"/>
                </a:solidFill>
                <a:latin typeface="Aptos Mono"/>
                <a:ea typeface="Aptos Mono"/>
                <a:cs typeface="Aptos Mono"/>
              </a:rPr>
              <a:t>31 ms</a:t>
            </a:r>
          </a:p>
        </p:txBody>
      </p:sp>
      <p:sp>
        <p:nvSpPr>
          <p:cNvPr id="22" name="">
            <a:extLst xmlns:a="http://schemas.openxmlformats.org/drawingml/2006/main">
              <a:ext uri="{FF2B5EF4-FFF2-40B4-BE49-F238E27FC236}">
                <a16:creationId xmlns:a16="http://schemas.microsoft.com/office/drawing/2014/main" id="{146FA813-FCA1-427E-A2B8-0AEFB389A53B}"/>
              </a:ext>
            </a:extLst>
          </p:cNvPr>
          <p:cNvSpPr>
            <a:spLocks xmlns:a="http://schemas.openxmlformats.org/drawingml/2006/main" noGrp="1"/>
          </p:cNvSpPr>
          <p:nvPr/>
        </p:nvSpPr>
        <p:spPr>
          <a:xfrm xmlns:a="http://schemas.openxmlformats.org/drawingml/2006/main">
            <a:off x="8477250" y="41719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4B687A"/>
                </a:solidFill>
                <a:latin typeface="Aptos"/>
                <a:ea typeface="Aptos"/>
                <a:cs typeface="Aptos"/>
              </a:defRPr>
            </a:pPr>
            <a:r>
              <a:rPr sz="1050" b="1">
                <a:solidFill>
                  <a:srgbClr val="4B687A"/>
                </a:solidFill>
                <a:latin typeface="Aptos"/>
                <a:ea typeface="Aptos"/>
                <a:cs typeface="Aptos"/>
              </a:rPr>
              <a:t>31 ms difference across two live runs.</a:t>
            </a:r>
          </a:p>
        </p:txBody>
      </p:sp>
      <p:sp>
        <p:nvSpPr>
          <p:cNvPr id="23" name="">
            <a:extLst xmlns:a="http://schemas.openxmlformats.org/drawingml/2006/main">
              <a:ext uri="{FF2B5EF4-FFF2-40B4-BE49-F238E27FC236}">
                <a16:creationId xmlns:a16="http://schemas.microsoft.com/office/drawing/2014/main" id="{6143BF21-5986-4CD0-9572-19A4625B537D}"/>
              </a:ext>
            </a:extLst>
          </p:cNvPr>
          <p:cNvSpPr>
            <a:spLocks xmlns:a="http://schemas.openxmlformats.org/drawingml/2006/main" noGrp="1"/>
          </p:cNvSpPr>
          <p:nvPr/>
        </p:nvSpPr>
        <p:spPr>
          <a:xfrm xmlns:a="http://schemas.openxmlformats.org/drawingml/2006/main">
            <a:off x="1809750" y="5314950"/>
            <a:ext cx="8572500" cy="609600"/>
          </a:xfrm>
          <a:prstGeom xmlns:a="http://schemas.openxmlformats.org/drawingml/2006/main" prst="roundRect">
            <a:avLst>
              <a:gd name="adj" fmla="val 25000"/>
            </a:avLst>
          </a:prstGeom>
          <a:solidFill xmlns:a="http://schemas.openxmlformats.org/drawingml/2006/main">
            <a:srgbClr val="FCEAE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674BB78-859E-43D5-B2C3-FB2830D30D42}"/>
              </a:ext>
            </a:extLst>
          </p:cNvPr>
          <p:cNvSpPr>
            <a:spLocks xmlns:a="http://schemas.openxmlformats.org/drawingml/2006/main" noGrp="1"/>
          </p:cNvSpPr>
          <p:nvPr/>
        </p:nvSpPr>
        <p:spPr>
          <a:xfrm xmlns:a="http://schemas.openxmlformats.org/drawingml/2006/main">
            <a:off x="2038350" y="54864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D96C5F"/>
                </a:solidFill>
                <a:latin typeface="Aptos"/>
                <a:ea typeface="Aptos"/>
                <a:cs typeface="Aptos"/>
              </a:defRPr>
            </a:pPr>
            <a:r>
              <a:rPr sz="900" b="1">
                <a:solidFill>
                  <a:srgbClr val="D96C5F"/>
                </a:solidFill>
                <a:latin typeface="Aptos"/>
                <a:ea typeface="Aptos"/>
                <a:cs typeface="Aptos"/>
              </a:rPr>
              <a:t>HONEST VERDICT</a:t>
            </a:r>
          </a:p>
        </p:txBody>
      </p:sp>
      <p:sp>
        <p:nvSpPr>
          <p:cNvPr id="25" name="">
            <a:extLst xmlns:a="http://schemas.openxmlformats.org/drawingml/2006/main">
              <a:ext uri="{FF2B5EF4-FFF2-40B4-BE49-F238E27FC236}">
                <a16:creationId xmlns:a16="http://schemas.microsoft.com/office/drawing/2014/main" id="{11F5E6E3-B54E-4AC1-837D-74A194DBFEFC}"/>
              </a:ext>
            </a:extLst>
          </p:cNvPr>
          <p:cNvSpPr>
            <a:spLocks xmlns:a="http://schemas.openxmlformats.org/drawingml/2006/main" noGrp="1"/>
          </p:cNvSpPr>
          <p:nvPr/>
        </p:nvSpPr>
        <p:spPr>
          <a:xfrm xmlns:a="http://schemas.openxmlformats.org/drawingml/2006/main">
            <a:off x="3733800" y="5429250"/>
            <a:ext cx="628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Too small and too few runs: noise, not a proven speedup.</a:t>
            </a:r>
          </a:p>
        </p:txBody>
      </p:sp>
      <p:sp>
        <p:nvSpPr>
          <p:cNvPr id="26" name="">
            <a:extLst xmlns:a="http://schemas.openxmlformats.org/drawingml/2006/main">
              <a:ext uri="{FF2B5EF4-FFF2-40B4-BE49-F238E27FC236}">
                <a16:creationId xmlns:a16="http://schemas.microsoft.com/office/drawing/2014/main" id="{E4CCACBA-99D2-425E-B5D3-E817494FA14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184652504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3803e2f6e4144f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5C03139-2BA3-4027-8CC3-C9796B277F6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A6AF877-24BD-464A-B163-36439617AB9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F81039BE-277D-4B38-AE27-1F9C63C6F5F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F3C2C0B-912F-46EF-8D82-887394FC1FB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FDA6F93C-11D6-4B4A-8AA9-07D9BF84BAF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49B33B8-20C9-43AB-BFCE-E817FDEB2FF4}"/>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B297CF62-5196-46AF-8659-0A6BDBBB26B7}"/>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C6BF0E6E-C9AD-4D6C-ADBE-C2FE9FF92544}"/>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5B19996B-A57E-4989-9E82-92C45AA2A048}"/>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3D50E383-6B01-4253-AD0C-12803B52EEA7}"/>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B71584E3-2AC0-4E62-8348-7390A3067163}"/>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44D22EBD-89E1-4B3E-9755-DE8F908ADDBE}"/>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569EE483-9D6B-466B-AEBD-0286DE6764D0}"/>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299977CC-8A99-4679-8DF0-070AF6B88ACC}"/>
              </a:ext>
            </a:extLst>
          </p:cNvPr>
          <p:cNvSpPr>
            <a:spLocks xmlns:a="http://schemas.openxmlformats.org/drawingml/2006/main" noGrp="1"/>
          </p:cNvSpPr>
          <p:nvPr/>
        </p:nvSpPr>
        <p:spPr>
          <a:xfrm xmlns:a="http://schemas.openxmlformats.org/drawingml/2006/main">
            <a:off x="1524000" y="5410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In simple terms: we made the bot wait less; it interrupted people more often.</a:t>
            </a:r>
          </a:p>
        </p:txBody>
      </p:sp>
      <p:sp>
        <p:nvSpPr>
          <p:cNvPr id="16" name="">
            <a:extLst xmlns:a="http://schemas.openxmlformats.org/drawingml/2006/main">
              <a:ext uri="{FF2B5EF4-FFF2-40B4-BE49-F238E27FC236}">
                <a16:creationId xmlns:a16="http://schemas.microsoft.com/office/drawing/2014/main" id="{7E6AB12E-43C1-445F-BE48-1A668A6AF20C}"/>
              </a:ext>
            </a:extLst>
          </p:cNvPr>
          <p:cNvSpPr>
            <a:spLocks xmlns:a="http://schemas.openxmlformats.org/drawingml/2006/main" noGrp="1"/>
          </p:cNvSpPr>
          <p:nvPr/>
        </p:nvSpPr>
        <p:spPr>
          <a:xfrm xmlns:a="http://schemas.openxmlformats.org/drawingml/2006/main">
            <a:off x="1524000" y="5829300"/>
            <a:ext cx="9144000" cy="285750"/>
          </a:xfrm>
          <a:prstGeom xmlns:a="http://schemas.openxmlformats.org/drawingml/2006/main" prst="roundRect">
            <a:avLst>
              <a:gd name="adj" fmla="val 46667"/>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68C82"/>
                </a:solidFill>
                <a:latin typeface="Aptos"/>
                <a:ea typeface="Aptos"/>
                <a:cs typeface="Aptos"/>
              </a:defRPr>
            </a:pPr>
            <a:r>
              <a:rPr sz="1125" b="1">
                <a:solidFill>
                  <a:srgbClr val="268C82"/>
                </a:solidFill>
                <a:latin typeface="Aptos"/>
                <a:ea typeface="Aptos"/>
                <a:cs typeface="Aptos"/>
              </a:rPr>
              <a:t>EVAL RULE  ·  Eval the behaviour you care about—not the proxy that flatters your optimization.</a:t>
            </a:r>
          </a:p>
        </p:txBody>
      </p:sp>
      <p:sp>
        <p:nvSpPr>
          <p:cNvPr id="17" name="">
            <a:extLst xmlns:a="http://schemas.openxmlformats.org/drawingml/2006/main">
              <a:ext uri="{FF2B5EF4-FFF2-40B4-BE49-F238E27FC236}">
                <a16:creationId xmlns:a16="http://schemas.microsoft.com/office/drawing/2014/main" id="{2BB0AD22-3349-4CEA-9407-E533DFAEC32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80729534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89bbc59e28fa478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8648353-DCB6-4298-920D-07CA186122E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F607023-1CA8-435D-9F5B-0A64CF2B616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C335201B-1E3D-4104-89CE-031D61F803F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04850BA-3129-4CFE-BF18-500C1E97D43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5DF4A59E-43FA-4B73-94A0-F7C2DCA2473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58C4069-A7F1-4D57-9FF0-00A0BA76B873}"/>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B2C26CCD-4939-42AF-B314-3E92AABD06EB}"/>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90502D79-510F-4542-B1B8-FEB56867C861}"/>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EAE9E2D7-29F5-46B1-9872-26E8C6BEE99C}"/>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5FBAD4DF-B388-47D7-A88C-8B79C118FAFE}"/>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7EED6389-9AFA-4C2B-9E4E-8789F62CD290}"/>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865715CE-0CB5-482C-B51B-8F782F65CACE}"/>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B2A7F412-9C2B-4D3D-A97A-2D04E793D5EE}"/>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64DA1EBD-F055-471D-AAA2-540C89B4EE64}"/>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AAC3DC79-A1D6-47C3-8AD1-125C1586FFAA}"/>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B7121515-C1BC-41ED-85E3-6C92F40D71B4}"/>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BF5DF433-A093-4AAD-BD22-A056AD6C40C4}"/>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489E6E5D-B4BE-4F9C-A1F9-95564127AC54}"/>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DA20C5F4-73FD-45E2-91F9-A17F04A57D8B}"/>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BEF8D6AC-260E-4E81-9848-E96CA48FCA0E}"/>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D7BB8155-9F70-42B4-B9B2-2E9370D97403}"/>
              </a:ext>
            </a:extLst>
          </p:cNvPr>
          <p:cNvSpPr>
            <a:spLocks xmlns:a="http://schemas.openxmlformats.org/drawingml/2006/main" noGrp="1"/>
          </p:cNvSpPr>
          <p:nvPr/>
        </p:nvSpPr>
        <p:spPr>
          <a:xfrm xmlns:a="http://schemas.openxmlformats.org/drawingml/2006/main">
            <a:off x="1619250" y="5619750"/>
            <a:ext cx="8953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Why: live calls reveal failures a prompt cannot. We made each one a repeatable test.</a:t>
            </a:r>
          </a:p>
        </p:txBody>
      </p:sp>
      <p:sp>
        <p:nvSpPr>
          <p:cNvPr id="23" name="">
            <a:extLst xmlns:a="http://schemas.openxmlformats.org/drawingml/2006/main">
              <a:ext uri="{FF2B5EF4-FFF2-40B4-BE49-F238E27FC236}">
                <a16:creationId xmlns:a16="http://schemas.microsoft.com/office/drawing/2014/main" id="{2579B53A-FDCA-4705-B905-708109C7C52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981210447"/>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b77036ed942402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3E73F7B-AF29-40E2-B900-95FB60D1DE1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7AF5281-410F-45FD-B282-B9D6B401539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2D4C6187-D3CA-48E7-855C-475DD3C9F67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3B4A9F0-8A41-4F6A-892A-DF5CE0F55F0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1D04137C-399E-44DB-AA73-71659CA10A9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E0CE19C-B491-47A7-B9B6-014708A4C877}"/>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448DB431-2C39-4836-BB76-7E45EF206A26}"/>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EB90F73A-9274-4061-A521-610397F65772}"/>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14B587BA-B0DD-42D9-BB82-677E29CA51AD}"/>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F9B236FE-3FF0-4179-92C4-03732DD30CFD}"/>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B39E43A6-AB2E-4B76-8E35-E09594FC84F1}"/>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ECBBF32A-EE60-4A5E-A45B-75F7B3B2574C}"/>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6679AF7D-106B-4DA9-9908-BAB9224DBC69}"/>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343CEAAB-E581-4595-AF02-C5D3CD388BA2}"/>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3E358E7A-37B9-4FDC-BC17-BD5096EFBEC2}"/>
              </a:ext>
            </a:extLst>
          </p:cNvPr>
          <p:cNvSpPr>
            <a:spLocks xmlns:a="http://schemas.openxmlformats.org/drawingml/2006/main" noGrp="1"/>
          </p:cNvSpPr>
          <p:nvPr/>
        </p:nvSpPr>
        <p:spPr>
          <a:xfrm xmlns:a="http://schemas.openxmlformats.org/drawingml/2006/main">
            <a:off x="1428750" y="5848350"/>
            <a:ext cx="9334500" cy="3048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Why: models can be wrong. They propose; deterministic code verifies consent, facts and permissions before speech or action.</a:t>
            </a:r>
          </a:p>
        </p:txBody>
      </p:sp>
      <p:sp>
        <p:nvSpPr>
          <p:cNvPr id="17" name="">
            <a:extLst xmlns:a="http://schemas.openxmlformats.org/drawingml/2006/main">
              <a:ext uri="{FF2B5EF4-FFF2-40B4-BE49-F238E27FC236}">
                <a16:creationId xmlns:a16="http://schemas.microsoft.com/office/drawing/2014/main" id="{DE5CCB3F-83CB-49CB-8764-312518B8024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87477321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201e43f85fbb4f3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B5E1AB2-AF3E-46B9-AB32-D72BD104E0D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952446F-A8CD-485D-B1AC-783C17276D7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F13BE14D-CE23-48AB-A3D8-557E88950C9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F4ABDBA-7816-4508-A531-C2308354E36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9BDC72DC-968F-4BE2-85DA-2A4D6DCA435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5D99C70-8402-4746-AA10-02120EDAED31}"/>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033327F-5B21-42C4-8C07-1F5FD23B3AA2}"/>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21F90597-62E8-48CF-A67D-1103050E7A8E}"/>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30A52F84-3660-4F65-8F64-3AF0B820AA97}"/>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D325FB61-86E9-47EF-9D9B-EFC18DD08979}"/>
              </a:ext>
            </a:extLst>
          </p:cNvPr>
          <p:cNvSpPr>
            <a:spLocks xmlns:a="http://schemas.openxmlformats.org/drawingml/2006/main" noGrp="1"/>
          </p:cNvSpPr>
          <p:nvPr/>
        </p:nvSpPr>
        <p:spPr>
          <a:xfrm xmlns:a="http://schemas.openxmlformats.org/drawingml/2006/main">
            <a:off x="110490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F85E660B-BC85-4D50-BB9F-093F5201C9D7}"/>
              </a:ext>
            </a:extLst>
          </p:cNvPr>
          <p:cNvSpPr>
            <a:spLocks xmlns:a="http://schemas.openxmlformats.org/drawingml/2006/main" noGrp="1"/>
          </p:cNvSpPr>
          <p:nvPr/>
        </p:nvSpPr>
        <p:spPr>
          <a:xfrm xmlns:a="http://schemas.openxmlformats.org/drawingml/2006/main">
            <a:off x="110490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1B0118D5-DB44-4878-AF5A-35BDE9D490E2}"/>
              </a:ext>
            </a:extLst>
          </p:cNvPr>
          <p:cNvSpPr>
            <a:spLocks xmlns:a="http://schemas.openxmlformats.org/drawingml/2006/main" noGrp="1"/>
          </p:cNvSpPr>
          <p:nvPr/>
        </p:nvSpPr>
        <p:spPr>
          <a:xfrm xmlns:a="http://schemas.openxmlformats.org/drawingml/2006/main">
            <a:off x="110490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replay model + tool decisions.</a:t>
            </a:r>
          </a:p>
        </p:txBody>
      </p:sp>
      <p:sp>
        <p:nvSpPr>
          <p:cNvPr id="14" name="">
            <a:extLst xmlns:a="http://schemas.openxmlformats.org/drawingml/2006/main">
              <a:ext uri="{FF2B5EF4-FFF2-40B4-BE49-F238E27FC236}">
                <a16:creationId xmlns:a16="http://schemas.microsoft.com/office/drawing/2014/main" id="{0A9101F9-CDEC-4A82-A2D6-060AE9E890A3}"/>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C7200196-8C23-491F-B7EF-C3948708D767}"/>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6" name="">
            <a:extLst xmlns:a="http://schemas.openxmlformats.org/drawingml/2006/main">
              <a:ext uri="{FF2B5EF4-FFF2-40B4-BE49-F238E27FC236}">
                <a16:creationId xmlns:a16="http://schemas.microsoft.com/office/drawing/2014/main" id="{654F8D5F-238B-422C-BE64-22AEE42B9EAC}"/>
              </a:ext>
            </a:extLst>
          </p:cNvPr>
          <p:cNvSpPr>
            <a:spLocks xmlns:a="http://schemas.openxmlformats.org/drawingml/2006/main" noGrp="1"/>
          </p:cNvSpPr>
          <p:nvPr/>
        </p:nvSpPr>
        <p:spPr>
          <a:xfrm xmlns:a="http://schemas.openxmlformats.org/drawingml/2006/main">
            <a:off x="794385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33114636-E3A7-4562-BE5B-314C9A7D07E7}"/>
              </a:ext>
            </a:extLst>
          </p:cNvPr>
          <p:cNvSpPr>
            <a:spLocks xmlns:a="http://schemas.openxmlformats.org/drawingml/2006/main" noGrp="1"/>
          </p:cNvSpPr>
          <p:nvPr/>
        </p:nvSpPr>
        <p:spPr>
          <a:xfrm xmlns:a="http://schemas.openxmlformats.org/drawingml/2006/main">
            <a:off x="794385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Prometheus + Grafana</a:t>
            </a:r>
          </a:p>
        </p:txBody>
      </p:sp>
      <p:sp>
        <p:nvSpPr>
          <p:cNvPr id="18" name="">
            <a:extLst xmlns:a="http://schemas.openxmlformats.org/drawingml/2006/main">
              <a:ext uri="{FF2B5EF4-FFF2-40B4-BE49-F238E27FC236}">
                <a16:creationId xmlns:a16="http://schemas.microsoft.com/office/drawing/2014/main" id="{2E9B1F58-FF09-4BB0-B350-E150D9FF9461}"/>
              </a:ext>
            </a:extLst>
          </p:cNvPr>
          <p:cNvSpPr>
            <a:spLocks xmlns:a="http://schemas.openxmlformats.org/drawingml/2006/main" noGrp="1"/>
          </p:cNvSpPr>
          <p:nvPr/>
        </p:nvSpPr>
        <p:spPr>
          <a:xfrm xmlns:a="http://schemas.openxmlformats.org/drawingml/2006/main">
            <a:off x="794385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spot latency + error regressions.</a:t>
            </a:r>
          </a:p>
        </p:txBody>
      </p:sp>
      <p:sp>
        <p:nvSpPr>
          <p:cNvPr id="19" name="">
            <a:extLst xmlns:a="http://schemas.openxmlformats.org/drawingml/2006/main">
              <a:ext uri="{FF2B5EF4-FFF2-40B4-BE49-F238E27FC236}">
                <a16:creationId xmlns:a16="http://schemas.microsoft.com/office/drawing/2014/main" id="{1BA7AE46-A9C6-42C7-9C82-4C6BCE388453}"/>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37F56D37-37DF-4ECD-BEDF-C46D664CEB5C}"/>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BBB6A86C-CEEE-4A10-B6DC-E47BD73E52DF}"/>
              </a:ext>
            </a:extLst>
          </p:cNvPr>
          <p:cNvSpPr>
            <a:spLocks xmlns:a="http://schemas.openxmlformats.org/drawingml/2006/main" noGrp="1"/>
          </p:cNvSpPr>
          <p:nvPr/>
        </p:nvSpPr>
        <p:spPr>
          <a:xfrm xmlns:a="http://schemas.openxmlformats.org/drawingml/2006/main">
            <a:off x="110490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03</a:t>
            </a:r>
          </a:p>
        </p:txBody>
      </p:sp>
      <p:sp>
        <p:nvSpPr>
          <p:cNvPr id="22" name="">
            <a:extLst xmlns:a="http://schemas.openxmlformats.org/drawingml/2006/main">
              <a:ext uri="{FF2B5EF4-FFF2-40B4-BE49-F238E27FC236}">
                <a16:creationId xmlns:a16="http://schemas.microsoft.com/office/drawing/2014/main" id="{0CAD6455-7FB0-4F6C-8051-0E41E07B4F42}"/>
              </a:ext>
            </a:extLst>
          </p:cNvPr>
          <p:cNvSpPr>
            <a:spLocks xmlns:a="http://schemas.openxmlformats.org/drawingml/2006/main" noGrp="1"/>
          </p:cNvSpPr>
          <p:nvPr/>
        </p:nvSpPr>
        <p:spPr>
          <a:xfrm xmlns:a="http://schemas.openxmlformats.org/drawingml/2006/main">
            <a:off x="110490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Postgres</a:t>
            </a:r>
          </a:p>
        </p:txBody>
      </p:sp>
      <p:sp>
        <p:nvSpPr>
          <p:cNvPr id="23" name="">
            <a:extLst xmlns:a="http://schemas.openxmlformats.org/drawingml/2006/main">
              <a:ext uri="{FF2B5EF4-FFF2-40B4-BE49-F238E27FC236}">
                <a16:creationId xmlns:a16="http://schemas.microsoft.com/office/drawing/2014/main" id="{B07A36FD-4F42-40E1-B847-D8397C433345}"/>
              </a:ext>
            </a:extLst>
          </p:cNvPr>
          <p:cNvSpPr>
            <a:spLocks xmlns:a="http://schemas.openxmlformats.org/drawingml/2006/main" noGrp="1"/>
          </p:cNvSpPr>
          <p:nvPr/>
        </p:nvSpPr>
        <p:spPr>
          <a:xfrm xmlns:a="http://schemas.openxmlformats.org/drawingml/2006/main">
            <a:off x="110490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join turns, actions + outcomes.</a:t>
            </a:r>
          </a:p>
        </p:txBody>
      </p:sp>
      <p:sp>
        <p:nvSpPr>
          <p:cNvPr id="24" name="">
            <a:extLst xmlns:a="http://schemas.openxmlformats.org/drawingml/2006/main">
              <a:ext uri="{FF2B5EF4-FFF2-40B4-BE49-F238E27FC236}">
                <a16:creationId xmlns:a16="http://schemas.microsoft.com/office/drawing/2014/main" id="{5AED4EDE-A976-40F6-91EF-2173BD930900}"/>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5" name="">
            <a:extLst xmlns:a="http://schemas.openxmlformats.org/drawingml/2006/main">
              <a:ext uri="{FF2B5EF4-FFF2-40B4-BE49-F238E27FC236}">
                <a16:creationId xmlns:a16="http://schemas.microsoft.com/office/drawing/2014/main" id="{128D1E20-D976-4AEA-B28B-54028DB29D05}"/>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6" name="">
            <a:extLst xmlns:a="http://schemas.openxmlformats.org/drawingml/2006/main">
              <a:ext uri="{FF2B5EF4-FFF2-40B4-BE49-F238E27FC236}">
                <a16:creationId xmlns:a16="http://schemas.microsoft.com/office/drawing/2014/main" id="{901AD43C-327E-4910-95FD-B3941D413846}"/>
              </a:ext>
            </a:extLst>
          </p:cNvPr>
          <p:cNvSpPr>
            <a:spLocks xmlns:a="http://schemas.openxmlformats.org/drawingml/2006/main" noGrp="1"/>
          </p:cNvSpPr>
          <p:nvPr/>
        </p:nvSpPr>
        <p:spPr>
          <a:xfrm xmlns:a="http://schemas.openxmlformats.org/drawingml/2006/main">
            <a:off x="794385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04</a:t>
            </a:r>
          </a:p>
        </p:txBody>
      </p:sp>
      <p:sp>
        <p:nvSpPr>
          <p:cNvPr id="27" name="">
            <a:extLst xmlns:a="http://schemas.openxmlformats.org/drawingml/2006/main">
              <a:ext uri="{FF2B5EF4-FFF2-40B4-BE49-F238E27FC236}">
                <a16:creationId xmlns:a16="http://schemas.microsoft.com/office/drawing/2014/main" id="{70E3E244-5ED3-4B49-8761-882A539EABA6}"/>
              </a:ext>
            </a:extLst>
          </p:cNvPr>
          <p:cNvSpPr>
            <a:spLocks xmlns:a="http://schemas.openxmlformats.org/drawingml/2006/main" noGrp="1"/>
          </p:cNvSpPr>
          <p:nvPr/>
        </p:nvSpPr>
        <p:spPr>
          <a:xfrm xmlns:a="http://schemas.openxmlformats.org/drawingml/2006/main">
            <a:off x="794385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JSONL / Loki</a:t>
            </a:r>
          </a:p>
        </p:txBody>
      </p:sp>
      <p:sp>
        <p:nvSpPr>
          <p:cNvPr id="28" name="">
            <a:extLst xmlns:a="http://schemas.openxmlformats.org/drawingml/2006/main">
              <a:ext uri="{FF2B5EF4-FFF2-40B4-BE49-F238E27FC236}">
                <a16:creationId xmlns:a16="http://schemas.microsoft.com/office/drawing/2014/main" id="{0F4757C4-8EAE-41C8-BA25-5F91F1FD1E0F}"/>
              </a:ext>
            </a:extLst>
          </p:cNvPr>
          <p:cNvSpPr>
            <a:spLocks xmlns:a="http://schemas.openxmlformats.org/drawingml/2006/main" noGrp="1"/>
          </p:cNvSpPr>
          <p:nvPr/>
        </p:nvSpPr>
        <p:spPr>
          <a:xfrm xmlns:a="http://schemas.openxmlformats.org/drawingml/2006/main">
            <a:off x="794385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diagnose event-level failures.</a:t>
            </a:r>
          </a:p>
        </p:txBody>
      </p:sp>
      <p:sp>
        <p:nvSpPr>
          <p:cNvPr id="29" name="">
            <a:extLst xmlns:a="http://schemas.openxmlformats.org/drawingml/2006/main">
              <a:ext uri="{FF2B5EF4-FFF2-40B4-BE49-F238E27FC236}">
                <a16:creationId xmlns:a16="http://schemas.microsoft.com/office/drawing/2014/main" id="{AC7277E2-88B1-499A-ABF7-4075DDE936D3}"/>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459C83B7-48F0-499D-956F-34CE00733CC4}"/>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2B627BC3-6CF3-4CCB-BB4F-42601CD77045}"/>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80FB916C-CEB8-48DF-9F04-613089CF28E5}"/>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D3CA4492-D2ED-472E-B385-3B363801F2EB}"/>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81E7685C-4385-489B-A4B7-2BA4EB15528E}"/>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513CCF1E-EF7D-4033-9F28-1C9C1BFE7653}"/>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16134828-537C-43CF-A332-F46C70FB31FE}"/>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7" name="">
            <a:extLst xmlns:a="http://schemas.openxmlformats.org/drawingml/2006/main">
              <a:ext uri="{FF2B5EF4-FFF2-40B4-BE49-F238E27FC236}">
                <a16:creationId xmlns:a16="http://schemas.microsoft.com/office/drawing/2014/main" id="{71006A80-718D-4857-8C7F-583D35ECE29E}"/>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8" name="">
            <a:extLst xmlns:a="http://schemas.openxmlformats.org/drawingml/2006/main">
              <a:ext uri="{FF2B5EF4-FFF2-40B4-BE49-F238E27FC236}">
                <a16:creationId xmlns:a16="http://schemas.microsoft.com/office/drawing/2014/main" id="{696E1DFD-9AD2-4DA4-A731-B1892FBC476F}"/>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9" name="">
            <a:extLst xmlns:a="http://schemas.openxmlformats.org/drawingml/2006/main">
              <a:ext uri="{FF2B5EF4-FFF2-40B4-BE49-F238E27FC236}">
                <a16:creationId xmlns:a16="http://schemas.microsoft.com/office/drawing/2014/main" id="{DE24668E-32AD-4ADB-8DCD-6E48F96415BE}"/>
              </a:ext>
            </a:extLst>
          </p:cNvPr>
          <p:cNvSpPr>
            <a:spLocks xmlns:a="http://schemas.openxmlformats.org/drawingml/2006/main" noGrp="1"/>
          </p:cNvSpPr>
          <p:nvPr/>
        </p:nvSpPr>
        <p:spPr>
          <a:xfrm xmlns:a="http://schemas.openxmlformats.org/drawingml/2006/main">
            <a:off x="1428750" y="5619750"/>
            <a:ext cx="9334500" cy="2667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Observability closes the loop: real failures become better eval cases before the next release.</a:t>
            </a:r>
          </a:p>
        </p:txBody>
      </p:sp>
      <p:sp>
        <p:nvSpPr>
          <p:cNvPr id="40" name="">
            <a:extLst xmlns:a="http://schemas.openxmlformats.org/drawingml/2006/main">
              <a:ext uri="{FF2B5EF4-FFF2-40B4-BE49-F238E27FC236}">
                <a16:creationId xmlns:a16="http://schemas.microsoft.com/office/drawing/2014/main" id="{2CABD808-98AF-42EF-855A-1F755BBBC38F}"/>
              </a:ext>
            </a:extLst>
          </p:cNvPr>
          <p:cNvSpPr>
            <a:spLocks xmlns:a="http://schemas.openxmlformats.org/drawingml/2006/main" noGrp="1"/>
          </p:cNvSpPr>
          <p:nvPr/>
        </p:nvSpPr>
        <p:spPr>
          <a:xfrm xmlns:a="http://schemas.openxmlformats.org/drawingml/2006/main">
            <a:off x="2857500" y="5962650"/>
            <a:ext cx="647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4B687A"/>
                </a:solidFill>
                <a:latin typeface="Aptos"/>
                <a:ea typeface="Aptos"/>
                <a:cs typeface="Aptos"/>
              </a:defRPr>
            </a:pPr>
            <a:r>
              <a:rPr sz="975" b="1">
                <a:solidFill>
                  <a:srgbClr val="4B687A"/>
                </a:solidFill>
                <a:latin typeface="Aptos"/>
                <a:ea typeface="Aptos"/>
                <a:cs typeface="Aptos"/>
              </a:rPr>
              <a:t>Asynchronous telemetry—never on the audio path.</a:t>
            </a:r>
          </a:p>
        </p:txBody>
      </p:sp>
      <p:sp>
        <p:nvSpPr>
          <p:cNvPr id="41" name="">
            <a:extLst xmlns:a="http://schemas.openxmlformats.org/drawingml/2006/main">
              <a:ext uri="{FF2B5EF4-FFF2-40B4-BE49-F238E27FC236}">
                <a16:creationId xmlns:a16="http://schemas.microsoft.com/office/drawing/2014/main" id="{93A62CD5-12C5-40D7-9D70-E1364F8C19C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18356614"/>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254a2deb35654a2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9D3778F-BE4C-4465-8AAE-3AAB5A335CF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547C9D9-AE95-4810-A21B-BE9F9789EF4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DA51388F-C943-4A49-B6B0-F2E7B535FE9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E294831-A87F-4443-911C-F21453B431B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a replayable live session</a:t>
            </a:r>
          </a:p>
        </p:txBody>
      </p:sp>
      <p:sp>
        <p:nvSpPr>
          <p:cNvPr id="6" name="">
            <a:extLst xmlns:a="http://schemas.openxmlformats.org/drawingml/2006/main">
              <a:ext uri="{FF2B5EF4-FFF2-40B4-BE49-F238E27FC236}">
                <a16:creationId xmlns:a16="http://schemas.microsoft.com/office/drawing/2014/main" id="{7FCC1B16-6CC8-4B12-965E-196DD4A909A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0ED3E22-437E-4CF4-8771-2EE38506F026}"/>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BFDF899D-3D93-474F-93B7-9CF8735968C8}"/>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AB439E57-7A7C-41FE-8303-43D313EDDCEE}"/>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2E192CDF-E1AD-49DE-BAE8-0465A5B2EEEC}"/>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2B1E84DD-48B4-42A9-B172-4E6513222331}"/>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71449F25-37E1-442C-9013-13A157219172}"/>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CFC0F157-27B4-46D5-8157-0EFC861152C1}"/>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F99289C0-D985-4BEB-B60F-DA21A3F7B2C9}"/>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AC7DF404-E75F-41A3-BBE4-82FE7AF3592C}"/>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A1006644-B704-4847-BB06-8F89CD317FA5}"/>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A28AE5FC-0E6C-4BBA-9E8D-34CA0F2545C5}"/>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9105E93C-E7B3-4891-9CC9-DC80B6164610}"/>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D8031CD8-6078-41D3-971F-7C333EE4E6C4}"/>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848AB0BA-D6DF-476F-8AEF-D8B4C38864B6}"/>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CB7664B9-A187-41DC-979A-4D3BA35C15B3}"/>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91B5CC9A-54E2-45B3-A724-CD1524848779}"/>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85066EEE-C448-437B-A694-79DCCB3B016C}"/>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EFE520D7-F59B-4DA9-BF40-B13E4DCE4DC6}"/>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6F39156-3B67-4030-AA46-4E9886FDBF0C}"/>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8BE3EB75-DC53-4AF4-AE54-FEB13DF5B39B}"/>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4CC334D-4218-4941-9812-4758E473EDAD}"/>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6EF1C9BD-5886-4D10-8843-2AF2FFC1CF25}"/>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B17AE3A-E436-4BDF-BDD4-D04FCD2CC94D}"/>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FDE8EC1B-C6F2-46CA-AF03-747C13707E6F}"/>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06A3A91-707A-4AE9-86B7-F148F7808A2A}"/>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3D71D0DB-614F-4E77-A774-0472605C1D94}"/>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2CFBAA1C-B29A-42DC-BE6B-560CAE2868E3}"/>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9772069C-084F-47E3-98BE-54DB10A9B2E7}"/>
              </a:ext>
            </a:extLst>
          </p:cNvPr>
          <p:cNvSpPr>
            <a:spLocks xmlns:a="http://schemas.openxmlformats.org/drawingml/2006/main" noGrp="1"/>
          </p:cNvSpPr>
          <p:nvPr/>
        </p:nvSpPr>
        <p:spPr>
          <a:xfrm xmlns:a="http://schemas.openxmlformats.org/drawingml/2006/main">
            <a:off x="1428750" y="5600700"/>
            <a:ext cx="9334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One trace connects responsiveness, interruptions, actions and the caller’s journey.</a:t>
            </a:r>
          </a:p>
        </p:txBody>
      </p:sp>
      <p:sp>
        <p:nvSpPr>
          <p:cNvPr id="35" name="">
            <a:extLst xmlns:a="http://schemas.openxmlformats.org/drawingml/2006/main">
              <a:ext uri="{FF2B5EF4-FFF2-40B4-BE49-F238E27FC236}">
                <a16:creationId xmlns:a16="http://schemas.microsoft.com/office/drawing/2014/main" id="{31759BE9-0E4B-4471-BFE4-45764C602ED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486751706"/>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6154bafa418457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6AC376D-A7F2-4BEF-BF2F-2816CA20879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6438A00-ABFF-450C-B123-B48D0630DC6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EC240096-D0F4-42A1-82B4-567516E969D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8276C75-FB57-4873-9686-9F5B9EF9954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DF5D1196-AF39-45A1-8047-C33D49F6F2A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32D9F88-A82C-44EE-B6A4-032B58BE22F6}"/>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FBEF5894-A399-4FB0-A5AE-AC9DACD6CEE1}"/>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F6E6BD6-D144-4E41-BB7D-225EB7218A17}"/>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64DBD184-E6ED-46A4-B391-D0C2937F9F3F}"/>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34BAD3CF-9E30-4B7F-A8F1-FF43C19DB638}"/>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A53F65D4-7205-44E4-A8E6-756A3D326389}"/>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E29DC94-60B0-4D7E-9383-C06A10820423}"/>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615165B4-D263-4ECC-83DA-BCEA405BE6E2}"/>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F28B7BAD-E3A4-4BEC-A28C-AD870D87B7C4}"/>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FF91A1A3-C985-482E-A973-4A18AE6A1923}"/>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5231128-50BE-45CA-9EA2-5076816A4245}"/>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7A1C83A2-6813-4096-A7A4-E24C70F825CB}"/>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0E3328D2-816E-4D7A-8414-6480BCE9997A}"/>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0503FDE1-E7FB-4C49-B6E9-F4FCAF450CF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1702867833"/>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d08e7a9e53148c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8C91EC8-76E8-40E8-BFA9-F7A79699A39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9B5D21A-B8B3-4FD5-8C4D-BA1059439AF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55B8EBEB-230C-45F1-9D60-CC9BDD64107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BD81B18-4409-4F91-A14E-77FBBE2747F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D7B64036-A06B-42C6-9F7B-DB29D56F81B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9B97E54-A9E3-4255-AD52-A6FA4983259D}"/>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ABC06F9C-D605-4770-89EF-49FF015CF146}"/>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BB579805-A676-4F70-A1B8-8FCE1A07D273}"/>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058A5B96-8CF3-453E-B9FB-A740BCBC5B03}"/>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CE699B9F-9D21-4728-A5CA-17E00119C503}"/>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DC51565A-EDF6-45D8-A67C-AD6BF3487FDF}"/>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55B175CD-A1AA-4A88-8404-7B9D95588EA0}"/>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18F88F8B-5081-4ECF-AAE2-8CA8B0527B63}"/>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6502C132-B206-4CFC-9D80-C7F949CDDE16}"/>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68D30AB8-52BB-493B-9EC9-E4C52E180C78}"/>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A381013F-C0B4-4240-A0E6-D97B5E8908AA}"/>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C32773D8-CDDB-441A-BD21-3D84B21A47F4}"/>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F63F7423-4E73-4C5B-AB60-9436D7D6D650}"/>
              </a:ext>
            </a:extLst>
          </p:cNvPr>
          <p:cNvSpPr>
            <a:spLocks xmlns:a="http://schemas.openxmlformats.org/drawingml/2006/main" noGrp="1"/>
          </p:cNvSpPr>
          <p:nvPr/>
        </p:nvSpPr>
        <p:spPr>
          <a:xfrm xmlns:a="http://schemas.openxmlformats.org/drawingml/2006/main">
            <a:off x="1190625" y="5638800"/>
            <a:ext cx="9810750" cy="438150"/>
          </a:xfrm>
          <a:prstGeom xmlns:a="http://schemas.openxmlformats.org/drawingml/2006/main" prst="roundRect">
            <a:avLst>
              <a:gd name="adj" fmla="val 34783"/>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The moat is not only a pretty voice: noisy telephony, dialects, interruption, cost, compliance, integrations and reliability at large volumes.</a:t>
            </a:r>
          </a:p>
        </p:txBody>
      </p:sp>
      <p:sp>
        <p:nvSpPr>
          <p:cNvPr id="20" name="">
            <a:extLst xmlns:a="http://schemas.openxmlformats.org/drawingml/2006/main">
              <a:ext uri="{FF2B5EF4-FFF2-40B4-BE49-F238E27FC236}">
                <a16:creationId xmlns:a16="http://schemas.microsoft.com/office/drawing/2014/main" id="{A34D885A-6D79-489D-ADFA-5D0B378A2AB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59045100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6c85d12a5b834cb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5F935D6-9AC5-4AE0-93B7-5DF1F6AC94F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00B8C87-4E3B-48D2-A8E2-E25D0D84973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4343AD3D-C324-4591-8331-A046C403ACE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1E7F82B-FA5F-41F5-9C66-8681A843D56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ASBL inquiry reactivation and qualification</a:t>
            </a:r>
          </a:p>
        </p:txBody>
      </p:sp>
      <p:sp>
        <p:nvSpPr>
          <p:cNvPr id="6" name="">
            <a:extLst xmlns:a="http://schemas.openxmlformats.org/drawingml/2006/main">
              <a:ext uri="{FF2B5EF4-FFF2-40B4-BE49-F238E27FC236}">
                <a16:creationId xmlns:a16="http://schemas.microsoft.com/office/drawing/2014/main" id="{5CA93A30-9E22-46A5-AFBF-A0B045CCC00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12984F8-8A70-4876-88BB-AC529B9012D0}"/>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C399EAB8-3777-42AF-A60D-3F45D52BFAC2}"/>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A857DE14-5466-4741-BE13-5AB457A86F56}"/>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9C3FF500-257D-45CD-B21D-4FCF198BB5EB}"/>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59B32718-A39A-4212-9ECE-F9A8EB025FCF}"/>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2C6C5949-4FAE-4E37-8752-F26359E6CC45}"/>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reactivation · permission · intent · FAQs · qualification · follow-up</a:t>
            </a:r>
          </a:p>
        </p:txBody>
      </p:sp>
      <p:sp>
        <p:nvSpPr>
          <p:cNvPr id="13" name="">
            <a:extLst xmlns:a="http://schemas.openxmlformats.org/drawingml/2006/main">
              <a:ext uri="{FF2B5EF4-FFF2-40B4-BE49-F238E27FC236}">
                <a16:creationId xmlns:a16="http://schemas.microsoft.com/office/drawing/2014/main" id="{D067D578-7E73-4025-A068-3F7ED707DEA7}"/>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6B0546CE-090B-49D3-AAE5-278A5B2C11E9}"/>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3C87C65B-33D6-4E86-9251-327456349A9E}"/>
              </a:ext>
            </a:extLst>
          </p:cNvPr>
          <p:cNvSpPr>
            <a:spLocks xmlns:a="http://schemas.openxmlformats.org/drawingml/2006/main" noGrp="1"/>
          </p:cNvSpPr>
          <p:nvPr/>
        </p:nvSpPr>
        <p:spPr>
          <a:xfrm xmlns:a="http://schemas.openxmlformats.org/drawingml/2006/main">
            <a:off x="1190625" y="5810250"/>
            <a:ext cx="9810750" cy="28575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At millions of leads, Aira can re-engage and screen every inquiry, routing only high-intent, consented opportunities to advisors.</a:t>
            </a:r>
          </a:p>
        </p:txBody>
      </p:sp>
      <p:sp>
        <p:nvSpPr>
          <p:cNvPr id="16" name="">
            <a:extLst xmlns:a="http://schemas.openxmlformats.org/drawingml/2006/main">
              <a:ext uri="{FF2B5EF4-FFF2-40B4-BE49-F238E27FC236}">
                <a16:creationId xmlns:a16="http://schemas.microsoft.com/office/drawing/2014/main" id="{6E4D045E-6666-4C02-BA9B-BCBC3153038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1342731051"/>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0155de5912024f3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E3993F6-478D-488C-A8F7-6B3E8E62FEA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AD0FD35-669A-4203-9890-39FBF8B15A1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DAA76D10-2412-4D44-A45F-428E601A4B1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E7DEB97-DFA8-4556-806E-7E84E66B792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A2744B5E-3A65-493E-8EE7-0DB882B6DD7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9232A0F-EEE5-4B21-9DE6-31922B1CD786}"/>
              </a:ext>
            </a:extLst>
          </p:cNvPr>
          <p:cNvSpPr>
            <a:spLocks xmlns:a="http://schemas.openxmlformats.org/drawingml/2006/main" noGrp="1"/>
          </p:cNvSpPr>
          <p:nvPr/>
        </p:nvSpPr>
        <p:spPr>
          <a:xfrm xmlns:a="http://schemas.openxmlformats.org/drawingml/2006/main">
            <a:off x="142875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8" name="">
            <a:extLst xmlns:a="http://schemas.openxmlformats.org/drawingml/2006/main">
              <a:ext uri="{FF2B5EF4-FFF2-40B4-BE49-F238E27FC236}">
                <a16:creationId xmlns:a16="http://schemas.microsoft.com/office/drawing/2014/main" id="{5C5043E4-813E-44EE-ADE2-2DAEAABF0D7A}"/>
              </a:ext>
            </a:extLst>
          </p:cNvPr>
          <p:cNvSpPr>
            <a:spLocks xmlns:a="http://schemas.openxmlformats.org/drawingml/2006/main" noGrp="1"/>
          </p:cNvSpPr>
          <p:nvPr/>
        </p:nvSpPr>
        <p:spPr>
          <a:xfrm xmlns:a="http://schemas.openxmlformats.org/drawingml/2006/main">
            <a:off x="354330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9" name="">
            <a:extLst xmlns:a="http://schemas.openxmlformats.org/drawingml/2006/main">
              <a:ext uri="{FF2B5EF4-FFF2-40B4-BE49-F238E27FC236}">
                <a16:creationId xmlns:a16="http://schemas.microsoft.com/office/drawing/2014/main" id="{9F597366-EE49-44BD-9FE8-E6A91D51C8EB}"/>
              </a:ext>
            </a:extLst>
          </p:cNvPr>
          <p:cNvSpPr>
            <a:spLocks xmlns:a="http://schemas.openxmlformats.org/drawingml/2006/main" noGrp="1"/>
          </p:cNvSpPr>
          <p:nvPr/>
        </p:nvSpPr>
        <p:spPr>
          <a:xfrm xmlns:a="http://schemas.openxmlformats.org/drawingml/2006/main">
            <a:off x="565785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972D4C04-1C43-48F9-879C-A0DA423DFBD0}"/>
              </a:ext>
            </a:extLst>
          </p:cNvPr>
          <p:cNvSpPr>
            <a:spLocks xmlns:a="http://schemas.openxmlformats.org/drawingml/2006/main" noGrp="1"/>
          </p:cNvSpPr>
          <p:nvPr/>
        </p:nvSpPr>
        <p:spPr>
          <a:xfrm xmlns:a="http://schemas.openxmlformats.org/drawingml/2006/main">
            <a:off x="777240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1" name="">
            <a:extLst xmlns:a="http://schemas.openxmlformats.org/drawingml/2006/main">
              <a:ext uri="{FF2B5EF4-FFF2-40B4-BE49-F238E27FC236}">
                <a16:creationId xmlns:a16="http://schemas.microsoft.com/office/drawing/2014/main" id="{7CACE0CE-EA1B-4758-878B-2BAE2A2BBC65}"/>
              </a:ext>
            </a:extLst>
          </p:cNvPr>
          <p:cNvSpPr>
            <a:spLocks xmlns:a="http://schemas.openxmlformats.org/drawingml/2006/main" noGrp="1"/>
          </p:cNvSpPr>
          <p:nvPr/>
        </p:nvSpPr>
        <p:spPr>
          <a:xfrm xmlns:a="http://schemas.openxmlformats.org/drawingml/2006/main">
            <a:off x="142875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1209B6EC-82F5-4B94-BCC2-FAD1E2796ADC}"/>
              </a:ext>
            </a:extLst>
          </p:cNvPr>
          <p:cNvSpPr>
            <a:spLocks xmlns:a="http://schemas.openxmlformats.org/drawingml/2006/main" noGrp="1"/>
          </p:cNvSpPr>
          <p:nvPr/>
        </p:nvSpPr>
        <p:spPr>
          <a:xfrm xmlns:a="http://schemas.openxmlformats.org/drawingml/2006/main">
            <a:off x="354330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0B329EC6-9B08-4D69-91C3-68833945990E}"/>
              </a:ext>
            </a:extLst>
          </p:cNvPr>
          <p:cNvSpPr>
            <a:spLocks xmlns:a="http://schemas.openxmlformats.org/drawingml/2006/main" noGrp="1"/>
          </p:cNvSpPr>
          <p:nvPr/>
        </p:nvSpPr>
        <p:spPr>
          <a:xfrm xmlns:a="http://schemas.openxmlformats.org/drawingml/2006/main">
            <a:off x="565785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DB340267-CEDB-42F1-844E-4EA5C58544C0}"/>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454624F-3B14-4A35-A4C5-D84855EEC13A}"/>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16" name="">
            <a:extLst xmlns:a="http://schemas.openxmlformats.org/drawingml/2006/main">
              <a:ext uri="{FF2B5EF4-FFF2-40B4-BE49-F238E27FC236}">
                <a16:creationId xmlns:a16="http://schemas.microsoft.com/office/drawing/2014/main" id="{221A1E60-9E4C-4F38-BBB9-FB8751246F85}"/>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7" name="">
            <a:extLst xmlns:a="http://schemas.openxmlformats.org/drawingml/2006/main">
              <a:ext uri="{FF2B5EF4-FFF2-40B4-BE49-F238E27FC236}">
                <a16:creationId xmlns:a16="http://schemas.microsoft.com/office/drawing/2014/main" id="{B2185DA5-8491-43B2-863E-F54C97A9303F}"/>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516C007-5FE2-4B97-BF8C-4BEB225FBAE4}"/>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9" name="">
            <a:extLst xmlns:a="http://schemas.openxmlformats.org/drawingml/2006/main">
              <a:ext uri="{FF2B5EF4-FFF2-40B4-BE49-F238E27FC236}">
                <a16:creationId xmlns:a16="http://schemas.microsoft.com/office/drawing/2014/main" id="{94C86D76-C05D-4A01-9C6C-E66D13739C7C}"/>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20" name="">
            <a:extLst xmlns:a="http://schemas.openxmlformats.org/drawingml/2006/main">
              <a:ext uri="{FF2B5EF4-FFF2-40B4-BE49-F238E27FC236}">
                <a16:creationId xmlns:a16="http://schemas.microsoft.com/office/drawing/2014/main" id="{BB4CAA0C-ACEB-45A1-B208-A6642F45B5B3}"/>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81ED595-B89D-4F8E-9F41-3BA5102DCB1A}"/>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22" name="">
            <a:extLst xmlns:a="http://schemas.openxmlformats.org/drawingml/2006/main">
              <a:ext uri="{FF2B5EF4-FFF2-40B4-BE49-F238E27FC236}">
                <a16:creationId xmlns:a16="http://schemas.microsoft.com/office/drawing/2014/main" id="{6F5FECB9-B349-41FA-B39F-37FEF10B61BE}"/>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Do Not Call</a:t>
            </a:r>
          </a:p>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23" name="">
            <a:extLst xmlns:a="http://schemas.openxmlformats.org/drawingml/2006/main">
              <a:ext uri="{FF2B5EF4-FFF2-40B4-BE49-F238E27FC236}">
                <a16:creationId xmlns:a16="http://schemas.microsoft.com/office/drawing/2014/main" id="{BFDADE1C-07ED-462A-8248-941D2CE94437}"/>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D78958E-528E-4D90-A9F8-73F49B6EB14C}"/>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25" name="">
            <a:extLst xmlns:a="http://schemas.openxmlformats.org/drawingml/2006/main">
              <a:ext uri="{FF2B5EF4-FFF2-40B4-BE49-F238E27FC236}">
                <a16:creationId xmlns:a16="http://schemas.microsoft.com/office/drawing/2014/main" id="{67E26861-C2DF-4F5D-BA88-FC7F912800A8}"/>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26" name="">
            <a:extLst xmlns:a="http://schemas.openxmlformats.org/drawingml/2006/main">
              <a:ext uri="{FF2B5EF4-FFF2-40B4-BE49-F238E27FC236}">
                <a16:creationId xmlns:a16="http://schemas.microsoft.com/office/drawing/2014/main" id="{853450AC-02C3-4D75-B322-2EEA7246AA17}"/>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CFAB032-4963-4D40-ABB3-6FAD135678F7}"/>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8" name="">
            <a:extLst xmlns:a="http://schemas.openxmlformats.org/drawingml/2006/main">
              <a:ext uri="{FF2B5EF4-FFF2-40B4-BE49-F238E27FC236}">
                <a16:creationId xmlns:a16="http://schemas.microsoft.com/office/drawing/2014/main" id="{B36EC69A-C422-4D4E-A6B2-DA73A46B10D3}"/>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9" name="">
            <a:extLst xmlns:a="http://schemas.openxmlformats.org/drawingml/2006/main">
              <a:ext uri="{FF2B5EF4-FFF2-40B4-BE49-F238E27FC236}">
                <a16:creationId xmlns:a16="http://schemas.microsoft.com/office/drawing/2014/main" id="{AD057B50-4E0C-4F01-84CD-B865D67BA530}"/>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41E5DC3-C7A2-4D82-A343-2A16CACF57B3}"/>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31" name="">
            <a:extLst xmlns:a="http://schemas.openxmlformats.org/drawingml/2006/main">
              <a:ext uri="{FF2B5EF4-FFF2-40B4-BE49-F238E27FC236}">
                <a16:creationId xmlns:a16="http://schemas.microsoft.com/office/drawing/2014/main" id="{6985AB2D-BBC4-4C56-8937-FCA52DE7A86E}"/>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32" name="">
            <a:extLst xmlns:a="http://schemas.openxmlformats.org/drawingml/2006/main">
              <a:ext uri="{FF2B5EF4-FFF2-40B4-BE49-F238E27FC236}">
                <a16:creationId xmlns:a16="http://schemas.microsoft.com/office/drawing/2014/main" id="{437C3C4B-149A-44F3-A051-EF852FFC298C}"/>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A5687EBF-9339-4526-BF1B-C65D2374E55B}"/>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34" name="">
            <a:extLst xmlns:a="http://schemas.openxmlformats.org/drawingml/2006/main">
              <a:ext uri="{FF2B5EF4-FFF2-40B4-BE49-F238E27FC236}">
                <a16:creationId xmlns:a16="http://schemas.microsoft.com/office/drawing/2014/main" id="{08FE9CC2-9A5F-4B05-BB8F-7E92CAC68850}"/>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35" name="">
            <a:extLst xmlns:a="http://schemas.openxmlformats.org/drawingml/2006/main">
              <a:ext uri="{FF2B5EF4-FFF2-40B4-BE49-F238E27FC236}">
                <a16:creationId xmlns:a16="http://schemas.microsoft.com/office/drawing/2014/main" id="{165065CC-09DF-4554-A4C2-6E0011DF6ADA}"/>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9B0A6056-8BBD-4CA2-B137-D0747F54845F}"/>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7" name="">
            <a:extLst xmlns:a="http://schemas.openxmlformats.org/drawingml/2006/main">
              <a:ext uri="{FF2B5EF4-FFF2-40B4-BE49-F238E27FC236}">
                <a16:creationId xmlns:a16="http://schemas.microsoft.com/office/drawing/2014/main" id="{0CD82924-2DAD-434B-850A-4406353C1E7A}"/>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8" name="">
            <a:extLst xmlns:a="http://schemas.openxmlformats.org/drawingml/2006/main">
              <a:ext uri="{FF2B5EF4-FFF2-40B4-BE49-F238E27FC236}">
                <a16:creationId xmlns:a16="http://schemas.microsoft.com/office/drawing/2014/main" id="{31157B2C-C2AE-47BA-9F38-A2D90BD05C71}"/>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BEEAB28D-EA30-488F-94F8-5CA26E55FA22}"/>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40" name="">
            <a:extLst xmlns:a="http://schemas.openxmlformats.org/drawingml/2006/main">
              <a:ext uri="{FF2B5EF4-FFF2-40B4-BE49-F238E27FC236}">
                <a16:creationId xmlns:a16="http://schemas.microsoft.com/office/drawing/2014/main" id="{E4BB6EA8-80ED-4AE0-A109-5DAD257F7018}"/>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41" name="">
            <a:extLst xmlns:a="http://schemas.openxmlformats.org/drawingml/2006/main">
              <a:ext uri="{FF2B5EF4-FFF2-40B4-BE49-F238E27FC236}">
                <a16:creationId xmlns:a16="http://schemas.microsoft.com/office/drawing/2014/main" id="{91AF65E0-A1EF-4470-8AF3-CA9F36B60141}"/>
              </a:ext>
            </a:extLst>
          </p:cNvPr>
          <p:cNvSpPr>
            <a:spLocks xmlns:a="http://schemas.openxmlformats.org/drawingml/2006/main" noGrp="1"/>
          </p:cNvSpPr>
          <p:nvPr/>
        </p:nvSpPr>
        <p:spPr>
          <a:xfrm xmlns:a="http://schemas.openxmlformats.org/drawingml/2006/main">
            <a:off x="1428750" y="5667375"/>
            <a:ext cx="9334500" cy="361950"/>
          </a:xfrm>
          <a:prstGeom xmlns:a="http://schemas.openxmlformats.org/drawingml/2006/main" prst="roundRect">
            <a:avLst>
              <a:gd name="adj" fmla="val 42105"/>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 production agent is a reliable call system: every conversation must be safe, observable and recoverable at scale.</a:t>
            </a:r>
          </a:p>
        </p:txBody>
      </p:sp>
      <p:sp>
        <p:nvSpPr>
          <p:cNvPr id="42" name="">
            <a:extLst xmlns:a="http://schemas.openxmlformats.org/drawingml/2006/main">
              <a:ext uri="{FF2B5EF4-FFF2-40B4-BE49-F238E27FC236}">
                <a16:creationId xmlns:a16="http://schemas.microsoft.com/office/drawing/2014/main" id="{4F30E152-CF65-4AFA-B5F3-6095D9B7BB7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767064764"/>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76e66da1ff142a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33477FD-9AD7-44DD-9378-A3E46581235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8F2EBBF-655D-4886-99AE-0D3D3C22051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3801DEA4-5650-41BB-B05D-EB2A190C27D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9F8431A-F3D2-45C2-B658-1E461AAA9EC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opening: owned call data + multilingual frontier</a:t>
            </a:r>
          </a:p>
        </p:txBody>
      </p:sp>
      <p:sp>
        <p:nvSpPr>
          <p:cNvPr id="6" name="">
            <a:extLst xmlns:a="http://schemas.openxmlformats.org/drawingml/2006/main">
              <a:ext uri="{FF2B5EF4-FFF2-40B4-BE49-F238E27FC236}">
                <a16:creationId xmlns:a16="http://schemas.microsoft.com/office/drawing/2014/main" id="{EB059534-8DEC-4C3F-AEE1-C396381C5CD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777663F-2E96-4A6E-B810-40343A59B776}"/>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F9434D97-5AC0-4ACB-AF72-F74DFCDB8396}"/>
              </a:ext>
            </a:extLst>
          </p:cNvPr>
          <p:cNvSpPr>
            <a:spLocks xmlns:a="http://schemas.openxmlformats.org/drawingml/2006/main" noGrp="1"/>
          </p:cNvSpPr>
          <p:nvPr/>
        </p:nvSpPr>
        <p:spPr>
          <a:xfrm xmlns:a="http://schemas.openxmlformats.org/drawingml/2006/main">
            <a:off x="1371600" y="4076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88DC1"/>
                </a:solidFill>
                <a:latin typeface="Aptos Mono"/>
                <a:ea typeface="Aptos Mono"/>
                <a:cs typeface="Aptos Mono"/>
              </a:defRPr>
            </a:pPr>
            <a:r>
              <a:rPr sz="1125" b="1">
                <a:solidFill>
                  <a:srgbClr val="288DC1"/>
                </a:solidFill>
                <a:latin typeface="Aptos Mono"/>
                <a:ea typeface="Aptos Mono"/>
                <a:cs typeface="Aptos Mono"/>
              </a:rPr>
              <a:t>100s hrs</a:t>
            </a:r>
          </a:p>
        </p:txBody>
      </p:sp>
      <p:sp>
        <p:nvSpPr>
          <p:cNvPr id="9" name="">
            <a:extLst xmlns:a="http://schemas.openxmlformats.org/drawingml/2006/main">
              <a:ext uri="{FF2B5EF4-FFF2-40B4-BE49-F238E27FC236}">
                <a16:creationId xmlns:a16="http://schemas.microsoft.com/office/drawing/2014/main" id="{AF7B3728-0C26-4F6F-A32B-CD8B09BC512C}"/>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Recorded ASBL</a:t>
            </a:r>
          </a:p>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sales calls</a:t>
            </a:r>
          </a:p>
        </p:txBody>
      </p:sp>
      <p:sp>
        <p:nvSpPr>
          <p:cNvPr id="10" name="">
            <a:extLst xmlns:a="http://schemas.openxmlformats.org/drawingml/2006/main">
              <a:ext uri="{FF2B5EF4-FFF2-40B4-BE49-F238E27FC236}">
                <a16:creationId xmlns:a16="http://schemas.microsoft.com/office/drawing/2014/main" id="{39BDCB25-695E-4E14-8911-EE62F5E2676C}"/>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2C91A9BE-AB9D-489A-82B9-312EFC81AF58}"/>
              </a:ext>
            </a:extLst>
          </p:cNvPr>
          <p:cNvSpPr>
            <a:spLocks xmlns:a="http://schemas.openxmlformats.org/drawingml/2006/main" noGrp="1"/>
          </p:cNvSpPr>
          <p:nvPr/>
        </p:nvSpPr>
        <p:spPr>
          <a:xfrm xmlns:a="http://schemas.openxmlformats.org/drawingml/2006/main">
            <a:off x="4819650" y="32956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88DC1"/>
                </a:solidFill>
                <a:latin typeface="Aptos Mono"/>
                <a:ea typeface="Aptos Mono"/>
                <a:cs typeface="Aptos Mono"/>
              </a:defRPr>
            </a:pPr>
            <a:r>
              <a:rPr sz="1125" b="1">
                <a:solidFill>
                  <a:srgbClr val="288DC1"/>
                </a:solidFill>
                <a:latin typeface="Aptos Mono"/>
                <a:ea typeface="Aptos Mono"/>
                <a:cs typeface="Aptos Mono"/>
              </a:rPr>
              <a:t>LEARN</a:t>
            </a:r>
          </a:p>
        </p:txBody>
      </p:sp>
      <p:sp>
        <p:nvSpPr>
          <p:cNvPr id="12" name="">
            <a:extLst xmlns:a="http://schemas.openxmlformats.org/drawingml/2006/main">
              <a:ext uri="{FF2B5EF4-FFF2-40B4-BE49-F238E27FC236}">
                <a16:creationId xmlns:a16="http://schemas.microsoft.com/office/drawing/2014/main" id="{564AB185-F7F4-49EC-A4C0-484D49B59694}"/>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Consent-safe data</a:t>
            </a:r>
          </a:p>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 real-call evals</a:t>
            </a:r>
          </a:p>
        </p:txBody>
      </p:sp>
      <p:sp>
        <p:nvSpPr>
          <p:cNvPr id="13" name="">
            <a:extLst xmlns:a="http://schemas.openxmlformats.org/drawingml/2006/main">
              <a:ext uri="{FF2B5EF4-FFF2-40B4-BE49-F238E27FC236}">
                <a16:creationId xmlns:a16="http://schemas.microsoft.com/office/drawing/2014/main" id="{8B37B33C-3043-47E7-A753-147C2A628D52}"/>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8C214554-8A22-483F-ADD1-3D787AD9EBD1}"/>
              </a:ext>
            </a:extLst>
          </p:cNvPr>
          <p:cNvSpPr>
            <a:spLocks xmlns:a="http://schemas.openxmlformats.org/drawingml/2006/main" noGrp="1"/>
          </p:cNvSpPr>
          <p:nvPr/>
        </p:nvSpPr>
        <p:spPr>
          <a:xfrm xmlns:a="http://schemas.openxmlformats.org/drawingml/2006/main">
            <a:off x="8267700" y="25146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FFF8EA"/>
                </a:solidFill>
                <a:latin typeface="Aptos Mono"/>
                <a:ea typeface="Aptos Mono"/>
                <a:cs typeface="Aptos Mono"/>
              </a:defRPr>
            </a:pPr>
            <a:r>
              <a:rPr sz="1125" b="1">
                <a:solidFill>
                  <a:srgbClr val="FFF8EA"/>
                </a:solidFill>
                <a:latin typeface="Aptos Mono"/>
                <a:ea typeface="Aptos Mono"/>
                <a:cs typeface="Aptos Mono"/>
              </a:rPr>
              <a:t>OPEN</a:t>
            </a:r>
          </a:p>
        </p:txBody>
      </p:sp>
      <p:sp>
        <p:nvSpPr>
          <p:cNvPr id="15" name="">
            <a:extLst xmlns:a="http://schemas.openxmlformats.org/drawingml/2006/main">
              <a:ext uri="{FF2B5EF4-FFF2-40B4-BE49-F238E27FC236}">
                <a16:creationId xmlns:a16="http://schemas.microsoft.com/office/drawing/2014/main" id="{0FCE9F8E-8BD5-4D65-89B8-722E94456AD7}"/>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8EA"/>
                </a:solidFill>
                <a:latin typeface="Aptos"/>
                <a:ea typeface="Aptos"/>
                <a:cs typeface="Aptos"/>
              </a:defRPr>
            </a:pPr>
            <a:r>
              <a:rPr sz="1500" b="1">
                <a:solidFill>
                  <a:srgbClr val="FFF8EA"/>
                </a:solidFill>
                <a:latin typeface="Aptos"/>
                <a:ea typeface="Aptos"/>
                <a:cs typeface="Aptos"/>
              </a:rPr>
              <a:t>Multilingual + code-mixed</a:t>
            </a:r>
          </a:p>
          <a:p xmlns:a="http://schemas.openxmlformats.org/drawingml/2006/main">
            <a:pPr algn="ctr">
              <a:defRPr sz="1500" b="1">
                <a:solidFill>
                  <a:srgbClr val="FFF8EA"/>
                </a:solidFill>
                <a:latin typeface="Aptos"/>
                <a:ea typeface="Aptos"/>
                <a:cs typeface="Aptos"/>
              </a:defRPr>
            </a:pPr>
            <a:r>
              <a:rPr sz="1500" b="1">
                <a:solidFill>
                  <a:srgbClr val="FFF8EA"/>
                </a:solidFill>
                <a:latin typeface="Aptos"/>
                <a:ea typeface="Aptos"/>
                <a:cs typeface="Aptos"/>
              </a:rPr>
              <a:t>reliability is still open</a:t>
            </a:r>
          </a:p>
        </p:txBody>
      </p:sp>
      <p:sp>
        <p:nvSpPr>
          <p:cNvPr id="16" name="">
            <a:extLst xmlns:a="http://schemas.openxmlformats.org/drawingml/2006/main">
              <a:ext uri="{FF2B5EF4-FFF2-40B4-BE49-F238E27FC236}">
                <a16:creationId xmlns:a16="http://schemas.microsoft.com/office/drawing/2014/main" id="{8E47A59C-6DE9-466C-9675-F281DD3D7263}"/>
              </a:ext>
            </a:extLst>
          </p:cNvPr>
          <p:cNvSpPr>
            <a:spLocks xmlns:a="http://schemas.openxmlformats.org/drawingml/2006/main" noGrp="1"/>
          </p:cNvSpPr>
          <p:nvPr/>
        </p:nvSpPr>
        <p:spPr>
          <a:xfrm xmlns:a="http://schemas.openxmlformats.org/drawingml/2006/main">
            <a:off x="1428750" y="5619750"/>
            <a:ext cx="9334500" cy="342900"/>
          </a:xfrm>
          <a:prstGeom xmlns:a="http://schemas.openxmlformats.org/drawingml/2006/main" prst="roundRect">
            <a:avLst>
              <a:gd name="adj" fmla="val 44444"/>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The advantage is the loop: data → evaluations → reliability—before anyone treats multilingual voice as solved.</a:t>
            </a:r>
          </a:p>
        </p:txBody>
      </p:sp>
      <p:sp>
        <p:nvSpPr>
          <p:cNvPr id="17" name="">
            <a:extLst xmlns:a="http://schemas.openxmlformats.org/drawingml/2006/main">
              <a:ext uri="{FF2B5EF4-FFF2-40B4-BE49-F238E27FC236}">
                <a16:creationId xmlns:a16="http://schemas.microsoft.com/office/drawing/2014/main" id="{C84C936B-1318-4574-B1D7-98982FFBB21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ASBL call-recording asset · Duet evaluation framework</a:t>
            </a:r>
          </a:p>
        </p:txBody>
      </p:sp>
    </p:spTree>
    <p:extLst>
      <p:ext uri="{BB962C8B-B14F-4D97-AF65-F5344CB8AC3E}">
        <p14:creationId xmlns:p14="http://schemas.microsoft.com/office/powerpoint/2010/main" val="431463367"/>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7b18e914de3a4ce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5216FDE-6AAE-4ECC-91D0-82AB8D6CC07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8624B9DF-3EAC-4E42-AD6A-A65A2021467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C2636EE1-E3AF-44EF-8174-77E7C3BAFA4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D79FE061-277C-496B-8CC5-70341E4C5CB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6C5ABBAA-172E-4873-8243-5522C08EFB3D}"/>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5EAAF862-02D9-40E7-BB07-6283FE35CCC1}"/>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3B1F2196-D591-4E90-940F-4F98590691F9}"/>
              </a:ext>
            </a:extLst>
          </p:cNvPr>
          <p:cNvSpPr>
            <a:spLocks xmlns:a="http://schemas.openxmlformats.org/drawingml/2006/main" noGrp="1"/>
          </p:cNvSpPr>
          <p:nvPr/>
        </p:nvSpPr>
        <p:spPr>
          <a:xfrm xmlns:a="http://schemas.openxmlformats.org/drawingml/2006/main">
            <a:off x="1428750" y="4514850"/>
            <a:ext cx="9334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Buy the best primitives. Own interaction state, evidence and the evaluation loop. Keep the research lane alive.</a:t>
            </a:r>
          </a:p>
        </p:txBody>
      </p:sp>
      <p:sp>
        <p:nvSpPr>
          <p:cNvPr id="9" name="">
            <a:extLst xmlns:a="http://schemas.openxmlformats.org/drawingml/2006/main">
              <a:ext uri="{FF2B5EF4-FFF2-40B4-BE49-F238E27FC236}">
                <a16:creationId xmlns:a16="http://schemas.microsoft.com/office/drawing/2014/main" id="{64E770AB-F3E2-4BBC-A551-2AF3F39FC39E}"/>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10" name="">
            <a:extLst xmlns:a="http://schemas.openxmlformats.org/drawingml/2006/main">
              <a:ext uri="{FF2B5EF4-FFF2-40B4-BE49-F238E27FC236}">
                <a16:creationId xmlns:a16="http://schemas.microsoft.com/office/drawing/2014/main" id="{7C90A6FB-49D8-433E-98D9-663B0B6B7F7E}"/>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73D34FB6-1B8E-4CCA-94AD-DF5F71A391B4}"/>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B515BB23-0E98-4512-BADF-700373E370D9}"/>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D3C67DB6-563A-4A62-A4CC-9CE7DB1E1EC5}"/>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115B1931-9206-4225-B47E-954D5CF5CC33}"/>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99A5B8C9-61FE-486E-9C0D-597ED391CFB9}"/>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57A078AD-D33C-451A-A38C-3A0FF696DAF3}"/>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EA11A761-B9A7-4505-BCAA-49C5961B397B}"/>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9FC5B119-7357-44E6-B934-F73324D13F80}"/>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90D4992E-A960-4AB8-9A5F-50981899627F}"/>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D716FEAA-F2F8-4FD4-81AE-312D880B95C2}"/>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98990914-917C-402A-88AF-9D3CE249BDDD}"/>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2E095D20-9857-4092-AE6E-03B2817155C9}"/>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60A41CFF-5C5E-412A-B612-1A65A03651BF}"/>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92949E54-D1B8-4DC3-88C6-411C227F01E8}"/>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5" name="">
            <a:extLst xmlns:a="http://schemas.openxmlformats.org/drawingml/2006/main">
              <a:ext uri="{FF2B5EF4-FFF2-40B4-BE49-F238E27FC236}">
                <a16:creationId xmlns:a16="http://schemas.microsoft.com/office/drawing/2014/main" id="{ED127A89-1224-47E6-82CE-71946C3A838F}"/>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13C9CD1A-74DC-4897-9F8F-F4885F2D8474}"/>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24B590FB-B627-471F-ACEF-61AF5DCB7FE4}"/>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569667C7-70FC-4CFB-8FC0-7EC14BA40904}"/>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19CE64B7-F0A7-41D1-A82A-80C6A5D89D49}"/>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D0251AFF-A498-459F-ABC2-EC57A30DFEED}"/>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9FD04AC7-D89E-4621-A399-8CC5FAB10DDF}"/>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0FCF655A-D683-4729-9E79-749FD28DA99D}"/>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ACD5AAFC-2CF0-44FB-82FB-92F034BB8657}"/>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02220F18-8E38-41EA-9C27-53F7AD5232E8}"/>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F7ED026A-B31C-4BD3-B51B-B37AC72CB542}"/>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DBF31518-1C71-4D0E-B7F6-4C2588392B5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985181827"/>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94af4cd540d9450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9A503CC-0403-417C-B03C-E0532E8AF56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6B86765-709E-4005-80C9-15771D928E5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1A55CD79-426E-4B0B-92FD-F79BD178249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EC6E2A2-05D9-4C7F-B4ED-689F03158A3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B73CB1FA-14C4-42B0-BAFD-791FBABAF01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9F5ECA5-1422-4D4D-BA17-81344915EF8E}"/>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644F56CA-73D5-472A-BD4F-03C6FE0152F0}"/>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752C4F54-BD49-4332-8766-7DC2C7CEC6B0}"/>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F3253A5A-546C-4A12-ACDF-7E98703F0BA0}"/>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A8323E91-E2F6-4AB6-8090-80D08B9DA3FA}"/>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884177EF-68FE-431B-AB18-BA8D718FB4FE}"/>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3DF431E9-9D29-49C6-96A7-81BA661B3E79}"/>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ACC9D5DB-5BAC-46C6-BA42-7B47D11193EF}"/>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7F2AAAC5-4BC1-4ABE-986F-F282203EDAA7}"/>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765ACE44-92F0-46F5-A96D-836D489F7052}"/>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ED5FE107-8A5C-4CA1-B358-BC7C579BF835}"/>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C17590F5-9B1F-4702-AC79-73F8C7FE1B64}"/>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E1CD7783-3F70-45C3-9C77-DEF717FC6A8C}"/>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42F6C18A-4125-49C6-9D03-35DA493810D4}"/>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90FDD3EF-0B0C-49A3-A08B-C63874133A1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1652104218"/>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f069d6060b344fd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82593B4-19C9-4245-A4E2-FE2EFAD4ECB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A1D5148-7944-4861-A94C-5026F287822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F094D67F-4F51-45BB-8C7E-2E68D5AB2AF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4657E17-1758-48D5-8B9A-1EE8320639E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4055CAA4-413C-4BD0-A906-E346B8E1733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36427A1-47B0-4128-A0DF-F142EA0C7DB9}"/>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89FD59F8-9D16-4FCF-AD7E-89C72FCFE309}"/>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EB08739C-7332-4E5F-B5E9-B00631D3CFD9}"/>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DE779153-335E-41BC-BD35-FAEEA141AA70}"/>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1201CBFB-6C09-4853-937F-7AF1FADFBC6A}"/>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397E5EDB-2567-4618-94A5-CE13AF77F3E6}"/>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CF601026-E046-487F-814E-8E04F16C0F29}"/>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DAC53BD9-406D-4613-8307-5286DDE3078A}"/>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85E01E9E-441B-4724-9306-BE0807C55529}"/>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2C595EC-4365-4B84-8D65-ECF1BBE0DE41}"/>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0E768962-67C7-4271-A35F-C29A754E532B}"/>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5370B85D-ADCD-419C-9694-F5711BB5EA6C}"/>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0B9B0A81-569B-431E-8A94-611331279033}"/>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3EE68742-B391-46F4-8584-BF4DCFB3C2CE}"/>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A2B2EA94-0780-4F3D-BFDC-C40E6C04099C}"/>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B4007318-DA09-422B-8688-207D9A9FB180}"/>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36553DF7-5FB6-44F3-B3C4-EE03623C9DB4}"/>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59B05A13-184C-45D3-BBB5-94471209CAF2}"/>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11183679-0A59-454B-9925-D11A43327710}"/>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5EC5D165-C541-44E9-A49B-B41354544CFD}"/>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9849D741-8BB7-453D-B7B3-54E152A7A72F}"/>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8589F511-E4E2-43E6-8D00-BBAA6B58F454}"/>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3B998EAD-0850-48D3-93F2-636872294BFC}"/>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1E73AA68-25D1-4B81-90E4-DB8BD30AA9F5}"/>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E18147EF-4952-4E38-A2A8-4320EBB19C6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2111046355"/>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360eb30cb5ef49e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E336226-B033-4363-9E96-9E7AE133854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2F7E3E9-B478-4112-9637-7712420E549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21ABAA34-9A6C-45E3-A506-901BAED7A61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9179536-CE9A-4934-A288-70CBD252151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7DDDA1C7-B044-4F7E-8494-EBEB800C4B0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51736BE-6C38-4A13-8E48-8240EC61461A}"/>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AE5F4AE0-3388-4993-80B3-B4C460BA35A1}"/>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F6B46D7E-CFF6-4EDB-99E2-C680FE2D10D8}"/>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B898646E-A60E-41A9-A5DD-DEA91FD47E0C}"/>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DCD6D9AC-3E47-4844-B0CC-7F4EE8736C56}"/>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DC5A9C13-65EF-472D-BA3E-E9E58FE85667}"/>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9CB022C8-2268-4014-AEA0-D716AAA8FC55}"/>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82C23D34-37BB-47D2-980D-9898642AECDA}"/>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Do Not Call (DNC), isolation and transfer are P0.</a:t>
            </a:r>
          </a:p>
        </p:txBody>
      </p:sp>
      <p:sp>
        <p:nvSpPr>
          <p:cNvPr id="15" name="">
            <a:extLst xmlns:a="http://schemas.openxmlformats.org/drawingml/2006/main">
              <a:ext uri="{FF2B5EF4-FFF2-40B4-BE49-F238E27FC236}">
                <a16:creationId xmlns:a16="http://schemas.microsoft.com/office/drawing/2014/main" id="{B6859642-8BBB-48FE-8105-ED84A35C944E}"/>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617E46FF-B513-4531-BB53-AA5E50DFAAF1}"/>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0E9BBCA1-08B6-4944-9229-9A74EA716B9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17702968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2026-08-25T03:52:31.1140000Z</dcterms:created>
  <dcterms:modified xsi:type="dcterms:W3CDTF">2026-08-25T03:52:31.1140000Z</dcterms:modified>
</coreProperties>
</file>